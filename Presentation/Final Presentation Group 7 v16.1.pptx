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heme/theme2.xml" ContentType="application/vnd.openxmlformats-officedocument.theme+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tags/tag170.xml" ContentType="application/vnd.openxmlformats-officedocument.presentationml.tags+xml"/>
  <Override PartName="/ppt/tags/tag171.xml" ContentType="application/vnd.openxmlformats-officedocument.presentationml.tags+xml"/>
  <Override PartName="/ppt/tags/tag172.xml" ContentType="application/vnd.openxmlformats-officedocument.presentationml.tags+xml"/>
  <Override PartName="/ppt/theme/theme3.xml" ContentType="application/vnd.openxmlformats-officedocument.theme+xml"/>
  <Override PartName="/ppt/tags/tag173.xml" ContentType="application/vnd.openxmlformats-officedocument.presentationml.tags+xml"/>
  <Override PartName="/ppt/tags/tag174.xml" ContentType="application/vnd.openxmlformats-officedocument.presentationml.tags+xml"/>
  <Override PartName="/ppt/tags/tag175.xml" ContentType="application/vnd.openxmlformats-officedocument.presentationml.tags+xml"/>
  <Override PartName="/ppt/tags/tag176.xml" ContentType="application/vnd.openxmlformats-officedocument.presentationml.tags+xml"/>
  <Override PartName="/ppt/tags/tag177.xml" ContentType="application/vnd.openxmlformats-officedocument.presentationml.tags+xml"/>
  <Override PartName="/ppt/tags/tag178.xml" ContentType="application/vnd.openxmlformats-officedocument.presentationml.tags+xml"/>
  <Override PartName="/ppt/tags/tag179.xml" ContentType="application/vnd.openxmlformats-officedocument.presentationml.tags+xml"/>
  <Override PartName="/ppt/tags/tag180.xml" ContentType="application/vnd.openxmlformats-officedocument.presentationml.tags+xml"/>
  <Override PartName="/ppt/notesSlides/notesSlide1.xml" ContentType="application/vnd.openxmlformats-officedocument.presentationml.notesSlide+xml"/>
  <Override PartName="/ppt/tags/tag181.xml" ContentType="application/vnd.openxmlformats-officedocument.presentationml.tags+xml"/>
  <Override PartName="/ppt/tags/tag182.xml" ContentType="application/vnd.openxmlformats-officedocument.presentationml.tags+xml"/>
  <Override PartName="/ppt/tags/tag183.xml" ContentType="application/vnd.openxmlformats-officedocument.presentationml.tags+xml"/>
  <Override PartName="/ppt/tags/tag184.xml" ContentType="application/vnd.openxmlformats-officedocument.presentationml.tags+xml"/>
  <Override PartName="/ppt/tags/tag185.xml" ContentType="application/vnd.openxmlformats-officedocument.presentationml.tags+xml"/>
  <Override PartName="/ppt/notesSlides/notesSlide2.xml" ContentType="application/vnd.openxmlformats-officedocument.presentationml.notesSlide+xml"/>
  <Override PartName="/ppt/tags/tag186.xml" ContentType="application/vnd.openxmlformats-officedocument.presentationml.tags+xml"/>
  <Override PartName="/ppt/tags/tag187.xml" ContentType="application/vnd.openxmlformats-officedocument.presentationml.tags+xml"/>
  <Override PartName="/ppt/tags/tag188.xml" ContentType="application/vnd.openxmlformats-officedocument.presentationml.tags+xml"/>
  <Override PartName="/ppt/tags/tag189.xml" ContentType="application/vnd.openxmlformats-officedocument.presentationml.tags+xml"/>
  <Override PartName="/ppt/tags/tag190.xml" ContentType="application/vnd.openxmlformats-officedocument.presentationml.tags+xml"/>
  <Override PartName="/ppt/tags/tag191.xml" ContentType="application/vnd.openxmlformats-officedocument.presentationml.tags+xml"/>
  <Override PartName="/ppt/notesSlides/notesSlide3.xml" ContentType="application/vnd.openxmlformats-officedocument.presentationml.notesSlide+xml"/>
  <Override PartName="/ppt/tags/tag192.xml" ContentType="application/vnd.openxmlformats-officedocument.presentationml.tags+xml"/>
  <Override PartName="/ppt/tags/tag193.xml" ContentType="application/vnd.openxmlformats-officedocument.presentationml.tags+xml"/>
  <Override PartName="/ppt/tags/tag194.xml" ContentType="application/vnd.openxmlformats-officedocument.presentationml.tags+xml"/>
  <Override PartName="/ppt/tags/tag195.xml" ContentType="application/vnd.openxmlformats-officedocument.presentationml.tags+xml"/>
  <Override PartName="/ppt/tags/tag196.xml" ContentType="application/vnd.openxmlformats-officedocument.presentationml.tags+xml"/>
  <Override PartName="/ppt/tags/tag197.xml" ContentType="application/vnd.openxmlformats-officedocument.presentationml.tags+xml"/>
  <Override PartName="/ppt/notesSlides/notesSlide4.xml" ContentType="application/vnd.openxmlformats-officedocument.presentationml.notesSlide+xml"/>
  <Override PartName="/ppt/tags/tag198.xml" ContentType="application/vnd.openxmlformats-officedocument.presentationml.tags+xml"/>
  <Override PartName="/ppt/tags/tag199.xml" ContentType="application/vnd.openxmlformats-officedocument.presentationml.tags+xml"/>
  <Override PartName="/ppt/tags/tag200.xml" ContentType="application/vnd.openxmlformats-officedocument.presentationml.tags+xml"/>
  <Override PartName="/ppt/tags/tag201.xml" ContentType="application/vnd.openxmlformats-officedocument.presentationml.tags+xml"/>
  <Override PartName="/ppt/tags/tag202.xml" ContentType="application/vnd.openxmlformats-officedocument.presentationml.tags+xml"/>
  <Override PartName="/ppt/tags/tag203.xml" ContentType="application/vnd.openxmlformats-officedocument.presentationml.tags+xml"/>
  <Override PartName="/ppt/notesSlides/notesSlide5.xml" ContentType="application/vnd.openxmlformats-officedocument.presentationml.notesSlide+xml"/>
  <Override PartName="/ppt/tags/tag204.xml" ContentType="application/vnd.openxmlformats-officedocument.presentationml.tags+xml"/>
  <Override PartName="/ppt/tags/tag205.xml" ContentType="application/vnd.openxmlformats-officedocument.presentationml.tags+xml"/>
  <Override PartName="/ppt/tags/tag206.xml" ContentType="application/vnd.openxmlformats-officedocument.presentationml.tags+xml"/>
  <Override PartName="/ppt/tags/tag207.xml" ContentType="application/vnd.openxmlformats-officedocument.presentationml.tags+xml"/>
  <Override PartName="/ppt/tags/tag208.xml" ContentType="application/vnd.openxmlformats-officedocument.presentationml.tags+xml"/>
  <Override PartName="/ppt/tags/tag209.xml" ContentType="application/vnd.openxmlformats-officedocument.presentationml.tags+xml"/>
  <Override PartName="/ppt/notesSlides/notesSlide6.xml" ContentType="application/vnd.openxmlformats-officedocument.presentationml.notesSlide+xml"/>
  <Override PartName="/ppt/tags/tag210.xml" ContentType="application/vnd.openxmlformats-officedocument.presentationml.tags+xml"/>
  <Override PartName="/ppt/tags/tag211.xml" ContentType="application/vnd.openxmlformats-officedocument.presentationml.tags+xml"/>
  <Override PartName="/ppt/tags/tag212.xml" ContentType="application/vnd.openxmlformats-officedocument.presentationml.tags+xml"/>
  <Override PartName="/ppt/tags/tag213.xml" ContentType="application/vnd.openxmlformats-officedocument.presentationml.tags+xml"/>
  <Override PartName="/ppt/tags/tag214.xml" ContentType="application/vnd.openxmlformats-officedocument.presentationml.tags+xml"/>
  <Override PartName="/ppt/tags/tag215.xml" ContentType="application/vnd.openxmlformats-officedocument.presentationml.tags+xml"/>
  <Override PartName="/ppt/notesSlides/notesSlide7.xml" ContentType="application/vnd.openxmlformats-officedocument.presentationml.notesSlide+xml"/>
  <Override PartName="/ppt/tags/tag216.xml" ContentType="application/vnd.openxmlformats-officedocument.presentationml.tags+xml"/>
  <Override PartName="/ppt/tags/tag217.xml" ContentType="application/vnd.openxmlformats-officedocument.presentationml.tags+xml"/>
  <Override PartName="/ppt/tags/tag218.xml" ContentType="application/vnd.openxmlformats-officedocument.presentationml.tags+xml"/>
  <Override PartName="/ppt/tags/tag219.xml" ContentType="application/vnd.openxmlformats-officedocument.presentationml.tags+xml"/>
  <Override PartName="/ppt/tags/tag220.xml" ContentType="application/vnd.openxmlformats-officedocument.presentationml.tags+xml"/>
  <Override PartName="/ppt/tags/tag221.xml" ContentType="application/vnd.openxmlformats-officedocument.presentationml.tags+xml"/>
  <Override PartName="/ppt/notesSlides/notesSlide8.xml" ContentType="application/vnd.openxmlformats-officedocument.presentationml.notesSlide+xml"/>
  <Override PartName="/ppt/tags/tag222.xml" ContentType="application/vnd.openxmlformats-officedocument.presentationml.tags+xml"/>
  <Override PartName="/ppt/tags/tag223.xml" ContentType="application/vnd.openxmlformats-officedocument.presentationml.tags+xml"/>
  <Override PartName="/ppt/tags/tag224.xml" ContentType="application/vnd.openxmlformats-officedocument.presentationml.tags+xml"/>
  <Override PartName="/ppt/tags/tag225.xml" ContentType="application/vnd.openxmlformats-officedocument.presentationml.tags+xml"/>
  <Override PartName="/ppt/tags/tag226.xml" ContentType="application/vnd.openxmlformats-officedocument.presentationml.tags+xml"/>
  <Override PartName="/ppt/tags/tag227.xml" ContentType="application/vnd.openxmlformats-officedocument.presentationml.tags+xml"/>
  <Override PartName="/ppt/notesSlides/notesSlide9.xml" ContentType="application/vnd.openxmlformats-officedocument.presentationml.notesSlide+xml"/>
  <Override PartName="/ppt/tags/tag228.xml" ContentType="application/vnd.openxmlformats-officedocument.presentationml.tags+xml"/>
  <Override PartName="/ppt/tags/tag229.xml" ContentType="application/vnd.openxmlformats-officedocument.presentationml.tags+xml"/>
  <Override PartName="/ppt/tags/tag230.xml" ContentType="application/vnd.openxmlformats-officedocument.presentationml.tags+xml"/>
  <Override PartName="/ppt/tags/tag231.xml" ContentType="application/vnd.openxmlformats-officedocument.presentationml.tags+xml"/>
  <Override PartName="/ppt/tags/tag232.xml" ContentType="application/vnd.openxmlformats-officedocument.presentationml.tags+xml"/>
  <Override PartName="/ppt/tags/tag233.xml" ContentType="application/vnd.openxmlformats-officedocument.presentationml.tags+xml"/>
  <Override PartName="/ppt/notesSlides/notesSlide10.xml" ContentType="application/vnd.openxmlformats-officedocument.presentationml.notesSlide+xml"/>
  <Override PartName="/ppt/tags/tag234.xml" ContentType="application/vnd.openxmlformats-officedocument.presentationml.tags+xml"/>
  <Override PartName="/ppt/tags/tag235.xml" ContentType="application/vnd.openxmlformats-officedocument.presentationml.tags+xml"/>
  <Override PartName="/ppt/tags/tag236.xml" ContentType="application/vnd.openxmlformats-officedocument.presentationml.tags+xml"/>
  <Override PartName="/ppt/tags/tag237.xml" ContentType="application/vnd.openxmlformats-officedocument.presentationml.tags+xml"/>
  <Override PartName="/ppt/tags/tag238.xml" ContentType="application/vnd.openxmlformats-officedocument.presentationml.tags+xml"/>
  <Override PartName="/ppt/tags/tag239.xml" ContentType="application/vnd.openxmlformats-officedocument.presentationml.tags+xml"/>
  <Override PartName="/ppt/notesSlides/notesSlide11.xml" ContentType="application/vnd.openxmlformats-officedocument.presentationml.notesSlide+xml"/>
  <Override PartName="/ppt/tags/tag240.xml" ContentType="application/vnd.openxmlformats-officedocument.presentationml.tags+xml"/>
  <Override PartName="/ppt/tags/tag241.xml" ContentType="application/vnd.openxmlformats-officedocument.presentationml.tags+xml"/>
  <Override PartName="/ppt/tags/tag242.xml" ContentType="application/vnd.openxmlformats-officedocument.presentationml.tags+xml"/>
  <Override PartName="/ppt/tags/tag243.xml" ContentType="application/vnd.openxmlformats-officedocument.presentationml.tags+xml"/>
  <Override PartName="/ppt/tags/tag244.xml" ContentType="application/vnd.openxmlformats-officedocument.presentationml.tags+xml"/>
  <Override PartName="/ppt/tags/tag245.xml" ContentType="application/vnd.openxmlformats-officedocument.presentationml.tags+xml"/>
  <Override PartName="/ppt/notesSlides/notesSlide12.xml" ContentType="application/vnd.openxmlformats-officedocument.presentationml.notesSlide+xml"/>
  <Override PartName="/ppt/tags/tag246.xml" ContentType="application/vnd.openxmlformats-officedocument.presentationml.tags+xml"/>
  <Override PartName="/ppt/tags/tag247.xml" ContentType="application/vnd.openxmlformats-officedocument.presentationml.tags+xml"/>
  <Override PartName="/ppt/tags/tag248.xml" ContentType="application/vnd.openxmlformats-officedocument.presentationml.tags+xml"/>
  <Override PartName="/ppt/tags/tag249.xml" ContentType="application/vnd.openxmlformats-officedocument.presentationml.tags+xml"/>
  <Override PartName="/ppt/tags/tag250.xml" ContentType="application/vnd.openxmlformats-officedocument.presentationml.tags+xml"/>
  <Override PartName="/ppt/tags/tag251.xml" ContentType="application/vnd.openxmlformats-officedocument.presentationml.tags+xml"/>
  <Override PartName="/ppt/notesSlides/notesSlide13.xml" ContentType="application/vnd.openxmlformats-officedocument.presentationml.notesSlide+xml"/>
  <Override PartName="/ppt/tags/tag252.xml" ContentType="application/vnd.openxmlformats-officedocument.presentationml.tags+xml"/>
  <Override PartName="/ppt/tags/tag253.xml" ContentType="application/vnd.openxmlformats-officedocument.presentationml.tags+xml"/>
  <Override PartName="/ppt/tags/tag254.xml" ContentType="application/vnd.openxmlformats-officedocument.presentationml.tags+xml"/>
  <Override PartName="/ppt/tags/tag255.xml" ContentType="application/vnd.openxmlformats-officedocument.presentationml.tags+xml"/>
  <Override PartName="/ppt/tags/tag256.xml" ContentType="application/vnd.openxmlformats-officedocument.presentationml.tags+xml"/>
  <Override PartName="/ppt/tags/tag257.xml" ContentType="application/vnd.openxmlformats-officedocument.presentationml.tags+xml"/>
  <Override PartName="/ppt/notesSlides/notesSlide14.xml" ContentType="application/vnd.openxmlformats-officedocument.presentationml.notesSlide+xml"/>
  <Override PartName="/ppt/tags/tag258.xml" ContentType="application/vnd.openxmlformats-officedocument.presentationml.tags+xml"/>
  <Override PartName="/ppt/tags/tag259.xml" ContentType="application/vnd.openxmlformats-officedocument.presentationml.tags+xml"/>
  <Override PartName="/ppt/tags/tag260.xml" ContentType="application/vnd.openxmlformats-officedocument.presentationml.tags+xml"/>
  <Override PartName="/ppt/tags/tag261.xml" ContentType="application/vnd.openxmlformats-officedocument.presentationml.tags+xml"/>
  <Override PartName="/ppt/tags/tag262.xml" ContentType="application/vnd.openxmlformats-officedocument.presentationml.tags+xml"/>
  <Override PartName="/ppt/tags/tag263.xml" ContentType="application/vnd.openxmlformats-officedocument.presentationml.tags+xml"/>
  <Override PartName="/ppt/notesSlides/notesSlide15.xml" ContentType="application/vnd.openxmlformats-officedocument.presentationml.notesSlide+xml"/>
  <Override PartName="/ppt/tags/tag264.xml" ContentType="application/vnd.openxmlformats-officedocument.presentationml.tags+xml"/>
  <Override PartName="/ppt/tags/tag265.xml" ContentType="application/vnd.openxmlformats-officedocument.presentationml.tags+xml"/>
  <Override PartName="/ppt/tags/tag266.xml" ContentType="application/vnd.openxmlformats-officedocument.presentationml.tags+xml"/>
  <Override PartName="/ppt/tags/tag267.xml" ContentType="application/vnd.openxmlformats-officedocument.presentationml.tags+xml"/>
  <Override PartName="/ppt/tags/tag268.xml" ContentType="application/vnd.openxmlformats-officedocument.presentationml.tags+xml"/>
  <Override PartName="/ppt/tags/tag269.xml" ContentType="application/vnd.openxmlformats-officedocument.presentationml.tags+xml"/>
  <Override PartName="/ppt/notesSlides/notesSlide16.xml" ContentType="application/vnd.openxmlformats-officedocument.presentationml.notesSlide+xml"/>
  <Override PartName="/ppt/tags/tag270.xml" ContentType="application/vnd.openxmlformats-officedocument.presentationml.tags+xml"/>
  <Override PartName="/ppt/tags/tag271.xml" ContentType="application/vnd.openxmlformats-officedocument.presentationml.tags+xml"/>
  <Override PartName="/ppt/tags/tag272.xml" ContentType="application/vnd.openxmlformats-officedocument.presentationml.tags+xml"/>
  <Override PartName="/ppt/tags/tag273.xml" ContentType="application/vnd.openxmlformats-officedocument.presentationml.tags+xml"/>
  <Override PartName="/ppt/tags/tag274.xml" ContentType="application/vnd.openxmlformats-officedocument.presentationml.tags+xml"/>
  <Override PartName="/ppt/tags/tag275.xml" ContentType="application/vnd.openxmlformats-officedocument.presentationml.tags+xml"/>
  <Override PartName="/ppt/notesSlides/notesSlide17.xml" ContentType="application/vnd.openxmlformats-officedocument.presentationml.notesSlide+xml"/>
  <Override PartName="/ppt/tags/tag276.xml" ContentType="application/vnd.openxmlformats-officedocument.presentationml.tags+xml"/>
  <Override PartName="/ppt/tags/tag277.xml" ContentType="application/vnd.openxmlformats-officedocument.presentationml.tags+xml"/>
  <Override PartName="/ppt/tags/tag278.xml" ContentType="application/vnd.openxmlformats-officedocument.presentationml.tags+xml"/>
  <Override PartName="/ppt/tags/tag279.xml" ContentType="application/vnd.openxmlformats-officedocument.presentationml.tags+xml"/>
  <Override PartName="/ppt/tags/tag280.xml" ContentType="application/vnd.openxmlformats-officedocument.presentationml.tags+xml"/>
  <Override PartName="/ppt/tags/tag281.xml" ContentType="application/vnd.openxmlformats-officedocument.presentationml.tags+xml"/>
  <Override PartName="/ppt/notesSlides/notesSlide18.xml" ContentType="application/vnd.openxmlformats-officedocument.presentationml.notesSlide+xml"/>
  <Override PartName="/ppt/tags/tag282.xml" ContentType="application/vnd.openxmlformats-officedocument.presentationml.tags+xml"/>
  <Override PartName="/ppt/tags/tag283.xml" ContentType="application/vnd.openxmlformats-officedocument.presentationml.tags+xml"/>
  <Override PartName="/ppt/tags/tag284.xml" ContentType="application/vnd.openxmlformats-officedocument.presentationml.tags+xml"/>
  <Override PartName="/ppt/tags/tag285.xml" ContentType="application/vnd.openxmlformats-officedocument.presentationml.tags+xml"/>
  <Override PartName="/ppt/tags/tag286.xml" ContentType="application/vnd.openxmlformats-officedocument.presentationml.tags+xml"/>
  <Override PartName="/ppt/tags/tag287.xml" ContentType="application/vnd.openxmlformats-officedocument.presentationml.tags+xml"/>
  <Override PartName="/ppt/notesSlides/notesSlide19.xml" ContentType="application/vnd.openxmlformats-officedocument.presentationml.notesSlide+xml"/>
  <Override PartName="/ppt/tags/tag288.xml" ContentType="application/vnd.openxmlformats-officedocument.presentationml.tags+xml"/>
  <Override PartName="/ppt/tags/tag289.xml" ContentType="application/vnd.openxmlformats-officedocument.presentationml.tags+xml"/>
  <Override PartName="/ppt/tags/tag290.xml" ContentType="application/vnd.openxmlformats-officedocument.presentationml.tags+xml"/>
  <Override PartName="/ppt/tags/tag291.xml" ContentType="application/vnd.openxmlformats-officedocument.presentationml.tags+xml"/>
  <Override PartName="/ppt/tags/tag292.xml" ContentType="application/vnd.openxmlformats-officedocument.presentationml.tags+xml"/>
  <Override PartName="/ppt/tags/tag293.xml" ContentType="application/vnd.openxmlformats-officedocument.presentationml.tags+xml"/>
  <Override PartName="/ppt/notesSlides/notesSlide20.xml" ContentType="application/vnd.openxmlformats-officedocument.presentationml.notesSlide+xml"/>
  <Override PartName="/ppt/tags/tag294.xml" ContentType="application/vnd.openxmlformats-officedocument.presentationml.tags+xml"/>
  <Override PartName="/ppt/tags/tag295.xml" ContentType="application/vnd.openxmlformats-officedocument.presentationml.tags+xml"/>
  <Override PartName="/ppt/tags/tag296.xml" ContentType="application/vnd.openxmlformats-officedocument.presentationml.tags+xml"/>
  <Override PartName="/ppt/tags/tag297.xml" ContentType="application/vnd.openxmlformats-officedocument.presentationml.tags+xml"/>
  <Override PartName="/ppt/tags/tag298.xml" ContentType="application/vnd.openxmlformats-officedocument.presentationml.tags+xml"/>
  <Override PartName="/ppt/tags/tag299.xml" ContentType="application/vnd.openxmlformats-officedocument.presentationml.tags+xml"/>
  <Override PartName="/ppt/notesSlides/notesSlide21.xml" ContentType="application/vnd.openxmlformats-officedocument.presentationml.notesSlide+xml"/>
  <Override PartName="/ppt/tags/tag300.xml" ContentType="application/vnd.openxmlformats-officedocument.presentationml.tags+xml"/>
  <Override PartName="/ppt/tags/tag301.xml" ContentType="application/vnd.openxmlformats-officedocument.presentationml.tags+xml"/>
  <Override PartName="/ppt/tags/tag302.xml" ContentType="application/vnd.openxmlformats-officedocument.presentationml.tags+xml"/>
  <Override PartName="/ppt/tags/tag303.xml" ContentType="application/vnd.openxmlformats-officedocument.presentationml.tags+xml"/>
  <Override PartName="/ppt/tags/tag304.xml" ContentType="application/vnd.openxmlformats-officedocument.presentationml.tags+xml"/>
  <Override PartName="/ppt/tags/tag305.xml" ContentType="application/vnd.openxmlformats-officedocument.presentationml.tags+xml"/>
  <Override PartName="/ppt/notesSlides/notesSlide22.xml" ContentType="application/vnd.openxmlformats-officedocument.presentationml.notesSlide+xml"/>
  <Override PartName="/ppt/tags/tag306.xml" ContentType="application/vnd.openxmlformats-officedocument.presentationml.tags+xml"/>
  <Override PartName="/ppt/tags/tag307.xml" ContentType="application/vnd.openxmlformats-officedocument.presentationml.tags+xml"/>
  <Override PartName="/ppt/tags/tag308.xml" ContentType="application/vnd.openxmlformats-officedocument.presentationml.tags+xml"/>
  <Override PartName="/ppt/tags/tag309.xml" ContentType="application/vnd.openxmlformats-officedocument.presentationml.tags+xml"/>
  <Override PartName="/ppt/tags/tag310.xml" ContentType="application/vnd.openxmlformats-officedocument.presentationml.tags+xml"/>
  <Override PartName="/ppt/tags/tag311.xml" ContentType="application/vnd.openxmlformats-officedocument.presentationml.tags+xml"/>
  <Override PartName="/ppt/notesSlides/notesSlide23.xml" ContentType="application/vnd.openxmlformats-officedocument.presentationml.notesSlide+xml"/>
  <Override PartName="/ppt/tags/tag312.xml" ContentType="application/vnd.openxmlformats-officedocument.presentationml.tags+xml"/>
  <Override PartName="/ppt/tags/tag313.xml" ContentType="application/vnd.openxmlformats-officedocument.presentationml.tags+xml"/>
  <Override PartName="/ppt/tags/tag314.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embedTrueTypeFonts="1" saveSubsetFonts="1">
  <p:sldMasterIdLst>
    <p:sldMasterId id="2147483648" r:id="rId1"/>
  </p:sldMasterIdLst>
  <p:notesMasterIdLst>
    <p:notesMasterId r:id="rId25"/>
  </p:notesMasterIdLst>
  <p:handoutMasterIdLst>
    <p:handoutMasterId r:id="rId26"/>
  </p:handoutMasterIdLst>
  <p:sldIdLst>
    <p:sldId id="3690" r:id="rId2"/>
    <p:sldId id="257" r:id="rId3"/>
    <p:sldId id="274" r:id="rId4"/>
    <p:sldId id="3697" r:id="rId5"/>
    <p:sldId id="3698" r:id="rId6"/>
    <p:sldId id="3709" r:id="rId7"/>
    <p:sldId id="3710" r:id="rId8"/>
    <p:sldId id="3700" r:id="rId9"/>
    <p:sldId id="3711" r:id="rId10"/>
    <p:sldId id="3713" r:id="rId11"/>
    <p:sldId id="3714" r:id="rId12"/>
    <p:sldId id="3712" r:id="rId13"/>
    <p:sldId id="3718" r:id="rId14"/>
    <p:sldId id="3707" r:id="rId15"/>
    <p:sldId id="3715" r:id="rId16"/>
    <p:sldId id="3716" r:id="rId17"/>
    <p:sldId id="3717" r:id="rId18"/>
    <p:sldId id="3706" r:id="rId19"/>
    <p:sldId id="3699" r:id="rId20"/>
    <p:sldId id="3702" r:id="rId21"/>
    <p:sldId id="3703" r:id="rId22"/>
    <p:sldId id="3704" r:id="rId23"/>
    <p:sldId id="3705" r:id="rId24"/>
  </p:sldIdLst>
  <p:sldSz cx="12192000" cy="6858000"/>
  <p:notesSz cx="6858000" cy="9144000"/>
  <p:custDataLst>
    <p:tags r:id="rId27"/>
  </p:custDataLst>
  <p:defaultTex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Musterfolien" id="{54CF9CB4-6EDB-4AC2-9AFB-EFC6E4817A6D}">
          <p14:sldIdLst>
            <p14:sldId id="3690"/>
            <p14:sldId id="257"/>
            <p14:sldId id="274"/>
            <p14:sldId id="3697"/>
            <p14:sldId id="3698"/>
            <p14:sldId id="3709"/>
            <p14:sldId id="3710"/>
            <p14:sldId id="3700"/>
            <p14:sldId id="3711"/>
            <p14:sldId id="3713"/>
            <p14:sldId id="3714"/>
            <p14:sldId id="3712"/>
            <p14:sldId id="3718"/>
            <p14:sldId id="3707"/>
            <p14:sldId id="3715"/>
            <p14:sldId id="3716"/>
            <p14:sldId id="3717"/>
            <p14:sldId id="3706"/>
            <p14:sldId id="3699"/>
            <p14:sldId id="3702"/>
            <p14:sldId id="3703"/>
            <p14:sldId id="3704"/>
            <p14:sldId id="3705"/>
          </p14:sldIdLst>
        </p14:section>
        <p14:section name="Standardabschnitt" id="{DFA7A10C-E1EB-4972-AB36-D2ACD314A82C}">
          <p14:sldIdLst/>
        </p14:section>
      </p14:sectionLst>
    </p:ext>
    <p:ext uri="{EFAFB233-063F-42B5-8137-9DF3F51BA10A}">
      <p15:sldGuideLst xmlns:p15="http://schemas.microsoft.com/office/powerpoint/2012/main">
        <p15:guide id="3" orient="horz" pos="2160">
          <p15:clr>
            <a:srgbClr val="A4A3A4"/>
          </p15:clr>
        </p15:guide>
        <p15:guide id="4" pos="384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Christina Drimmel" initials="CD" lastIdx="132" clrIdx="0">
    <p:extLst>
      <p:ext uri="{19B8F6BF-5375-455C-9EA6-DF929625EA0E}">
        <p15:presenceInfo xmlns:p15="http://schemas.microsoft.com/office/powerpoint/2012/main" userId="Christina Drimmel" providerId="None"/>
      </p:ext>
    </p:extLst>
  </p:cmAuthor>
  <p:cmAuthor id="2" name="Springer" initials="S" lastIdx="18" clrIdx="1">
    <p:extLst>
      <p:ext uri="{19B8F6BF-5375-455C-9EA6-DF929625EA0E}">
        <p15:presenceInfo xmlns:p15="http://schemas.microsoft.com/office/powerpoint/2012/main" userId="Springer" providerId="None"/>
      </p:ext>
    </p:extLst>
  </p:cmAuthor>
  <p:cmAuthor id="3" name="Sebastian" initials="S" lastIdx="33" clrIdx="2">
    <p:extLst>
      <p:ext uri="{19B8F6BF-5375-455C-9EA6-DF929625EA0E}">
        <p15:presenceInfo xmlns:p15="http://schemas.microsoft.com/office/powerpoint/2012/main" userId="Sebastian"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DAFC9"/>
    <a:srgbClr val="7DA4C1"/>
    <a:srgbClr val="6190B3"/>
    <a:srgbClr val="4C7B9E"/>
    <a:srgbClr val="3E6582"/>
    <a:srgbClr val="BAC7D5"/>
    <a:srgbClr val="456F90"/>
    <a:srgbClr val="8CA6BF"/>
    <a:srgbClr val="A4B7CA"/>
    <a:srgbClr val="4B789B"/>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ittlere Formatvorlage 2 - Akz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C2FFA5D-87B4-456A-9821-1D502468CF0F}" styleName="Designformatvorlage 1 - Akz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8150" autoAdjust="0"/>
    <p:restoredTop sz="33816" autoAdjust="0"/>
  </p:normalViewPr>
  <p:slideViewPr>
    <p:cSldViewPr snapToGrid="0" showGuides="1">
      <p:cViewPr varScale="1">
        <p:scale>
          <a:sx n="21" d="100"/>
          <a:sy n="21" d="100"/>
        </p:scale>
        <p:origin x="2163" y="31"/>
      </p:cViewPr>
      <p:guideLst>
        <p:guide orient="horz" pos="2160"/>
        <p:guide pos="3840"/>
      </p:guideLst>
    </p:cSldViewPr>
  </p:slideViewPr>
  <p:outlineViewPr>
    <p:cViewPr>
      <p:scale>
        <a:sx n="33" d="100"/>
        <a:sy n="33" d="100"/>
      </p:scale>
      <p:origin x="0" y="-6984"/>
    </p:cViewPr>
  </p:outlineViewPr>
  <p:notesTextViewPr>
    <p:cViewPr>
      <p:scale>
        <a:sx n="3" d="2"/>
        <a:sy n="3" d="2"/>
      </p:scale>
      <p:origin x="0" y="0"/>
    </p:cViewPr>
  </p:notesTextViewPr>
  <p:sorterViewPr>
    <p:cViewPr>
      <p:scale>
        <a:sx n="66" d="100"/>
        <a:sy n="66" d="100"/>
      </p:scale>
      <p:origin x="0" y="-10363"/>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handoutMaster" Target="handoutMasters/handout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commentAuthors" Target="commentAuthor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gs" Target="tags/tag1.xml"/><Relationship Id="rId30"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3" Type="http://schemas.openxmlformats.org/officeDocument/2006/relationships/tags" Target="../tags/tag174.xml"/><Relationship Id="rId2" Type="http://schemas.openxmlformats.org/officeDocument/2006/relationships/tags" Target="../tags/tag173.xml"/><Relationship Id="rId1" Type="http://schemas.openxmlformats.org/officeDocument/2006/relationships/theme" Target="../theme/theme3.xml"/><Relationship Id="rId5" Type="http://schemas.openxmlformats.org/officeDocument/2006/relationships/tags" Target="../tags/tag176.xml"/><Relationship Id="rId4" Type="http://schemas.openxmlformats.org/officeDocument/2006/relationships/tags" Target="../tags/tag17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a:extLst>
              <a:ext uri="{FF2B5EF4-FFF2-40B4-BE49-F238E27FC236}">
                <a16:creationId xmlns:a16="http://schemas.microsoft.com/office/drawing/2014/main" id="{0B6B62FD-DEA5-4016-A686-92BD436E4AF0}"/>
              </a:ext>
            </a:extLst>
          </p:cNvPr>
          <p:cNvSpPr>
            <a:spLocks noGrp="1"/>
          </p:cNvSpPr>
          <p:nvPr>
            <p:ph type="hdr" sz="quarter"/>
            <p:custDataLst>
              <p:tags r:id="rId2"/>
            </p:custDataLst>
          </p:nvPr>
        </p:nvSpPr>
        <p:spPr>
          <a:xfrm>
            <a:off x="0" y="0"/>
            <a:ext cx="2971800" cy="458788"/>
          </a:xfrm>
          <a:prstGeom prst="rect">
            <a:avLst/>
          </a:prstGeom>
        </p:spPr>
        <p:txBody>
          <a:bodyPr vert="horz" lIns="91440" tIns="45720" rIns="91440" bIns="45720" rtlCol="0"/>
          <a:lstStyle>
            <a:lvl1pPr algn="l">
              <a:defRPr sz="1200"/>
            </a:lvl1pPr>
          </a:lstStyle>
          <a:p>
            <a:endParaRPr lang="de-AT" dirty="0">
              <a:latin typeface="Arial" panose="020B0604020202020204" pitchFamily="34" charset="0"/>
            </a:endParaRPr>
          </a:p>
        </p:txBody>
      </p:sp>
      <p:sp>
        <p:nvSpPr>
          <p:cNvPr id="3" name="Datumsplatzhalter 2">
            <a:extLst>
              <a:ext uri="{FF2B5EF4-FFF2-40B4-BE49-F238E27FC236}">
                <a16:creationId xmlns:a16="http://schemas.microsoft.com/office/drawing/2014/main" id="{79D031BE-D109-46DC-97CA-86C8CC80DEF3}"/>
              </a:ext>
            </a:extLst>
          </p:cNvPr>
          <p:cNvSpPr>
            <a:spLocks noGrp="1"/>
          </p:cNvSpPr>
          <p:nvPr>
            <p:ph type="dt" sz="quarter" idx="1"/>
            <p:custDataLst>
              <p:tags r:id="rId3"/>
            </p:custDataLst>
          </p:nvPr>
        </p:nvSpPr>
        <p:spPr>
          <a:xfrm>
            <a:off x="3884613" y="0"/>
            <a:ext cx="2971800" cy="458788"/>
          </a:xfrm>
          <a:prstGeom prst="rect">
            <a:avLst/>
          </a:prstGeom>
        </p:spPr>
        <p:txBody>
          <a:bodyPr vert="horz" lIns="91440" tIns="45720" rIns="91440" bIns="45720" rtlCol="0"/>
          <a:lstStyle>
            <a:lvl1pPr algn="r">
              <a:defRPr sz="1200"/>
            </a:lvl1pPr>
          </a:lstStyle>
          <a:p>
            <a:fld id="{AAD92F50-EEFB-414C-A5B9-E53AB6640962}" type="datetimeFigureOut">
              <a:rPr lang="de-AT" smtClean="0">
                <a:latin typeface="Arial" panose="020B0604020202020204" pitchFamily="34" charset="0"/>
              </a:rPr>
              <a:t>15.01.2026</a:t>
            </a:fld>
            <a:endParaRPr lang="de-AT" dirty="0">
              <a:latin typeface="Arial" panose="020B0604020202020204" pitchFamily="34" charset="0"/>
            </a:endParaRPr>
          </a:p>
        </p:txBody>
      </p:sp>
      <p:sp>
        <p:nvSpPr>
          <p:cNvPr id="4" name="Fußzeilenplatzhalter 3">
            <a:extLst>
              <a:ext uri="{FF2B5EF4-FFF2-40B4-BE49-F238E27FC236}">
                <a16:creationId xmlns:a16="http://schemas.microsoft.com/office/drawing/2014/main" id="{E3E70E89-9D63-4AE7-AA10-359BADF98E1C}"/>
              </a:ext>
            </a:extLst>
          </p:cNvPr>
          <p:cNvSpPr>
            <a:spLocks noGrp="1"/>
          </p:cNvSpPr>
          <p:nvPr>
            <p:ph type="ftr" sz="quarter" idx="2"/>
            <p:custDataLst>
              <p:tags r:id="rId4"/>
            </p:custDataLst>
          </p:nvPr>
        </p:nvSpPr>
        <p:spPr>
          <a:xfrm>
            <a:off x="0" y="8685213"/>
            <a:ext cx="2971800" cy="458787"/>
          </a:xfrm>
          <a:prstGeom prst="rect">
            <a:avLst/>
          </a:prstGeom>
        </p:spPr>
        <p:txBody>
          <a:bodyPr vert="horz" lIns="91440" tIns="45720" rIns="91440" bIns="45720" rtlCol="0" anchor="b"/>
          <a:lstStyle>
            <a:lvl1pPr algn="l">
              <a:defRPr sz="1200"/>
            </a:lvl1pPr>
          </a:lstStyle>
          <a:p>
            <a:endParaRPr lang="de-AT" dirty="0">
              <a:latin typeface="Arial" panose="020B0604020202020204" pitchFamily="34" charset="0"/>
            </a:endParaRPr>
          </a:p>
        </p:txBody>
      </p:sp>
      <p:sp>
        <p:nvSpPr>
          <p:cNvPr id="5" name="Foliennummernplatzhalter 4">
            <a:extLst>
              <a:ext uri="{FF2B5EF4-FFF2-40B4-BE49-F238E27FC236}">
                <a16:creationId xmlns:a16="http://schemas.microsoft.com/office/drawing/2014/main" id="{BD848377-D64A-4E24-83A8-537299BF9731}"/>
              </a:ext>
            </a:extLst>
          </p:cNvPr>
          <p:cNvSpPr>
            <a:spLocks noGrp="1"/>
          </p:cNvSpPr>
          <p:nvPr>
            <p:ph type="sldNum" sz="quarter" idx="3"/>
            <p:custDataLst>
              <p:tags r:id="rId5"/>
            </p:custDataLst>
          </p:nvPr>
        </p:nvSpPr>
        <p:spPr>
          <a:xfrm>
            <a:off x="3884613" y="8685213"/>
            <a:ext cx="2971800" cy="458787"/>
          </a:xfrm>
          <a:prstGeom prst="rect">
            <a:avLst/>
          </a:prstGeom>
        </p:spPr>
        <p:txBody>
          <a:bodyPr vert="horz" lIns="91440" tIns="45720" rIns="91440" bIns="45720" rtlCol="0" anchor="b"/>
          <a:lstStyle>
            <a:lvl1pPr algn="r">
              <a:defRPr sz="1200"/>
            </a:lvl1pPr>
          </a:lstStyle>
          <a:p>
            <a:fld id="{F9B8C977-CDE1-48A9-8E7D-2B9A79EDCF35}" type="slidenum">
              <a:rPr lang="de-AT" smtClean="0">
                <a:latin typeface="Arial" panose="020B0604020202020204" pitchFamily="34" charset="0"/>
              </a:rPr>
              <a:t>‹#›</a:t>
            </a:fld>
            <a:endParaRPr lang="de-AT" dirty="0">
              <a:latin typeface="Arial" panose="020B0604020202020204" pitchFamily="34" charset="0"/>
            </a:endParaRPr>
          </a:p>
        </p:txBody>
      </p:sp>
    </p:spTree>
    <p:extLst>
      <p:ext uri="{BB962C8B-B14F-4D97-AF65-F5344CB8AC3E}">
        <p14:creationId xmlns:p14="http://schemas.microsoft.com/office/powerpoint/2010/main" val="205437945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3" Type="http://schemas.openxmlformats.org/officeDocument/2006/relationships/tags" Target="../tags/tag168.xml"/><Relationship Id="rId7" Type="http://schemas.openxmlformats.org/officeDocument/2006/relationships/tags" Target="../tags/tag172.xml"/><Relationship Id="rId2" Type="http://schemas.openxmlformats.org/officeDocument/2006/relationships/tags" Target="../tags/tag167.xml"/><Relationship Id="rId1" Type="http://schemas.openxmlformats.org/officeDocument/2006/relationships/theme" Target="../theme/theme2.xml"/><Relationship Id="rId6" Type="http://schemas.openxmlformats.org/officeDocument/2006/relationships/tags" Target="../tags/tag171.xml"/><Relationship Id="rId5" Type="http://schemas.openxmlformats.org/officeDocument/2006/relationships/tags" Target="../tags/tag170.xml"/><Relationship Id="rId4" Type="http://schemas.openxmlformats.org/officeDocument/2006/relationships/tags" Target="../tags/tag169.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custDataLst>
              <p:tags r:id="rId2"/>
            </p:custDataLst>
          </p:nvPr>
        </p:nvSpPr>
        <p:spPr>
          <a:xfrm>
            <a:off x="0" y="0"/>
            <a:ext cx="2971800" cy="458788"/>
          </a:xfrm>
          <a:prstGeom prst="rect">
            <a:avLst/>
          </a:prstGeom>
        </p:spPr>
        <p:txBody>
          <a:bodyPr vert="horz" lIns="91440" tIns="45720" rIns="91440" bIns="45720" rtlCol="0"/>
          <a:lstStyle>
            <a:lvl1pPr algn="l">
              <a:defRPr lang="de-AT" dirty="0">
                <a:latin typeface="Arial" panose="020B0604020202020204" pitchFamily="34" charset="0"/>
              </a:defRPr>
            </a:lvl1pPr>
          </a:lstStyle>
          <a:p>
            <a:endParaRPr lang="de-AT" dirty="0"/>
          </a:p>
        </p:txBody>
      </p:sp>
      <p:sp>
        <p:nvSpPr>
          <p:cNvPr id="3" name="Datumsplatzhalter 2"/>
          <p:cNvSpPr>
            <a:spLocks noGrp="1"/>
          </p:cNvSpPr>
          <p:nvPr>
            <p:ph type="dt" idx="1"/>
            <p:custDataLst>
              <p:tags r:id="rId3"/>
            </p:custDataLst>
          </p:nvPr>
        </p:nvSpPr>
        <p:spPr>
          <a:xfrm>
            <a:off x="3884613" y="0"/>
            <a:ext cx="2971800" cy="458788"/>
          </a:xfrm>
          <a:prstGeom prst="rect">
            <a:avLst/>
          </a:prstGeom>
        </p:spPr>
        <p:txBody>
          <a:bodyPr vert="horz" lIns="91440" tIns="45720" rIns="91440" bIns="45720" rtlCol="0"/>
          <a:lstStyle>
            <a:lvl1pPr algn="r">
              <a:defRPr sz="1200">
                <a:latin typeface="Arial" panose="020B0604020202020204" pitchFamily="34" charset="0"/>
              </a:defRPr>
            </a:lvl1pPr>
          </a:lstStyle>
          <a:p>
            <a:fld id="{C116C0E1-FA71-4E92-9BA0-377972D4F09A}" type="datetimeFigureOut">
              <a:rPr lang="de-AT" smtClean="0"/>
              <a:pPr/>
              <a:t>15.01.2026</a:t>
            </a:fld>
            <a:endParaRPr lang="de-AT" dirty="0"/>
          </a:p>
        </p:txBody>
      </p:sp>
      <p:sp>
        <p:nvSpPr>
          <p:cNvPr id="4" name="Folienbildplatzhalter 3"/>
          <p:cNvSpPr>
            <a:spLocks noGrp="1" noRot="1" noChangeAspect="1"/>
          </p:cNvSpPr>
          <p:nvPr>
            <p:ph type="sldImg" idx="2"/>
            <p:custDataLst>
              <p:tags r:id="rId4"/>
            </p:custDataLst>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de-AT" dirty="0"/>
          </a:p>
        </p:txBody>
      </p:sp>
      <p:sp>
        <p:nvSpPr>
          <p:cNvPr id="5" name="Notizenplatzhalter 4"/>
          <p:cNvSpPr>
            <a:spLocks noGrp="1"/>
          </p:cNvSpPr>
          <p:nvPr>
            <p:ph type="body" sz="quarter" idx="3"/>
            <p:custDataLst>
              <p:tags r:id="rId5"/>
            </p:custDataLst>
          </p:nvPr>
        </p:nvSpPr>
        <p:spPr>
          <a:xfrm>
            <a:off x="685800" y="4400550"/>
            <a:ext cx="5486400" cy="3600450"/>
          </a:xfrm>
          <a:prstGeom prst="rect">
            <a:avLst/>
          </a:prstGeom>
        </p:spPr>
        <p:txBody>
          <a:bodyPr vert="horz" lIns="91440" tIns="45720" rIns="91440" bIns="45720" rtlCol="0"/>
          <a:lstStyle/>
          <a:p>
            <a:pPr lvl="0"/>
            <a:r>
              <a:rPr lang="de-AT" dirty="0"/>
              <a:t>Mastertextformat bearbeiten</a:t>
            </a:r>
          </a:p>
          <a:p>
            <a:pPr lvl="1"/>
            <a:r>
              <a:rPr lang="de-AT" dirty="0"/>
              <a:t>Zweite Ebene</a:t>
            </a:r>
          </a:p>
          <a:p>
            <a:pPr lvl="2"/>
            <a:r>
              <a:rPr lang="de-AT" dirty="0"/>
              <a:t>Dritte Ebene</a:t>
            </a:r>
          </a:p>
          <a:p>
            <a:pPr lvl="3"/>
            <a:r>
              <a:rPr lang="de-AT" dirty="0"/>
              <a:t>Vierte Ebene</a:t>
            </a:r>
          </a:p>
          <a:p>
            <a:pPr lvl="4"/>
            <a:r>
              <a:rPr lang="de-AT" dirty="0"/>
              <a:t>Fünfte Ebene</a:t>
            </a:r>
          </a:p>
        </p:txBody>
      </p:sp>
      <p:sp>
        <p:nvSpPr>
          <p:cNvPr id="6" name="Fußzeilenplatzhalter 5"/>
          <p:cNvSpPr>
            <a:spLocks noGrp="1"/>
          </p:cNvSpPr>
          <p:nvPr>
            <p:ph type="ftr" sz="quarter" idx="4"/>
            <p:custDataLst>
              <p:tags r:id="rId6"/>
            </p:custDataLst>
          </p:nvPr>
        </p:nvSpPr>
        <p:spPr>
          <a:xfrm>
            <a:off x="0" y="8685213"/>
            <a:ext cx="2971800" cy="458787"/>
          </a:xfrm>
          <a:prstGeom prst="rect">
            <a:avLst/>
          </a:prstGeom>
        </p:spPr>
        <p:txBody>
          <a:bodyPr vert="horz" lIns="91440" tIns="45720" rIns="91440" bIns="45720" rtlCol="0" anchor="b"/>
          <a:lstStyle>
            <a:lvl1pPr algn="l">
              <a:defRPr lang="de-AT" dirty="0">
                <a:latin typeface="Arial" panose="020B0604020202020204" pitchFamily="34" charset="0"/>
              </a:defRPr>
            </a:lvl1pPr>
          </a:lstStyle>
          <a:p>
            <a:endParaRPr lang="de-AT" dirty="0"/>
          </a:p>
        </p:txBody>
      </p:sp>
      <p:sp>
        <p:nvSpPr>
          <p:cNvPr id="7" name="Foliennummernplatzhalter 6"/>
          <p:cNvSpPr>
            <a:spLocks noGrp="1"/>
          </p:cNvSpPr>
          <p:nvPr>
            <p:ph type="sldNum" sz="quarter" idx="5"/>
            <p:custDataLst>
              <p:tags r:id="rId7"/>
            </p:custDataLst>
          </p:nvPr>
        </p:nvSpPr>
        <p:spPr>
          <a:xfrm>
            <a:off x="3884613" y="8685213"/>
            <a:ext cx="2971800" cy="458787"/>
          </a:xfrm>
          <a:prstGeom prst="rect">
            <a:avLst/>
          </a:prstGeom>
        </p:spPr>
        <p:txBody>
          <a:bodyPr vert="horz" lIns="91440" tIns="45720" rIns="91440" bIns="45720" rtlCol="0" anchor="b"/>
          <a:lstStyle>
            <a:lvl1pPr algn="r">
              <a:defRPr sz="1200">
                <a:latin typeface="Arial" panose="020B0604020202020204" pitchFamily="34" charset="0"/>
              </a:defRPr>
            </a:lvl1pPr>
          </a:lstStyle>
          <a:p>
            <a:fld id="{DD8BEB3B-C5EA-45F3-97F0-E17E2A187F46}" type="slidenum">
              <a:rPr lang="de-AT" smtClean="0"/>
              <a:pPr/>
              <a:t>‹#›</a:t>
            </a:fld>
            <a:endParaRPr lang="de-AT" dirty="0"/>
          </a:p>
        </p:txBody>
      </p:sp>
    </p:spTree>
    <p:extLst>
      <p:ext uri="{BB962C8B-B14F-4D97-AF65-F5344CB8AC3E}">
        <p14:creationId xmlns:p14="http://schemas.microsoft.com/office/powerpoint/2010/main" val="49051995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Arial" panose="020B0604020202020204" pitchFamily="34" charset="0"/>
        <a:ea typeface="+mn-ea"/>
        <a:cs typeface="+mn-cs"/>
      </a:defRPr>
    </a:lvl1pPr>
    <a:lvl2pPr marL="457200" algn="l" defTabSz="914400" rtl="0" eaLnBrk="1" latinLnBrk="0" hangingPunct="1">
      <a:defRPr sz="1200" kern="1200">
        <a:solidFill>
          <a:schemeClr val="tx1"/>
        </a:solidFill>
        <a:latin typeface="Arial" panose="020B0604020202020204" pitchFamily="34" charset="0"/>
        <a:ea typeface="+mn-ea"/>
        <a:cs typeface="+mn-cs"/>
      </a:defRPr>
    </a:lvl2pPr>
    <a:lvl3pPr marL="914400" algn="l" defTabSz="914400" rtl="0" eaLnBrk="1" latinLnBrk="0" hangingPunct="1">
      <a:defRPr sz="1200" kern="1200">
        <a:solidFill>
          <a:schemeClr val="tx1"/>
        </a:solidFill>
        <a:latin typeface="Arial" panose="020B0604020202020204" pitchFamily="34" charset="0"/>
        <a:ea typeface="+mn-ea"/>
        <a:cs typeface="+mn-cs"/>
      </a:defRPr>
    </a:lvl3pPr>
    <a:lvl4pPr marL="1371600" algn="l" defTabSz="914400" rtl="0" eaLnBrk="1" latinLnBrk="0" hangingPunct="1">
      <a:defRPr sz="1200" kern="1200">
        <a:solidFill>
          <a:schemeClr val="tx1"/>
        </a:solidFill>
        <a:latin typeface="Arial" panose="020B0604020202020204" pitchFamily="34" charset="0"/>
        <a:ea typeface="+mn-ea"/>
        <a:cs typeface="+mn-cs"/>
      </a:defRPr>
    </a:lvl4pPr>
    <a:lvl5pPr marL="1828800" algn="l" defTabSz="914400" rtl="0" eaLnBrk="1" latinLnBrk="0" hangingPunct="1">
      <a:defRPr sz="1200" kern="1200">
        <a:solidFill>
          <a:schemeClr val="tx1"/>
        </a:solidFill>
        <a:latin typeface="Arial" panose="020B0604020202020204"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3" Type="http://schemas.openxmlformats.org/officeDocument/2006/relationships/tags" Target="../tags/tag183.xml"/><Relationship Id="rId2" Type="http://schemas.openxmlformats.org/officeDocument/2006/relationships/tags" Target="../tags/tag182.xml"/><Relationship Id="rId1" Type="http://schemas.openxmlformats.org/officeDocument/2006/relationships/tags" Target="../tags/tag181.xml"/><Relationship Id="rId5" Type="http://schemas.openxmlformats.org/officeDocument/2006/relationships/slide" Target="../slides/slide1.xml"/><Relationship Id="rId4"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3" Type="http://schemas.openxmlformats.org/officeDocument/2006/relationships/tags" Target="../tags/tag188.xml"/><Relationship Id="rId2" Type="http://schemas.openxmlformats.org/officeDocument/2006/relationships/tags" Target="../tags/tag187.xml"/><Relationship Id="rId1" Type="http://schemas.openxmlformats.org/officeDocument/2006/relationships/tags" Target="../tags/tag186.xml"/><Relationship Id="rId5" Type="http://schemas.openxmlformats.org/officeDocument/2006/relationships/slide" Target="../slides/slide2.xml"/><Relationship Id="rId4"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3" Type="http://schemas.openxmlformats.org/officeDocument/2006/relationships/tags" Target="../tags/tag194.xml"/><Relationship Id="rId2" Type="http://schemas.openxmlformats.org/officeDocument/2006/relationships/tags" Target="../tags/tag193.xml"/><Relationship Id="rId1" Type="http://schemas.openxmlformats.org/officeDocument/2006/relationships/tags" Target="../tags/tag192.xml"/><Relationship Id="rId5" Type="http://schemas.openxmlformats.org/officeDocument/2006/relationships/slide" Target="../slides/slide3.xml"/><Relationship Id="rId4"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3" Type="http://schemas.openxmlformats.org/officeDocument/2006/relationships/tags" Target="../tags/tag200.xml"/><Relationship Id="rId2" Type="http://schemas.openxmlformats.org/officeDocument/2006/relationships/tags" Target="../tags/tag199.xml"/><Relationship Id="rId1" Type="http://schemas.openxmlformats.org/officeDocument/2006/relationships/tags" Target="../tags/tag198.xml"/><Relationship Id="rId5" Type="http://schemas.openxmlformats.org/officeDocument/2006/relationships/slide" Target="../slides/slide4.xml"/><Relationship Id="rId4"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3" Type="http://schemas.openxmlformats.org/officeDocument/2006/relationships/tags" Target="../tags/tag206.xml"/><Relationship Id="rId2" Type="http://schemas.openxmlformats.org/officeDocument/2006/relationships/tags" Target="../tags/tag205.xml"/><Relationship Id="rId1" Type="http://schemas.openxmlformats.org/officeDocument/2006/relationships/tags" Target="../tags/tag204.xml"/><Relationship Id="rId5" Type="http://schemas.openxmlformats.org/officeDocument/2006/relationships/slide" Target="../slides/slide5.xml"/><Relationship Id="rId4"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3" Type="http://schemas.openxmlformats.org/officeDocument/2006/relationships/tags" Target="../tags/tag212.xml"/><Relationship Id="rId2" Type="http://schemas.openxmlformats.org/officeDocument/2006/relationships/tags" Target="../tags/tag211.xml"/><Relationship Id="rId1" Type="http://schemas.openxmlformats.org/officeDocument/2006/relationships/tags" Target="../tags/tag210.xml"/><Relationship Id="rId5" Type="http://schemas.openxmlformats.org/officeDocument/2006/relationships/slide" Target="../slides/slide6.xml"/><Relationship Id="rId4"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3" Type="http://schemas.openxmlformats.org/officeDocument/2006/relationships/tags" Target="../tags/tag218.xml"/><Relationship Id="rId2" Type="http://schemas.openxmlformats.org/officeDocument/2006/relationships/tags" Target="../tags/tag217.xml"/><Relationship Id="rId1" Type="http://schemas.openxmlformats.org/officeDocument/2006/relationships/tags" Target="../tags/tag216.xml"/><Relationship Id="rId5" Type="http://schemas.openxmlformats.org/officeDocument/2006/relationships/slide" Target="../slides/slide7.xml"/><Relationship Id="rId4"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3" Type="http://schemas.openxmlformats.org/officeDocument/2006/relationships/tags" Target="../tags/tag224.xml"/><Relationship Id="rId2" Type="http://schemas.openxmlformats.org/officeDocument/2006/relationships/tags" Target="../tags/tag223.xml"/><Relationship Id="rId1" Type="http://schemas.openxmlformats.org/officeDocument/2006/relationships/tags" Target="../tags/tag222.xml"/><Relationship Id="rId5" Type="http://schemas.openxmlformats.org/officeDocument/2006/relationships/slide" Target="../slides/slide8.xml"/><Relationship Id="rId4"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3" Type="http://schemas.openxmlformats.org/officeDocument/2006/relationships/tags" Target="../tags/tag230.xml"/><Relationship Id="rId2" Type="http://schemas.openxmlformats.org/officeDocument/2006/relationships/tags" Target="../tags/tag229.xml"/><Relationship Id="rId1" Type="http://schemas.openxmlformats.org/officeDocument/2006/relationships/tags" Target="../tags/tag228.xml"/><Relationship Id="rId5" Type="http://schemas.openxmlformats.org/officeDocument/2006/relationships/slide" Target="../slides/slide9.xml"/><Relationship Id="rId4"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3" Type="http://schemas.openxmlformats.org/officeDocument/2006/relationships/tags" Target="../tags/tag236.xml"/><Relationship Id="rId2" Type="http://schemas.openxmlformats.org/officeDocument/2006/relationships/tags" Target="../tags/tag235.xml"/><Relationship Id="rId1" Type="http://schemas.openxmlformats.org/officeDocument/2006/relationships/tags" Target="../tags/tag234.xml"/><Relationship Id="rId5" Type="http://schemas.openxmlformats.org/officeDocument/2006/relationships/slide" Target="../slides/slide10.xml"/><Relationship Id="rId4"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3" Type="http://schemas.openxmlformats.org/officeDocument/2006/relationships/tags" Target="../tags/tag242.xml"/><Relationship Id="rId2" Type="http://schemas.openxmlformats.org/officeDocument/2006/relationships/tags" Target="../tags/tag241.xml"/><Relationship Id="rId1" Type="http://schemas.openxmlformats.org/officeDocument/2006/relationships/tags" Target="../tags/tag240.xml"/><Relationship Id="rId5" Type="http://schemas.openxmlformats.org/officeDocument/2006/relationships/slide" Target="../slides/slide11.xml"/><Relationship Id="rId4"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3" Type="http://schemas.openxmlformats.org/officeDocument/2006/relationships/tags" Target="../tags/tag248.xml"/><Relationship Id="rId2" Type="http://schemas.openxmlformats.org/officeDocument/2006/relationships/tags" Target="../tags/tag247.xml"/><Relationship Id="rId1" Type="http://schemas.openxmlformats.org/officeDocument/2006/relationships/tags" Target="../tags/tag246.xml"/><Relationship Id="rId5" Type="http://schemas.openxmlformats.org/officeDocument/2006/relationships/slide" Target="../slides/slide12.xml"/><Relationship Id="rId4"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3" Type="http://schemas.openxmlformats.org/officeDocument/2006/relationships/tags" Target="../tags/tag254.xml"/><Relationship Id="rId2" Type="http://schemas.openxmlformats.org/officeDocument/2006/relationships/tags" Target="../tags/tag253.xml"/><Relationship Id="rId1" Type="http://schemas.openxmlformats.org/officeDocument/2006/relationships/tags" Target="../tags/tag252.xml"/><Relationship Id="rId5" Type="http://schemas.openxmlformats.org/officeDocument/2006/relationships/slide" Target="../slides/slide13.xml"/><Relationship Id="rId4"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3" Type="http://schemas.openxmlformats.org/officeDocument/2006/relationships/tags" Target="../tags/tag260.xml"/><Relationship Id="rId2" Type="http://schemas.openxmlformats.org/officeDocument/2006/relationships/tags" Target="../tags/tag259.xml"/><Relationship Id="rId1" Type="http://schemas.openxmlformats.org/officeDocument/2006/relationships/tags" Target="../tags/tag258.xml"/><Relationship Id="rId5" Type="http://schemas.openxmlformats.org/officeDocument/2006/relationships/slide" Target="../slides/slide14.xml"/><Relationship Id="rId4"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3" Type="http://schemas.openxmlformats.org/officeDocument/2006/relationships/tags" Target="../tags/tag266.xml"/><Relationship Id="rId2" Type="http://schemas.openxmlformats.org/officeDocument/2006/relationships/tags" Target="../tags/tag265.xml"/><Relationship Id="rId1" Type="http://schemas.openxmlformats.org/officeDocument/2006/relationships/tags" Target="../tags/tag264.xml"/><Relationship Id="rId5" Type="http://schemas.openxmlformats.org/officeDocument/2006/relationships/slide" Target="../slides/slide15.xml"/><Relationship Id="rId4"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3" Type="http://schemas.openxmlformats.org/officeDocument/2006/relationships/tags" Target="../tags/tag272.xml"/><Relationship Id="rId2" Type="http://schemas.openxmlformats.org/officeDocument/2006/relationships/tags" Target="../tags/tag271.xml"/><Relationship Id="rId1" Type="http://schemas.openxmlformats.org/officeDocument/2006/relationships/tags" Target="../tags/tag270.xml"/><Relationship Id="rId5" Type="http://schemas.openxmlformats.org/officeDocument/2006/relationships/slide" Target="../slides/slide16.xml"/><Relationship Id="rId4"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3" Type="http://schemas.openxmlformats.org/officeDocument/2006/relationships/tags" Target="../tags/tag278.xml"/><Relationship Id="rId2" Type="http://schemas.openxmlformats.org/officeDocument/2006/relationships/tags" Target="../tags/tag277.xml"/><Relationship Id="rId1" Type="http://schemas.openxmlformats.org/officeDocument/2006/relationships/tags" Target="../tags/tag276.xml"/><Relationship Id="rId5" Type="http://schemas.openxmlformats.org/officeDocument/2006/relationships/slide" Target="../slides/slide17.xml"/><Relationship Id="rId4"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3" Type="http://schemas.openxmlformats.org/officeDocument/2006/relationships/tags" Target="../tags/tag284.xml"/><Relationship Id="rId2" Type="http://schemas.openxmlformats.org/officeDocument/2006/relationships/tags" Target="../tags/tag283.xml"/><Relationship Id="rId1" Type="http://schemas.openxmlformats.org/officeDocument/2006/relationships/tags" Target="../tags/tag282.xml"/><Relationship Id="rId5" Type="http://schemas.openxmlformats.org/officeDocument/2006/relationships/slide" Target="../slides/slide18.xml"/><Relationship Id="rId4"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3" Type="http://schemas.openxmlformats.org/officeDocument/2006/relationships/tags" Target="../tags/tag290.xml"/><Relationship Id="rId2" Type="http://schemas.openxmlformats.org/officeDocument/2006/relationships/tags" Target="../tags/tag289.xml"/><Relationship Id="rId1" Type="http://schemas.openxmlformats.org/officeDocument/2006/relationships/tags" Target="../tags/tag288.xml"/><Relationship Id="rId5" Type="http://schemas.openxmlformats.org/officeDocument/2006/relationships/slide" Target="../slides/slide19.xml"/><Relationship Id="rId4"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3" Type="http://schemas.openxmlformats.org/officeDocument/2006/relationships/tags" Target="../tags/tag296.xml"/><Relationship Id="rId2" Type="http://schemas.openxmlformats.org/officeDocument/2006/relationships/tags" Target="../tags/tag295.xml"/><Relationship Id="rId1" Type="http://schemas.openxmlformats.org/officeDocument/2006/relationships/tags" Target="../tags/tag294.xml"/><Relationship Id="rId5" Type="http://schemas.openxmlformats.org/officeDocument/2006/relationships/slide" Target="../slides/slide20.xml"/><Relationship Id="rId4"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3" Type="http://schemas.openxmlformats.org/officeDocument/2006/relationships/tags" Target="../tags/tag302.xml"/><Relationship Id="rId2" Type="http://schemas.openxmlformats.org/officeDocument/2006/relationships/tags" Target="../tags/tag301.xml"/><Relationship Id="rId1" Type="http://schemas.openxmlformats.org/officeDocument/2006/relationships/tags" Target="../tags/tag300.xml"/><Relationship Id="rId5" Type="http://schemas.openxmlformats.org/officeDocument/2006/relationships/slide" Target="../slides/slide21.xml"/><Relationship Id="rId4"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3" Type="http://schemas.openxmlformats.org/officeDocument/2006/relationships/tags" Target="../tags/tag308.xml"/><Relationship Id="rId2" Type="http://schemas.openxmlformats.org/officeDocument/2006/relationships/tags" Target="../tags/tag307.xml"/><Relationship Id="rId1" Type="http://schemas.openxmlformats.org/officeDocument/2006/relationships/tags" Target="../tags/tag306.xml"/><Relationship Id="rId5" Type="http://schemas.openxmlformats.org/officeDocument/2006/relationships/slide" Target="../slides/slide22.xml"/><Relationship Id="rId4"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3" Type="http://schemas.openxmlformats.org/officeDocument/2006/relationships/tags" Target="../tags/tag314.xml"/><Relationship Id="rId2" Type="http://schemas.openxmlformats.org/officeDocument/2006/relationships/tags" Target="../tags/tag313.xml"/><Relationship Id="rId1" Type="http://schemas.openxmlformats.org/officeDocument/2006/relationships/tags" Target="../tags/tag312.xml"/><Relationship Id="rId5" Type="http://schemas.openxmlformats.org/officeDocument/2006/relationships/slide" Target="../slides/slide23.xml"/><Relationship Id="rId4"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custDataLst>
              <p:tags r:id="rId1"/>
            </p:custDataLst>
          </p:nvPr>
        </p:nvSpPr>
        <p:spPr/>
        <p:txBody>
          <a:bodyPr/>
          <a:lstStyle/>
          <a:p>
            <a:endParaRPr lang="en-US"/>
          </a:p>
        </p:txBody>
      </p:sp>
      <p:sp>
        <p:nvSpPr>
          <p:cNvPr id="3" name="Notizenplatzhalter 2"/>
          <p:cNvSpPr>
            <a:spLocks noGrp="1"/>
          </p:cNvSpPr>
          <p:nvPr>
            <p:ph type="body" idx="1"/>
            <p:custDataLst>
              <p:tags r:id="rId2"/>
            </p:custDataLst>
          </p:nvPr>
        </p:nvSpPr>
        <p:spPr/>
        <p:txBody>
          <a:bodyPr/>
          <a:lstStyle/>
          <a:p>
            <a:endParaRPr lang="de-AT" dirty="0"/>
          </a:p>
        </p:txBody>
      </p:sp>
      <p:sp>
        <p:nvSpPr>
          <p:cNvPr id="4" name="Foliennummernplatzhalter 3"/>
          <p:cNvSpPr>
            <a:spLocks noGrp="1"/>
          </p:cNvSpPr>
          <p:nvPr>
            <p:ph type="sldNum" sz="quarter" idx="5"/>
            <p:custDataLst>
              <p:tags r:id="rId3"/>
            </p:custDataLst>
          </p:nvPr>
        </p:nvSpPr>
        <p:spPr/>
        <p:txBody>
          <a:bodyPr/>
          <a:lstStyle/>
          <a:p>
            <a:fld id="{DD8BEB3B-C5EA-45F3-97F0-E17E2A187F46}" type="slidenum">
              <a:rPr lang="de-AT" smtClean="0"/>
              <a:t>1</a:t>
            </a:fld>
            <a:endParaRPr lang="de-AT" dirty="0"/>
          </a:p>
        </p:txBody>
      </p:sp>
    </p:spTree>
    <p:extLst>
      <p:ext uri="{BB962C8B-B14F-4D97-AF65-F5344CB8AC3E}">
        <p14:creationId xmlns:p14="http://schemas.microsoft.com/office/powerpoint/2010/main" val="190641007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custDataLst>
              <p:tags r:id="rId1"/>
            </p:custDataLst>
          </p:nvPr>
        </p:nvSpPr>
        <p:spPr/>
        <p:txBody>
          <a:bodyPr/>
          <a:lstStyle/>
          <a:p>
            <a:endParaRPr lang="en-US"/>
          </a:p>
        </p:txBody>
      </p:sp>
      <p:sp>
        <p:nvSpPr>
          <p:cNvPr id="3" name="Notizenplatzhalter 2"/>
          <p:cNvSpPr>
            <a:spLocks noGrp="1"/>
          </p:cNvSpPr>
          <p:nvPr>
            <p:ph type="body" idx="1"/>
            <p:custDataLst>
              <p:tags r:id="rId2"/>
            </p:custDataLst>
          </p:nvPr>
        </p:nvSpPr>
        <p:spPr/>
        <p:txBody>
          <a:bodyPr/>
          <a:lstStyle/>
          <a:p>
            <a:endParaRPr lang="de-AT" dirty="0"/>
          </a:p>
        </p:txBody>
      </p:sp>
      <p:sp>
        <p:nvSpPr>
          <p:cNvPr id="4" name="Foliennummernplatzhalter 3"/>
          <p:cNvSpPr>
            <a:spLocks noGrp="1"/>
          </p:cNvSpPr>
          <p:nvPr>
            <p:ph type="sldNum" sz="quarter" idx="5"/>
            <p:custDataLst>
              <p:tags r:id="rId3"/>
            </p:custDataLst>
          </p:nvPr>
        </p:nvSpPr>
        <p:spPr/>
        <p:txBody>
          <a:bodyPr/>
          <a:lstStyle/>
          <a:p>
            <a:fld id="{DD8BEB3B-C5EA-45F3-97F0-E17E2A187F46}" type="slidenum">
              <a:rPr lang="de-AT" smtClean="0"/>
              <a:t>2</a:t>
            </a:fld>
            <a:endParaRPr lang="de-AT" dirty="0"/>
          </a:p>
        </p:txBody>
      </p:sp>
    </p:spTree>
    <p:extLst>
      <p:ext uri="{BB962C8B-B14F-4D97-AF65-F5344CB8AC3E}">
        <p14:creationId xmlns:p14="http://schemas.microsoft.com/office/powerpoint/2010/main" val="252298158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custDataLst>
              <p:tags r:id="rId1"/>
            </p:custDataLst>
          </p:nvPr>
        </p:nvSpPr>
        <p:spPr/>
        <p:txBody>
          <a:bodyPr/>
          <a:lstStyle/>
          <a:p>
            <a:endParaRPr lang="en-US"/>
          </a:p>
        </p:txBody>
      </p:sp>
      <p:sp>
        <p:nvSpPr>
          <p:cNvPr id="3" name="Notizenplatzhalter 2"/>
          <p:cNvSpPr>
            <a:spLocks noGrp="1"/>
          </p:cNvSpPr>
          <p:nvPr>
            <p:ph type="body" idx="1"/>
            <p:custDataLst>
              <p:tags r:id="rId2"/>
            </p:custDataLst>
          </p:nvPr>
        </p:nvSpPr>
        <p:spPr/>
        <p:txBody>
          <a:bodyPr/>
          <a:lstStyle/>
          <a:p>
            <a:r>
              <a:rPr lang="en-US" sz="1200" b="0" i="0" u="none" strike="noStrike" kern="1200" baseline="0" dirty="0">
                <a:solidFill>
                  <a:schemeClr val="tx1"/>
                </a:solidFill>
                <a:latin typeface="Arial" panose="020B0604020202020204" pitchFamily="34" charset="0"/>
                <a:ea typeface="+mn-ea"/>
                <a:cs typeface="+mn-cs"/>
              </a:rPr>
              <a:t>“Today we are presenting our work on </a:t>
            </a:r>
            <a:r>
              <a:rPr lang="en-US" sz="1200" b="1" i="0" u="none" strike="noStrike" kern="1200" baseline="0" dirty="0">
                <a:solidFill>
                  <a:schemeClr val="tx1"/>
                </a:solidFill>
                <a:latin typeface="Arial" panose="020B0604020202020204" pitchFamily="34" charset="0"/>
                <a:ea typeface="+mn-ea"/>
                <a:cs typeface="+mn-cs"/>
              </a:rPr>
              <a:t>multilingual sentence-level language identification </a:t>
            </a:r>
            <a:r>
              <a:rPr lang="en-US" sz="1200" b="0" i="0" u="none" strike="noStrike" kern="1200" baseline="0" dirty="0">
                <a:solidFill>
                  <a:schemeClr val="tx1"/>
                </a:solidFill>
                <a:latin typeface="Arial" panose="020B0604020202020204" pitchFamily="34" charset="0"/>
                <a:ea typeface="+mn-ea"/>
                <a:cs typeface="+mn-cs"/>
              </a:rPr>
              <a:t>across 10 languages spanning both Latin and Cyrillic scripts.” </a:t>
            </a:r>
          </a:p>
          <a:p>
            <a:endParaRPr lang="en-US" sz="1200" b="0" i="0" u="none" strike="noStrike" kern="1200" baseline="0" dirty="0">
              <a:solidFill>
                <a:schemeClr val="tx1"/>
              </a:solidFill>
              <a:latin typeface="Arial" panose="020B0604020202020204" pitchFamily="34" charset="0"/>
              <a:ea typeface="+mn-ea"/>
              <a:cs typeface="+mn-cs"/>
            </a:endParaRPr>
          </a:p>
          <a:p>
            <a:pPr marL="171450" indent="-171450">
              <a:buFontTx/>
              <a:buChar char="-"/>
            </a:pPr>
            <a:r>
              <a:rPr lang="en-US" sz="1200" b="0" i="0" u="none" strike="noStrike" kern="1200" baseline="0" dirty="0">
                <a:solidFill>
                  <a:schemeClr val="tx1"/>
                </a:solidFill>
                <a:latin typeface="Arial" panose="020B0604020202020204" pitchFamily="34" charset="0"/>
                <a:ea typeface="+mn-ea"/>
                <a:cs typeface="+mn-cs"/>
              </a:rPr>
              <a:t>Emphasize the scope: We built and evaluated systems to automatically detect which language a sentence is written in, moving beyond traditional single-script approaches. </a:t>
            </a:r>
          </a:p>
          <a:p>
            <a:pPr marL="171450" indent="-171450">
              <a:buFontTx/>
              <a:buChar char="-"/>
            </a:pPr>
            <a:r>
              <a:rPr lang="en-US" sz="1200" b="0" i="0" u="none" strike="noStrike" kern="1200" baseline="0" dirty="0">
                <a:solidFill>
                  <a:schemeClr val="tx1"/>
                </a:solidFill>
                <a:latin typeface="Arial" panose="020B0604020202020204" pitchFamily="34" charset="0"/>
                <a:ea typeface="+mn-ea"/>
                <a:cs typeface="+mn-cs"/>
              </a:rPr>
              <a:t>Highlight the languages: German, English, French, Swedish, Latvian, Swahili, Wolof, Yoruba, Kazakh, and Urdu. These represent both high-resource and low-resource languages and mix two scripts entirely. </a:t>
            </a:r>
          </a:p>
          <a:p>
            <a:pPr marL="171450" indent="-171450">
              <a:buFontTx/>
              <a:buChar char="-"/>
            </a:pPr>
            <a:r>
              <a:rPr lang="en-US" sz="1200" b="0" i="0" u="none" strike="noStrike" kern="1200" baseline="0" dirty="0">
                <a:solidFill>
                  <a:schemeClr val="tx1"/>
                </a:solidFill>
                <a:latin typeface="Arial" panose="020B0604020202020204" pitchFamily="34" charset="0"/>
                <a:ea typeface="+mn-ea"/>
                <a:cs typeface="+mn-cs"/>
              </a:rPr>
              <a:t>Frame the challenge: “Language identification sounds simple—just look at the letters, right? But when you have overlapping orthographies (like English and Yoruba), transliterated text, and domain shift to social media, it becomes a real problem.”</a:t>
            </a:r>
          </a:p>
          <a:p>
            <a:pPr marL="0" indent="0">
              <a:buFontTx/>
              <a:buNone/>
            </a:pPr>
            <a:endParaRPr lang="en-US" sz="1200" b="0" i="0" u="none" strike="noStrike" kern="1200" baseline="0" dirty="0">
              <a:solidFill>
                <a:schemeClr val="tx1"/>
              </a:solidFill>
              <a:effectLst/>
              <a:latin typeface="Arial" panose="020B0604020202020204" pitchFamily="34" charset="0"/>
              <a:ea typeface="+mn-ea"/>
              <a:cs typeface="+mn-cs"/>
            </a:endParaRPr>
          </a:p>
          <a:p>
            <a:pPr marL="0" indent="0">
              <a:buFontTx/>
              <a:buNone/>
            </a:pPr>
            <a:r>
              <a:rPr lang="en-US" sz="1200" b="0" i="0" u="sng" strike="noStrike" kern="1200" baseline="0" dirty="0">
                <a:solidFill>
                  <a:schemeClr val="tx1"/>
                </a:solidFill>
                <a:effectLst/>
                <a:latin typeface="Arial" panose="020B0604020202020204" pitchFamily="34" charset="0"/>
                <a:ea typeface="+mn-ea"/>
                <a:cs typeface="+mn-cs"/>
              </a:rPr>
              <a:t>Internal explanation</a:t>
            </a:r>
            <a:r>
              <a:rPr lang="en-US" sz="1200" b="0" i="0" u="none" strike="noStrike" kern="1200" baseline="0" dirty="0">
                <a:solidFill>
                  <a:schemeClr val="tx1"/>
                </a:solidFill>
                <a:effectLst/>
                <a:latin typeface="Arial" panose="020B0604020202020204" pitchFamily="34" charset="0"/>
                <a:ea typeface="+mn-ea"/>
                <a:cs typeface="+mn-cs"/>
              </a:rPr>
              <a:t>:</a:t>
            </a:r>
          </a:p>
          <a:p>
            <a:r>
              <a:rPr lang="en-US" sz="1200" b="1" i="0" kern="1200" dirty="0">
                <a:solidFill>
                  <a:schemeClr val="tx1"/>
                </a:solidFill>
                <a:effectLst/>
                <a:latin typeface="Arial" panose="020B0604020202020204" pitchFamily="34" charset="0"/>
                <a:ea typeface="+mn-ea"/>
                <a:cs typeface="+mn-cs"/>
              </a:rPr>
              <a:t>Held-Out</a:t>
            </a:r>
          </a:p>
          <a:p>
            <a:r>
              <a:rPr lang="en-US" sz="1200" b="1" i="0" kern="1200" dirty="0">
                <a:solidFill>
                  <a:schemeClr val="tx1"/>
                </a:solidFill>
                <a:effectLst/>
                <a:latin typeface="Arial" panose="020B0604020202020204" pitchFamily="34" charset="0"/>
                <a:ea typeface="+mn-ea"/>
                <a:cs typeface="+mn-cs"/>
              </a:rPr>
              <a:t>Held-out</a:t>
            </a:r>
            <a:r>
              <a:rPr lang="en-US" sz="1200" b="0" i="0" kern="1200" dirty="0">
                <a:solidFill>
                  <a:schemeClr val="tx1"/>
                </a:solidFill>
                <a:effectLst/>
                <a:latin typeface="Arial" panose="020B0604020202020204" pitchFamily="34" charset="0"/>
                <a:ea typeface="+mn-ea"/>
                <a:cs typeface="+mn-cs"/>
              </a:rPr>
              <a:t> refers to a subset of data that is intentionally separated from the training data and reserved exclusively for testing and evaluating model performance. In our example, 4,000 Wikipedia sentences were "held out" from the training set.</a:t>
            </a:r>
          </a:p>
          <a:p>
            <a:endParaRPr lang="en-US" sz="1200" b="0" i="0" kern="1200" dirty="0">
              <a:solidFill>
                <a:schemeClr val="tx1"/>
              </a:solidFill>
              <a:effectLst/>
              <a:latin typeface="Arial" panose="020B0604020202020204" pitchFamily="34" charset="0"/>
              <a:ea typeface="+mn-ea"/>
              <a:cs typeface="+mn-cs"/>
            </a:endParaRPr>
          </a:p>
          <a:p>
            <a:r>
              <a:rPr lang="en-US" sz="1200" b="1" i="0" kern="1200" dirty="0">
                <a:solidFill>
                  <a:schemeClr val="tx1"/>
                </a:solidFill>
                <a:effectLst/>
                <a:latin typeface="Arial" panose="020B0604020202020204" pitchFamily="34" charset="0"/>
                <a:ea typeface="+mn-ea"/>
                <a:cs typeface="+mn-cs"/>
              </a:rPr>
              <a:t>Why this matters</a:t>
            </a:r>
            <a:r>
              <a:rPr lang="en-US" sz="1200" b="0" i="0" kern="1200" dirty="0">
                <a:solidFill>
                  <a:schemeClr val="tx1"/>
                </a:solidFill>
                <a:effectLst/>
                <a:latin typeface="Arial" panose="020B0604020202020204" pitchFamily="34" charset="0"/>
                <a:ea typeface="+mn-ea"/>
                <a:cs typeface="+mn-cs"/>
              </a:rPr>
              <a:t>: Held-out test sets provide an unbiased estimate of how well a model generalizes to unseen data. If we evaluate a model only on the data it was trained on, we get inflated performance metrics that do not reflect real-world performance. By withholding a portion of data during training, we ensured our evaluation reflects the model's ability to handle new, previously unseen examples.</a:t>
            </a:r>
          </a:p>
          <a:p>
            <a:pPr marL="0" indent="0">
              <a:buFontTx/>
              <a:buNone/>
            </a:pPr>
            <a:endParaRPr lang="en-US" dirty="0">
              <a:effectLst/>
              <a:latin typeface="fkGroteskNeue"/>
            </a:endParaRPr>
          </a:p>
        </p:txBody>
      </p:sp>
      <p:sp>
        <p:nvSpPr>
          <p:cNvPr id="4" name="Foliennummernplatzhalter 3"/>
          <p:cNvSpPr>
            <a:spLocks noGrp="1"/>
          </p:cNvSpPr>
          <p:nvPr>
            <p:ph type="sldNum" sz="quarter" idx="5"/>
            <p:custDataLst>
              <p:tags r:id="rId3"/>
            </p:custDataLst>
          </p:nvPr>
        </p:nvSpPr>
        <p:spPr/>
        <p:txBody>
          <a:bodyPr/>
          <a:lstStyle/>
          <a:p>
            <a:fld id="{DD8BEB3B-C5EA-45F3-97F0-E17E2A187F46}" type="slidenum">
              <a:rPr lang="de-AT" smtClean="0"/>
              <a:t>3</a:t>
            </a:fld>
            <a:endParaRPr lang="de-AT" dirty="0"/>
          </a:p>
        </p:txBody>
      </p:sp>
    </p:spTree>
    <p:extLst>
      <p:ext uri="{BB962C8B-B14F-4D97-AF65-F5344CB8AC3E}">
        <p14:creationId xmlns:p14="http://schemas.microsoft.com/office/powerpoint/2010/main" val="53133327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8166CA-5966-67E0-2326-6C0D312C1EB5}"/>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23DFA3EC-CE1B-EDAC-5845-B661E5F553D3}"/>
              </a:ext>
            </a:extLst>
          </p:cNvPr>
          <p:cNvSpPr>
            <a:spLocks noGrp="1" noRot="1" noChangeAspect="1"/>
          </p:cNvSpPr>
          <p:nvPr>
            <p:ph type="sldImg"/>
            <p:custDataLst>
              <p:tags r:id="rId1"/>
            </p:custDataLst>
          </p:nvPr>
        </p:nvSpPr>
        <p:spPr/>
        <p:txBody>
          <a:bodyPr/>
          <a:lstStyle/>
          <a:p>
            <a:endParaRPr lang="en-US"/>
          </a:p>
        </p:txBody>
      </p:sp>
      <p:sp>
        <p:nvSpPr>
          <p:cNvPr id="3" name="Notizenplatzhalter 2">
            <a:extLst>
              <a:ext uri="{FF2B5EF4-FFF2-40B4-BE49-F238E27FC236}">
                <a16:creationId xmlns:a16="http://schemas.microsoft.com/office/drawing/2014/main" id="{54B66C3B-ADD7-5A27-BE41-16C4DD8395A5}"/>
              </a:ext>
            </a:extLst>
          </p:cNvPr>
          <p:cNvSpPr>
            <a:spLocks noGrp="1"/>
          </p:cNvSpPr>
          <p:nvPr>
            <p:ph type="body" idx="1"/>
            <p:custDataLst>
              <p:tags r:id="rId2"/>
            </p:custDataLst>
          </p:nvPr>
        </p:nvSpPr>
        <p:spPr/>
        <p:txBody>
          <a:bodyPr/>
          <a:lstStyle/>
          <a:p>
            <a:r>
              <a:rPr lang="en-US" sz="1200" b="1" i="0" u="none" strike="noStrike" kern="1200" baseline="0" dirty="0">
                <a:solidFill>
                  <a:schemeClr val="tx1"/>
                </a:solidFill>
                <a:latin typeface="Arial" panose="020B0604020202020204" pitchFamily="34" charset="0"/>
                <a:ea typeface="+mn-ea"/>
                <a:cs typeface="+mn-cs"/>
              </a:rPr>
              <a:t>Rule-based heuristics: </a:t>
            </a:r>
          </a:p>
          <a:p>
            <a:pPr marL="171450" indent="-171450">
              <a:buFontTx/>
              <a:buChar char="-"/>
            </a:pPr>
            <a:r>
              <a:rPr lang="en-US" sz="1200" b="0" i="0" u="none" strike="noStrike" kern="1200" baseline="0" dirty="0">
                <a:solidFill>
                  <a:schemeClr val="tx1"/>
                </a:solidFill>
                <a:latin typeface="Arial" panose="020B0604020202020204" pitchFamily="34" charset="0"/>
                <a:ea typeface="+mn-ea"/>
                <a:cs typeface="+mn-cs"/>
              </a:rPr>
              <a:t>“The simplest approach: we use linguistic intuition to write rules. For example, if a word contains the character  (ayn), it’s probably Arabic or Urdu. If a sentence uses a lot of ß, it is very likely German.” </a:t>
            </a:r>
          </a:p>
          <a:p>
            <a:pPr marL="171450" indent="-171450">
              <a:buFontTx/>
              <a:buChar char="-"/>
            </a:pPr>
            <a:r>
              <a:rPr lang="en-US" sz="1200" b="0" i="0" u="none" strike="noStrike" kern="1200" baseline="0" dirty="0">
                <a:solidFill>
                  <a:schemeClr val="tx1"/>
                </a:solidFill>
                <a:latin typeface="Arial" panose="020B0604020202020204" pitchFamily="34" charset="0"/>
                <a:ea typeface="+mn-ea"/>
                <a:cs typeface="+mn-cs"/>
              </a:rPr>
              <a:t>Mention the three kinds of rules: Unicode script detection (Are we in Latin? Cyrillic? Arabic block?), diacritics (ñ, ò, š, etc.), and curated cue words/affixes (–ung endings in German, –tion in French). </a:t>
            </a:r>
          </a:p>
          <a:p>
            <a:pPr marL="171450" indent="-171450">
              <a:buFontTx/>
              <a:buChar char="-"/>
            </a:pPr>
            <a:r>
              <a:rPr lang="en-US" sz="1200" b="0" i="0" u="none" strike="noStrike" kern="1200" baseline="0" dirty="0">
                <a:solidFill>
                  <a:schemeClr val="tx1"/>
                </a:solidFill>
                <a:latin typeface="Arial" panose="020B0604020202020204" pitchFamily="34" charset="0"/>
                <a:ea typeface="+mn-ea"/>
                <a:cs typeface="+mn-cs"/>
              </a:rPr>
              <a:t>Trade-off: “Interpretable and fast, but labor-intensive to maintain as languages grow.”</a:t>
            </a:r>
          </a:p>
          <a:p>
            <a:pPr marL="0" indent="0">
              <a:buFontTx/>
              <a:buNone/>
            </a:pPr>
            <a:endParaRPr lang="en-US" sz="1200" b="0" i="0" u="none" strike="noStrike" kern="1200" baseline="0" dirty="0">
              <a:solidFill>
                <a:schemeClr val="tx1"/>
              </a:solidFill>
              <a:latin typeface="Arial" panose="020B0604020202020204" pitchFamily="34" charset="0"/>
              <a:ea typeface="+mn-ea"/>
              <a:cs typeface="+mn-cs"/>
            </a:endParaRPr>
          </a:p>
          <a:p>
            <a:r>
              <a:rPr lang="en-US" sz="1200" b="1" i="0" u="none" strike="noStrike" kern="1200" baseline="0" dirty="0">
                <a:solidFill>
                  <a:schemeClr val="tx1"/>
                </a:solidFill>
                <a:latin typeface="Arial" panose="020B0604020202020204" pitchFamily="34" charset="0"/>
                <a:ea typeface="+mn-ea"/>
                <a:cs typeface="+mn-cs"/>
              </a:rPr>
              <a:t>Character n-gram logistic regression: </a:t>
            </a:r>
          </a:p>
          <a:p>
            <a:pPr marL="171450" indent="-171450">
              <a:buFontTx/>
              <a:buChar char="-"/>
            </a:pPr>
            <a:r>
              <a:rPr lang="en-US" sz="1200" b="0" i="0" u="none" strike="noStrike" kern="1200" baseline="0" dirty="0">
                <a:solidFill>
                  <a:schemeClr val="tx1"/>
                </a:solidFill>
                <a:latin typeface="Arial" panose="020B0604020202020204" pitchFamily="34" charset="0"/>
                <a:ea typeface="+mn-ea"/>
                <a:cs typeface="+mn-cs"/>
              </a:rPr>
              <a:t>“We are moving from hand-written rules to learning patterns from data. Take every substring of length 2, 3, 4 from the text—bigrams, trigrams, 4-grams—and count how often each appears.”</a:t>
            </a:r>
          </a:p>
          <a:p>
            <a:pPr marL="171450" indent="-171450">
              <a:buFontTx/>
              <a:buChar char="-"/>
            </a:pPr>
            <a:r>
              <a:rPr lang="en-US" sz="1200" b="0" i="0" u="none" strike="noStrike" kern="1200" baseline="0" dirty="0">
                <a:solidFill>
                  <a:schemeClr val="tx1"/>
                </a:solidFill>
                <a:latin typeface="Arial" panose="020B0604020202020204" pitchFamily="34" charset="0"/>
                <a:ea typeface="+mn-ea"/>
                <a:cs typeface="+mn-cs"/>
              </a:rPr>
              <a:t>Explain the intuition: “The sequence ‘ch’ appears often in German and French, but rarely in Yoruba. So, the model learns to weight these frequencies.”</a:t>
            </a:r>
          </a:p>
          <a:p>
            <a:pPr marL="171450" indent="-171450">
              <a:buFontTx/>
              <a:buChar char="-"/>
            </a:pPr>
            <a:r>
              <a:rPr lang="en-US" sz="1200" b="0" i="0" u="none" strike="noStrike" kern="1200" baseline="0" dirty="0">
                <a:solidFill>
                  <a:schemeClr val="tx1"/>
                </a:solidFill>
                <a:latin typeface="Arial" panose="020B0604020202020204" pitchFamily="34" charset="0"/>
                <a:ea typeface="+mn-ea"/>
                <a:cs typeface="+mn-cs"/>
              </a:rPr>
              <a:t>TF–IDF (Term Frequency-Inverse Document Frequency) reweighting: “We downweight very common n-grams that appear in all languages, so rare but distinctive patterns get more signal.” </a:t>
            </a:r>
          </a:p>
          <a:p>
            <a:pPr marL="171450" indent="-171450">
              <a:buFontTx/>
              <a:buChar char="-"/>
            </a:pPr>
            <a:r>
              <a:rPr lang="en-US" sz="1200" b="0" i="0" u="none" strike="noStrike" kern="1200" baseline="0" dirty="0">
                <a:solidFill>
                  <a:schemeClr val="tx1"/>
                </a:solidFill>
                <a:latin typeface="Arial" panose="020B0604020202020204" pitchFamily="34" charset="0"/>
                <a:ea typeface="+mn-ea"/>
                <a:cs typeface="+mn-cs"/>
              </a:rPr>
              <a:t>Trade-off: “Lightweight training and inference, strong accuracy, works out of the box without language expertise.”</a:t>
            </a:r>
          </a:p>
          <a:p>
            <a:pPr marL="0" indent="0">
              <a:buFontTx/>
              <a:buNone/>
            </a:pPr>
            <a:endParaRPr lang="en-US" sz="1200" b="0" i="0" u="none" strike="noStrike" kern="1200" baseline="0" dirty="0">
              <a:solidFill>
                <a:schemeClr val="tx1"/>
              </a:solidFill>
              <a:effectLst/>
              <a:latin typeface="Arial" panose="020B0604020202020204" pitchFamily="34" charset="0"/>
              <a:ea typeface="+mn-ea"/>
              <a:cs typeface="+mn-cs"/>
            </a:endParaRPr>
          </a:p>
          <a:p>
            <a:r>
              <a:rPr lang="en-US" sz="1200" b="1" i="0" u="none" strike="noStrike" kern="1200" baseline="0" dirty="0">
                <a:solidFill>
                  <a:schemeClr val="tx1"/>
                </a:solidFill>
                <a:latin typeface="Arial" panose="020B0604020202020204" pitchFamily="34" charset="0"/>
                <a:ea typeface="+mn-ea"/>
                <a:cs typeface="+mn-cs"/>
              </a:rPr>
              <a:t>XLM-RoBERTa fine-tuning: </a:t>
            </a:r>
          </a:p>
          <a:p>
            <a:pPr marL="171450" indent="-171450">
              <a:buFontTx/>
              <a:buChar char="-"/>
            </a:pPr>
            <a:r>
              <a:rPr lang="en-US" sz="1200" b="0" i="0" u="none" strike="noStrike" kern="1200" baseline="0" dirty="0">
                <a:solidFill>
                  <a:schemeClr val="tx1"/>
                </a:solidFill>
                <a:latin typeface="Arial" panose="020B0604020202020204" pitchFamily="34" charset="0"/>
                <a:ea typeface="+mn-ea"/>
                <a:cs typeface="+mn-cs"/>
              </a:rPr>
              <a:t>“Transformer models like BERT learn deep patterns from massive multilingual text. XLM-RoBERTa is trained on 100+ languages, so it already knows what language-specific patterns look like.” </a:t>
            </a:r>
          </a:p>
          <a:p>
            <a:pPr marL="171450" indent="-171450">
              <a:buFontTx/>
              <a:buChar char="-"/>
            </a:pPr>
            <a:r>
              <a:rPr lang="en-US" sz="1200" b="0" i="0" u="none" strike="noStrike" kern="1200" baseline="0" dirty="0">
                <a:solidFill>
                  <a:schemeClr val="tx1"/>
                </a:solidFill>
                <a:latin typeface="Arial" panose="020B0604020202020204" pitchFamily="34" charset="0"/>
                <a:ea typeface="+mn-ea"/>
                <a:cs typeface="+mn-cs"/>
              </a:rPr>
              <a:t>Finetuning process: “We take the pretrained model and show it our 8,000 training sentences, allowing it to adapt its weights specifically to the 10 languages we care about.” </a:t>
            </a:r>
          </a:p>
          <a:p>
            <a:pPr marL="171450" indent="-171450">
              <a:buFontTx/>
              <a:buChar char="-"/>
            </a:pPr>
            <a:r>
              <a:rPr lang="en-US" sz="1200" b="0" i="0" u="none" strike="noStrike" kern="1200" baseline="0" dirty="0">
                <a:solidFill>
                  <a:schemeClr val="tx1"/>
                </a:solidFill>
                <a:latin typeface="Arial" panose="020B0604020202020204" pitchFamily="34" charset="0"/>
                <a:ea typeface="+mn-ea"/>
                <a:cs typeface="+mn-cs"/>
              </a:rPr>
              <a:t>Trade-off: “More compute (needs a GPU), slower inference, but very robust—the model learns contextual and semantic patterns, not just character patterns.”</a:t>
            </a:r>
          </a:p>
          <a:p>
            <a:pPr marL="0" indent="0">
              <a:buFontTx/>
              <a:buNone/>
            </a:pPr>
            <a:endParaRPr lang="en-US" sz="1200" b="0" i="0" u="none" strike="noStrike" kern="1200" baseline="0" dirty="0">
              <a:solidFill>
                <a:schemeClr val="tx1"/>
              </a:solidFill>
              <a:effectLst/>
              <a:latin typeface="Arial" panose="020B0604020202020204" pitchFamily="34" charset="0"/>
              <a:ea typeface="+mn-ea"/>
              <a:cs typeface="+mn-cs"/>
            </a:endParaRPr>
          </a:p>
          <a:p>
            <a:r>
              <a:rPr lang="en-US" sz="1200" b="1" i="0" u="none" strike="noStrike" kern="1200" baseline="0" dirty="0">
                <a:solidFill>
                  <a:schemeClr val="tx1"/>
                </a:solidFill>
                <a:latin typeface="Arial" panose="020B0604020202020204" pitchFamily="34" charset="0"/>
                <a:ea typeface="+mn-ea"/>
                <a:cs typeface="+mn-cs"/>
              </a:rPr>
              <a:t>fastText averaged embeddings (Q1 case study): </a:t>
            </a:r>
          </a:p>
          <a:p>
            <a:pPr marL="171450" indent="-171450">
              <a:buFontTx/>
              <a:buChar char="-"/>
            </a:pPr>
            <a:r>
              <a:rPr lang="en-US" sz="1200" b="0" i="0" u="none" strike="noStrike" kern="1200" baseline="0" dirty="0">
                <a:solidFill>
                  <a:schemeClr val="tx1"/>
                </a:solidFill>
                <a:latin typeface="Arial" panose="020B0604020202020204" pitchFamily="34" charset="0"/>
                <a:ea typeface="+mn-ea"/>
                <a:cs typeface="+mn-cs"/>
              </a:rPr>
              <a:t>“For Question 1, we explored word embeddings: average the fastText vectors for all words in a sentence, then feed to logistic regression.” </a:t>
            </a:r>
          </a:p>
          <a:p>
            <a:pPr marL="171450" indent="-171450">
              <a:buFontTx/>
              <a:buChar char="-"/>
            </a:pPr>
            <a:r>
              <a:rPr lang="en-US" sz="1200" b="0" i="0" u="none" strike="noStrike" kern="1200" baseline="0" dirty="0">
                <a:solidFill>
                  <a:schemeClr val="tx1"/>
                </a:solidFill>
                <a:latin typeface="Arial" panose="020B0604020202020204" pitchFamily="34" charset="0"/>
                <a:ea typeface="+mn-ea"/>
                <a:cs typeface="+mn-cs"/>
              </a:rPr>
              <a:t>Why it matters: “It bridges embeddings (DL) and classical ML, but—as we will see later—it is risky when deployed to new domains.”</a:t>
            </a:r>
          </a:p>
          <a:p>
            <a:pPr marL="0" indent="0">
              <a:buFontTx/>
              <a:buNone/>
            </a:pPr>
            <a:endParaRPr lang="en-US" sz="1200" b="0" i="0" u="none" strike="noStrike" kern="1200" baseline="0" dirty="0">
              <a:solidFill>
                <a:schemeClr val="tx1"/>
              </a:solidFill>
              <a:effectLst/>
              <a:latin typeface="fkGroteskNeue"/>
              <a:ea typeface="+mn-ea"/>
              <a:cs typeface="+mn-cs"/>
            </a:endParaRPr>
          </a:p>
          <a:p>
            <a:pPr marL="0" indent="0">
              <a:buFontTx/>
              <a:buNone/>
            </a:pPr>
            <a:r>
              <a:rPr lang="en-US" sz="1200" b="0" i="0" u="sng" strike="noStrike" kern="1200" baseline="0" dirty="0">
                <a:solidFill>
                  <a:schemeClr val="tx1"/>
                </a:solidFill>
                <a:effectLst/>
                <a:latin typeface="fkGroteskNeue"/>
                <a:ea typeface="+mn-ea"/>
                <a:cs typeface="+mn-cs"/>
              </a:rPr>
              <a:t>Internal Explanation</a:t>
            </a:r>
          </a:p>
          <a:p>
            <a:pPr marL="0" indent="0">
              <a:buFontTx/>
              <a:buNone/>
            </a:pPr>
            <a:r>
              <a:rPr lang="en-US" sz="1200" b="0" i="0" kern="1200" dirty="0">
                <a:solidFill>
                  <a:schemeClr val="tx1"/>
                </a:solidFill>
                <a:effectLst/>
                <a:latin typeface="Arial" panose="020B0604020202020204" pitchFamily="34" charset="0"/>
                <a:ea typeface="+mn-ea"/>
                <a:cs typeface="+mn-cs"/>
              </a:rPr>
              <a:t>A </a:t>
            </a:r>
            <a:r>
              <a:rPr lang="en-US" sz="1200" b="1" i="0" kern="1200" dirty="0">
                <a:solidFill>
                  <a:schemeClr val="tx1"/>
                </a:solidFill>
                <a:effectLst/>
                <a:latin typeface="Arial" panose="020B0604020202020204" pitchFamily="34" charset="0"/>
                <a:ea typeface="+mn-ea"/>
                <a:cs typeface="+mn-cs"/>
              </a:rPr>
              <a:t>character n-gram </a:t>
            </a:r>
            <a:r>
              <a:rPr lang="en-US" sz="1200" b="0" i="0" kern="1200" dirty="0">
                <a:solidFill>
                  <a:schemeClr val="tx1"/>
                </a:solidFill>
                <a:effectLst/>
                <a:latin typeface="Arial" panose="020B0604020202020204" pitchFamily="34" charset="0"/>
                <a:ea typeface="+mn-ea"/>
                <a:cs typeface="+mn-cs"/>
              </a:rPr>
              <a:t>is a contiguous sequence of </a:t>
            </a:r>
            <a:r>
              <a:rPr lang="en-US" sz="1200" b="0" i="1" kern="1200" dirty="0">
                <a:solidFill>
                  <a:schemeClr val="tx1"/>
                </a:solidFill>
                <a:effectLst/>
                <a:latin typeface="Arial" panose="020B0604020202020204" pitchFamily="34" charset="0"/>
                <a:ea typeface="+mn-ea"/>
                <a:cs typeface="+mn-cs"/>
              </a:rPr>
              <a:t>n</a:t>
            </a:r>
            <a:r>
              <a:rPr lang="en-US" sz="1200" b="0" i="0" kern="1200" dirty="0">
                <a:solidFill>
                  <a:schemeClr val="tx1"/>
                </a:solidFill>
                <a:effectLst/>
                <a:latin typeface="Arial" panose="020B0604020202020204" pitchFamily="34" charset="0"/>
                <a:ea typeface="+mn-ea"/>
                <a:cs typeface="+mn-cs"/>
              </a:rPr>
              <a:t> characters extracted from text. Rather than working with words (which is typical in NLP), this approach operates at the character level.</a:t>
            </a:r>
          </a:p>
          <a:p>
            <a:pPr marL="0" indent="0">
              <a:buFontTx/>
              <a:buNone/>
            </a:pPr>
            <a:endParaRPr lang="en-US" sz="1200" b="0" i="0" kern="1200" dirty="0">
              <a:solidFill>
                <a:schemeClr val="tx1"/>
              </a:solidFill>
              <a:effectLst/>
              <a:latin typeface="Arial" panose="020B0604020202020204" pitchFamily="34" charset="0"/>
              <a:ea typeface="+mn-ea"/>
              <a:cs typeface="+mn-cs"/>
            </a:endParaRPr>
          </a:p>
          <a:p>
            <a:r>
              <a:rPr lang="en-US" sz="1200" b="1" i="0" kern="1200" dirty="0">
                <a:solidFill>
                  <a:schemeClr val="tx1"/>
                </a:solidFill>
                <a:effectLst/>
                <a:latin typeface="Arial" panose="020B0604020202020204" pitchFamily="34" charset="0"/>
                <a:ea typeface="+mn-ea"/>
                <a:cs typeface="+mn-cs"/>
              </a:rPr>
              <a:t>Why Character N-grams Work for Language Identification</a:t>
            </a:r>
          </a:p>
          <a:p>
            <a:r>
              <a:rPr lang="en-US" sz="1200" b="0" i="0" kern="1200" dirty="0">
                <a:solidFill>
                  <a:schemeClr val="tx1"/>
                </a:solidFill>
                <a:effectLst/>
                <a:latin typeface="Arial" panose="020B0604020202020204" pitchFamily="34" charset="0"/>
                <a:ea typeface="+mn-ea"/>
                <a:cs typeface="+mn-cs"/>
              </a:rPr>
              <a:t>Different languages have characteristic character patterns due to their phonotactics, orthography, and morphological structures:</a:t>
            </a:r>
          </a:p>
          <a:p>
            <a:r>
              <a:rPr lang="en-US" sz="1200" b="1" i="0" kern="1200" dirty="0">
                <a:solidFill>
                  <a:schemeClr val="tx1"/>
                </a:solidFill>
                <a:effectLst/>
                <a:latin typeface="Arial" panose="020B0604020202020204" pitchFamily="34" charset="0"/>
                <a:ea typeface="+mn-ea"/>
                <a:cs typeface="+mn-cs"/>
              </a:rPr>
              <a:t>German and French </a:t>
            </a:r>
            <a:r>
              <a:rPr lang="en-US" sz="1200" b="0" i="0" kern="1200" dirty="0">
                <a:solidFill>
                  <a:schemeClr val="tx1"/>
                </a:solidFill>
                <a:effectLst/>
                <a:latin typeface="Arial" panose="020B0604020202020204" pitchFamily="34" charset="0"/>
                <a:ea typeface="+mn-ea"/>
                <a:cs typeface="+mn-cs"/>
              </a:rPr>
              <a:t>frequently use sequences like "ch", "qu", "sch", "ou"</a:t>
            </a:r>
          </a:p>
          <a:p>
            <a:r>
              <a:rPr lang="en-US" sz="1200" b="1" i="0" kern="1200" dirty="0">
                <a:solidFill>
                  <a:schemeClr val="tx1"/>
                </a:solidFill>
                <a:effectLst/>
                <a:latin typeface="Arial" panose="020B0604020202020204" pitchFamily="34" charset="0"/>
                <a:ea typeface="+mn-ea"/>
                <a:cs typeface="+mn-cs"/>
              </a:rPr>
              <a:t>Yoruba</a:t>
            </a:r>
            <a:r>
              <a:rPr lang="en-US" sz="1200" b="0" i="0" kern="1200" dirty="0">
                <a:solidFill>
                  <a:schemeClr val="tx1"/>
                </a:solidFill>
                <a:effectLst/>
                <a:latin typeface="Arial" panose="020B0604020202020204" pitchFamily="34" charset="0"/>
                <a:ea typeface="+mn-ea"/>
                <a:cs typeface="+mn-cs"/>
              </a:rPr>
              <a:t> (a tonal language with different orthographic conventions) uses different character patterns like "ọ", "ẹ", "sh", "ny"</a:t>
            </a:r>
          </a:p>
          <a:p>
            <a:r>
              <a:rPr lang="en-US" sz="1200" b="1" i="0" kern="1200" dirty="0">
                <a:solidFill>
                  <a:schemeClr val="tx1"/>
                </a:solidFill>
                <a:effectLst/>
                <a:latin typeface="Arial" panose="020B0604020202020204" pitchFamily="34" charset="0"/>
                <a:ea typeface="+mn-ea"/>
                <a:cs typeface="+mn-cs"/>
              </a:rPr>
              <a:t>Spanish</a:t>
            </a:r>
            <a:r>
              <a:rPr lang="en-US" sz="1200" b="0" i="0" kern="1200" dirty="0">
                <a:solidFill>
                  <a:schemeClr val="tx1"/>
                </a:solidFill>
                <a:effectLst/>
                <a:latin typeface="Arial" panose="020B0604020202020204" pitchFamily="34" charset="0"/>
                <a:ea typeface="+mn-ea"/>
                <a:cs typeface="+mn-cs"/>
              </a:rPr>
              <a:t> commonly features sequences like "ción", "ll", "ñ"</a:t>
            </a:r>
          </a:p>
          <a:p>
            <a:r>
              <a:rPr lang="en-US" sz="1200" b="1" i="0" kern="1200" dirty="0">
                <a:solidFill>
                  <a:schemeClr val="tx1"/>
                </a:solidFill>
                <a:effectLst/>
                <a:latin typeface="Arial" panose="020B0604020202020204" pitchFamily="34" charset="0"/>
                <a:ea typeface="+mn-ea"/>
                <a:cs typeface="+mn-cs"/>
              </a:rPr>
              <a:t>Arabic</a:t>
            </a:r>
            <a:r>
              <a:rPr lang="en-US" sz="1200" b="0" i="0" kern="1200" dirty="0">
                <a:solidFill>
                  <a:schemeClr val="tx1"/>
                </a:solidFill>
                <a:effectLst/>
                <a:latin typeface="Arial" panose="020B0604020202020204" pitchFamily="34" charset="0"/>
                <a:ea typeface="+mn-ea"/>
                <a:cs typeface="+mn-cs"/>
              </a:rPr>
              <a:t> has characteristic patterns based on its script and diacritical marks</a:t>
            </a:r>
          </a:p>
          <a:p>
            <a:r>
              <a:rPr lang="en-US" sz="1200" b="0" i="0" kern="1200" dirty="0">
                <a:solidFill>
                  <a:schemeClr val="tx1"/>
                </a:solidFill>
                <a:effectLst/>
                <a:latin typeface="Arial" panose="020B0604020202020204" pitchFamily="34" charset="0"/>
                <a:ea typeface="+mn-ea"/>
                <a:cs typeface="+mn-cs"/>
              </a:rPr>
              <a:t>The model learns that these distinctive patterns are statistically associated with specific languages.</a:t>
            </a:r>
          </a:p>
          <a:p>
            <a:endParaRPr lang="en-US" sz="1200" b="0" i="0" kern="1200" dirty="0">
              <a:solidFill>
                <a:schemeClr val="tx1"/>
              </a:solidFill>
              <a:effectLst/>
              <a:latin typeface="Arial" panose="020B0604020202020204" pitchFamily="34" charset="0"/>
              <a:ea typeface="+mn-ea"/>
              <a:cs typeface="+mn-cs"/>
            </a:endParaRPr>
          </a:p>
          <a:p>
            <a:r>
              <a:rPr lang="en-US" sz="1200" b="1" i="0" kern="1200" dirty="0">
                <a:solidFill>
                  <a:schemeClr val="tx1"/>
                </a:solidFill>
                <a:effectLst/>
                <a:latin typeface="Arial" panose="020B0604020202020204" pitchFamily="34" charset="0"/>
                <a:ea typeface="+mn-ea"/>
                <a:cs typeface="+mn-cs"/>
              </a:rPr>
              <a:t>The Logistic Regression Component</a:t>
            </a:r>
          </a:p>
          <a:p>
            <a:r>
              <a:rPr lang="en-US" sz="1200" b="1" i="0" kern="1200" dirty="0">
                <a:solidFill>
                  <a:schemeClr val="tx1"/>
                </a:solidFill>
                <a:effectLst/>
                <a:latin typeface="Arial" panose="020B0604020202020204" pitchFamily="34" charset="0"/>
                <a:ea typeface="+mn-ea"/>
                <a:cs typeface="+mn-cs"/>
              </a:rPr>
              <a:t>Logistic regression </a:t>
            </a:r>
            <a:r>
              <a:rPr lang="en-US" sz="1200" b="0" i="0" kern="1200" dirty="0">
                <a:solidFill>
                  <a:schemeClr val="tx1"/>
                </a:solidFill>
                <a:effectLst/>
                <a:latin typeface="Arial" panose="020B0604020202020204" pitchFamily="34" charset="0"/>
                <a:ea typeface="+mn-ea"/>
                <a:cs typeface="+mn-cs"/>
              </a:rPr>
              <a:t>is a linear classification algorithm that learns to predict probabilities. In this context:</a:t>
            </a:r>
          </a:p>
          <a:p>
            <a:pPr marL="228600" indent="-228600">
              <a:buAutoNum type="arabicPeriod"/>
            </a:pPr>
            <a:r>
              <a:rPr lang="en-US" sz="1200" b="1" i="0" kern="1200" dirty="0">
                <a:solidFill>
                  <a:schemeClr val="tx1"/>
                </a:solidFill>
                <a:effectLst/>
                <a:latin typeface="Arial" panose="020B0604020202020204" pitchFamily="34" charset="0"/>
                <a:ea typeface="+mn-ea"/>
                <a:cs typeface="+mn-cs"/>
              </a:rPr>
              <a:t>Feature extraction</a:t>
            </a:r>
            <a:r>
              <a:rPr lang="en-US" sz="1200" b="0" i="0" kern="1200" dirty="0">
                <a:solidFill>
                  <a:schemeClr val="tx1"/>
                </a:solidFill>
                <a:effectLst/>
                <a:latin typeface="Arial" panose="020B0604020202020204" pitchFamily="34" charset="0"/>
                <a:ea typeface="+mn-ea"/>
                <a:cs typeface="+mn-cs"/>
              </a:rPr>
              <a:t>: Character n-grams are converted into numerical features (typically counts or TF-IDF weights)</a:t>
            </a:r>
          </a:p>
          <a:p>
            <a:pPr marL="228600" indent="-228600">
              <a:buAutoNum type="arabicPeriod"/>
            </a:pPr>
            <a:r>
              <a:rPr lang="en-US" sz="1200" b="1" i="0" kern="1200" dirty="0">
                <a:solidFill>
                  <a:schemeClr val="tx1"/>
                </a:solidFill>
                <a:effectLst/>
                <a:latin typeface="Arial" panose="020B0604020202020204" pitchFamily="34" charset="0"/>
                <a:ea typeface="+mn-ea"/>
                <a:cs typeface="+mn-cs"/>
              </a:rPr>
              <a:t>Learning</a:t>
            </a:r>
            <a:r>
              <a:rPr lang="en-US" sz="1200" b="0" i="0" kern="1200" dirty="0">
                <a:solidFill>
                  <a:schemeClr val="tx1"/>
                </a:solidFill>
                <a:effectLst/>
                <a:latin typeface="Arial" panose="020B0604020202020204" pitchFamily="34" charset="0"/>
                <a:ea typeface="+mn-ea"/>
                <a:cs typeface="+mn-cs"/>
              </a:rPr>
              <a:t>: The logistic regression model learns weights for each n-gram indicating how strongly it signals a particular language</a:t>
            </a:r>
          </a:p>
          <a:p>
            <a:pPr marL="228600" indent="-228600">
              <a:buAutoNum type="arabicPeriod"/>
            </a:pPr>
            <a:r>
              <a:rPr lang="en-US" sz="1200" b="1" i="0" kern="1200" dirty="0">
                <a:solidFill>
                  <a:schemeClr val="tx1"/>
                </a:solidFill>
                <a:effectLst/>
                <a:latin typeface="Arial" panose="020B0604020202020204" pitchFamily="34" charset="0"/>
                <a:ea typeface="+mn-ea"/>
                <a:cs typeface="+mn-cs"/>
              </a:rPr>
              <a:t>Prediction</a:t>
            </a:r>
            <a:r>
              <a:rPr lang="en-US" sz="1200" b="0" i="0" kern="1200" dirty="0">
                <a:solidFill>
                  <a:schemeClr val="tx1"/>
                </a:solidFill>
                <a:effectLst/>
                <a:latin typeface="Arial" panose="020B0604020202020204" pitchFamily="34" charset="0"/>
                <a:ea typeface="+mn-ea"/>
                <a:cs typeface="+mn-cs"/>
              </a:rPr>
              <a:t>: For a new text, the model counts its n-grams, applies learned weights, and outputs a probability distribution over languages</a:t>
            </a:r>
          </a:p>
          <a:p>
            <a:r>
              <a:rPr lang="en-US" sz="1200" b="1" i="0" kern="1200" dirty="0">
                <a:solidFill>
                  <a:schemeClr val="tx1"/>
                </a:solidFill>
                <a:effectLst/>
                <a:latin typeface="Arial" panose="020B0604020202020204" pitchFamily="34" charset="0"/>
                <a:ea typeface="+mn-ea"/>
                <a:cs typeface="+mn-cs"/>
              </a:rPr>
              <a:t>Mathematical intuition</a:t>
            </a:r>
            <a:r>
              <a:rPr lang="en-US" sz="1200" b="0" i="0" kern="1200" dirty="0">
                <a:solidFill>
                  <a:schemeClr val="tx1"/>
                </a:solidFill>
                <a:effectLst/>
                <a:latin typeface="Arial" panose="020B0604020202020204" pitchFamily="34" charset="0"/>
                <a:ea typeface="+mn-ea"/>
                <a:cs typeface="+mn-cs"/>
              </a:rPr>
              <a:t>: Logistic regression fits a linear decision boundary in feature space, mapping weighted n-gram counts to probability estimates via the sigmoid function.</a:t>
            </a:r>
          </a:p>
          <a:p>
            <a:endParaRPr lang="en-US" sz="1200" b="0" i="0" kern="1200" dirty="0">
              <a:solidFill>
                <a:schemeClr val="tx1"/>
              </a:solidFill>
              <a:effectLst/>
              <a:latin typeface="Arial" panose="020B0604020202020204" pitchFamily="34" charset="0"/>
              <a:ea typeface="+mn-ea"/>
              <a:cs typeface="+mn-cs"/>
            </a:endParaRPr>
          </a:p>
          <a:p>
            <a:endParaRPr lang="en-US" sz="1200" b="0" i="0" kern="1200" dirty="0">
              <a:solidFill>
                <a:schemeClr val="tx1"/>
              </a:solidFill>
              <a:effectLst/>
              <a:latin typeface="Arial" panose="020B0604020202020204" pitchFamily="34" charset="0"/>
              <a:ea typeface="+mn-ea"/>
              <a:cs typeface="+mn-cs"/>
            </a:endParaRPr>
          </a:p>
          <a:p>
            <a:r>
              <a:rPr lang="en-US" sz="1200" b="1" i="0" kern="1200" dirty="0">
                <a:solidFill>
                  <a:schemeClr val="tx1"/>
                </a:solidFill>
                <a:effectLst/>
                <a:latin typeface="Arial" panose="020B0604020202020204" pitchFamily="34" charset="0"/>
                <a:ea typeface="+mn-ea"/>
                <a:cs typeface="+mn-cs"/>
              </a:rPr>
              <a:t>BERT (Bidirectional Encoder Representations from Transformers)</a:t>
            </a:r>
          </a:p>
          <a:p>
            <a:r>
              <a:rPr lang="en-US" sz="1200" b="1" i="0" kern="1200" dirty="0">
                <a:solidFill>
                  <a:schemeClr val="tx1"/>
                </a:solidFill>
                <a:effectLst/>
                <a:latin typeface="Arial" panose="020B0604020202020204" pitchFamily="34" charset="0"/>
                <a:ea typeface="+mn-ea"/>
                <a:cs typeface="+mn-cs"/>
              </a:rPr>
              <a:t>BERT</a:t>
            </a:r>
            <a:r>
              <a:rPr lang="en-US" sz="1200" b="0" i="0" kern="1200" dirty="0">
                <a:solidFill>
                  <a:schemeClr val="tx1"/>
                </a:solidFill>
                <a:effectLst/>
                <a:latin typeface="Arial" panose="020B0604020202020204" pitchFamily="34" charset="0"/>
                <a:ea typeface="+mn-ea"/>
                <a:cs typeface="+mn-cs"/>
              </a:rPr>
              <a:t> is a large pre-trained language model developed by Google in 2018 that learns deep contextual representations of text through self-supervised learning on massive corpora. It represents a fundamental breakthrough in NLP because it captures bidirectional context—meaning it considers both left and right context when understanding each word.</a:t>
            </a:r>
          </a:p>
          <a:p>
            <a:endParaRPr lang="en-US" sz="1200" b="0" i="0" kern="1200" dirty="0">
              <a:solidFill>
                <a:schemeClr val="tx1"/>
              </a:solidFill>
              <a:effectLst/>
              <a:latin typeface="Arial" panose="020B0604020202020204" pitchFamily="34" charset="0"/>
              <a:ea typeface="+mn-ea"/>
              <a:cs typeface="+mn-cs"/>
            </a:endParaRPr>
          </a:p>
          <a:p>
            <a:r>
              <a:rPr lang="en-US" sz="1200" b="1" i="0" kern="1200" dirty="0">
                <a:solidFill>
                  <a:schemeClr val="tx1"/>
                </a:solidFill>
                <a:effectLst/>
                <a:latin typeface="Arial" panose="020B0604020202020204" pitchFamily="34" charset="0"/>
                <a:ea typeface="+mn-ea"/>
                <a:cs typeface="+mn-cs"/>
              </a:rPr>
              <a:t>XLM-RoBERTa (XLM = Cross-Lingual Language Model)</a:t>
            </a:r>
          </a:p>
          <a:p>
            <a:r>
              <a:rPr lang="en-US" sz="1200" b="1" i="0" kern="1200" dirty="0">
                <a:solidFill>
                  <a:schemeClr val="tx1"/>
                </a:solidFill>
                <a:effectLst/>
                <a:latin typeface="Arial" panose="020B0604020202020204" pitchFamily="34" charset="0"/>
                <a:ea typeface="+mn-ea"/>
                <a:cs typeface="+mn-cs"/>
              </a:rPr>
              <a:t>XLM-RoBERTa</a:t>
            </a:r>
            <a:r>
              <a:rPr lang="en-US" sz="1200" b="0" i="0" kern="1200" dirty="0">
                <a:solidFill>
                  <a:schemeClr val="tx1"/>
                </a:solidFill>
                <a:effectLst/>
                <a:latin typeface="Arial" panose="020B0604020202020204" pitchFamily="34" charset="0"/>
                <a:ea typeface="+mn-ea"/>
                <a:cs typeface="+mn-cs"/>
              </a:rPr>
              <a:t> is a multilingual transformer model trained on 100+ languages simultaneously using a unified vocabulary. It extends BERT's architecture and training approach to the multilingual setting, enabling cross-lingual transfer and zero-shot language identification.</a:t>
            </a:r>
          </a:p>
          <a:p>
            <a:endParaRPr lang="en-US" sz="1200" b="0" i="0" kern="1200" dirty="0">
              <a:solidFill>
                <a:schemeClr val="tx1"/>
              </a:solidFill>
              <a:effectLst/>
              <a:latin typeface="Arial" panose="020B0604020202020204" pitchFamily="34" charset="0"/>
              <a:ea typeface="+mn-ea"/>
              <a:cs typeface="+mn-cs"/>
            </a:endParaRPr>
          </a:p>
          <a:p>
            <a:r>
              <a:rPr lang="en-US" sz="1200" b="1" i="0" kern="1200" dirty="0">
                <a:solidFill>
                  <a:schemeClr val="tx1"/>
                </a:solidFill>
                <a:effectLst/>
                <a:latin typeface="Arial" panose="020B0604020202020204" pitchFamily="34" charset="0"/>
                <a:ea typeface="+mn-ea"/>
                <a:cs typeface="+mn-cs"/>
              </a:rPr>
              <a:t>Fine-Tuning</a:t>
            </a:r>
          </a:p>
          <a:p>
            <a:r>
              <a:rPr lang="en-US" sz="1200" b="1" i="0" kern="1200" dirty="0">
                <a:solidFill>
                  <a:schemeClr val="tx1"/>
                </a:solidFill>
                <a:effectLst/>
                <a:latin typeface="Arial" panose="020B0604020202020204" pitchFamily="34" charset="0"/>
                <a:ea typeface="+mn-ea"/>
                <a:cs typeface="+mn-cs"/>
              </a:rPr>
              <a:t>Fine-tuning</a:t>
            </a:r>
            <a:r>
              <a:rPr lang="en-US" sz="1200" b="0" i="0" kern="1200" dirty="0">
                <a:solidFill>
                  <a:schemeClr val="tx1"/>
                </a:solidFill>
                <a:effectLst/>
                <a:latin typeface="Arial" panose="020B0604020202020204" pitchFamily="34" charset="0"/>
                <a:ea typeface="+mn-ea"/>
                <a:cs typeface="+mn-cs"/>
              </a:rPr>
              <a:t> is the process of taking a pretrained model (like BERT or XLM-RoBERTa) and adapting its weights to a specific downstream task using task-specific data. It is the key mechanism enabling transfer learning in modern NLP.</a:t>
            </a:r>
          </a:p>
          <a:p>
            <a:endParaRPr lang="en-US" sz="1200" b="0" i="0" kern="1200" dirty="0">
              <a:solidFill>
                <a:schemeClr val="tx1"/>
              </a:solidFill>
              <a:effectLst/>
              <a:latin typeface="Arial" panose="020B0604020202020204" pitchFamily="34" charset="0"/>
              <a:ea typeface="+mn-ea"/>
              <a:cs typeface="+mn-cs"/>
            </a:endParaRPr>
          </a:p>
          <a:p>
            <a:r>
              <a:rPr lang="en-US" sz="1200" b="1" i="0" kern="1200" dirty="0">
                <a:solidFill>
                  <a:schemeClr val="tx1"/>
                </a:solidFill>
                <a:effectLst/>
                <a:latin typeface="Arial" panose="020B0604020202020204" pitchFamily="34" charset="0"/>
                <a:ea typeface="+mn-ea"/>
                <a:cs typeface="+mn-cs"/>
              </a:rPr>
              <a:t>Word Embeddings</a:t>
            </a:r>
          </a:p>
          <a:p>
            <a:r>
              <a:rPr lang="en-US" sz="1200" b="1" i="0" kern="1200" dirty="0">
                <a:solidFill>
                  <a:schemeClr val="tx1"/>
                </a:solidFill>
                <a:effectLst/>
                <a:latin typeface="Arial" panose="020B0604020202020204" pitchFamily="34" charset="0"/>
                <a:ea typeface="+mn-ea"/>
                <a:cs typeface="+mn-cs"/>
              </a:rPr>
              <a:t>Word embeddings</a:t>
            </a:r>
            <a:r>
              <a:rPr lang="en-US" sz="1200" b="0" i="0" kern="1200" dirty="0">
                <a:solidFill>
                  <a:schemeClr val="tx1"/>
                </a:solidFill>
                <a:effectLst/>
                <a:latin typeface="Arial" panose="020B0604020202020204" pitchFamily="34" charset="0"/>
                <a:ea typeface="+mn-ea"/>
                <a:cs typeface="+mn-cs"/>
              </a:rPr>
              <a:t> are dense numerical representations (vectors) of words in a continuous vector space, learned from large text corpora. Rather than representing words as sparse one-hot encoded vectors (which are high-dimensional and uninformative about relationships), embeddings capture semantic and syntactic relationships in low-dimensional dense vectors.</a:t>
            </a:r>
          </a:p>
          <a:p>
            <a:endParaRPr lang="en-US" sz="1200" b="0" i="0" kern="1200" dirty="0">
              <a:solidFill>
                <a:schemeClr val="tx1"/>
              </a:solidFill>
              <a:effectLst/>
              <a:latin typeface="Arial" panose="020B0604020202020204" pitchFamily="34" charset="0"/>
              <a:ea typeface="+mn-ea"/>
              <a:cs typeface="+mn-cs"/>
            </a:endParaRPr>
          </a:p>
          <a:p>
            <a:r>
              <a:rPr lang="en-US" sz="1200" b="1" i="0" kern="1200" dirty="0">
                <a:solidFill>
                  <a:schemeClr val="tx1"/>
                </a:solidFill>
                <a:effectLst/>
                <a:latin typeface="Arial" panose="020B0604020202020204" pitchFamily="34" charset="0"/>
                <a:ea typeface="+mn-ea"/>
                <a:cs typeface="+mn-cs"/>
              </a:rPr>
              <a:t>fastText</a:t>
            </a:r>
          </a:p>
          <a:p>
            <a:r>
              <a:rPr lang="en-US" sz="1200" b="1" i="0" kern="1200" dirty="0">
                <a:solidFill>
                  <a:schemeClr val="tx1"/>
                </a:solidFill>
                <a:effectLst/>
                <a:latin typeface="Arial" panose="020B0604020202020204" pitchFamily="34" charset="0"/>
                <a:ea typeface="+mn-ea"/>
                <a:cs typeface="+mn-cs"/>
              </a:rPr>
              <a:t>fastText</a:t>
            </a:r>
            <a:r>
              <a:rPr lang="en-US" sz="1200" b="0" i="0" kern="1200" dirty="0">
                <a:solidFill>
                  <a:schemeClr val="tx1"/>
                </a:solidFill>
                <a:effectLst/>
                <a:latin typeface="Arial" panose="020B0604020202020204" pitchFamily="34" charset="0"/>
                <a:ea typeface="+mn-ea"/>
                <a:cs typeface="+mn-cs"/>
              </a:rPr>
              <a:t> is a library and algorithm developed by Meta (formerly Facebook) for learning word embeddings that addresses a key limitation of earlier methods like Word2Vec: handling out-of-vocabulary (OOV) words and morphologically rich languages.</a:t>
            </a:r>
          </a:p>
          <a:p>
            <a:r>
              <a:rPr lang="en-US" sz="1200" b="1" i="0" kern="1200" dirty="0">
                <a:solidFill>
                  <a:schemeClr val="tx1"/>
                </a:solidFill>
                <a:effectLst/>
                <a:latin typeface="Arial" panose="020B0604020202020204" pitchFamily="34" charset="0"/>
                <a:ea typeface="+mn-ea"/>
                <a:cs typeface="+mn-cs"/>
              </a:rPr>
              <a:t>fastText's Key Innovation: Character N-grams</a:t>
            </a:r>
          </a:p>
          <a:p>
            <a:r>
              <a:rPr lang="en-US" sz="1200" b="0" i="0" kern="1200" dirty="0">
                <a:solidFill>
                  <a:schemeClr val="tx1"/>
                </a:solidFill>
                <a:effectLst/>
                <a:latin typeface="Arial" panose="020B0604020202020204" pitchFamily="34" charset="0"/>
                <a:ea typeface="+mn-ea"/>
                <a:cs typeface="+mn-cs"/>
              </a:rPr>
              <a:t>While Word2Vec treats each word as an atomic unit, fastText decomposes words into character n-grams (subword units).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kern="1200" dirty="0">
                <a:solidFill>
                  <a:schemeClr val="tx1"/>
                </a:solidFill>
                <a:effectLst/>
                <a:latin typeface="Arial" panose="020B0604020202020204" pitchFamily="34" charset="0"/>
                <a:ea typeface="+mn-ea"/>
                <a:cs typeface="+mn-cs"/>
              </a:rPr>
              <a:t>fastText embeddings are typically </a:t>
            </a:r>
            <a:r>
              <a:rPr lang="en-US" sz="1200" b="1" i="0" kern="1200" dirty="0">
                <a:solidFill>
                  <a:schemeClr val="tx1"/>
                </a:solidFill>
                <a:effectLst/>
                <a:latin typeface="Arial" panose="020B0604020202020204" pitchFamily="34" charset="0"/>
                <a:ea typeface="+mn-ea"/>
                <a:cs typeface="+mn-cs"/>
              </a:rPr>
              <a:t>Static</a:t>
            </a:r>
            <a:r>
              <a:rPr lang="en-US" sz="1200" b="0" i="0" kern="1200" dirty="0">
                <a:solidFill>
                  <a:schemeClr val="tx1"/>
                </a:solidFill>
                <a:effectLst/>
                <a:latin typeface="Arial" panose="020B0604020202020204" pitchFamily="34" charset="0"/>
                <a:ea typeface="+mn-ea"/>
                <a:cs typeface="+mn-cs"/>
              </a:rPr>
              <a:t>: Fixed representations (not context-dependent like BERT)</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kern="1200" dirty="0">
                <a:solidFill>
                  <a:schemeClr val="tx1"/>
                </a:solidFill>
                <a:effectLst/>
                <a:latin typeface="Arial" panose="020B0604020202020204" pitchFamily="34" charset="0"/>
                <a:ea typeface="+mn-ea"/>
                <a:cs typeface="+mn-cs"/>
              </a:rPr>
              <a:t>fastText embeddings are static and context-insensitive. They encode average word semantics from pretraining corpora, </a:t>
            </a:r>
            <a:r>
              <a:rPr lang="en-US" sz="1200" b="1" i="0" kern="1200" dirty="0">
                <a:solidFill>
                  <a:schemeClr val="tx1"/>
                </a:solidFill>
                <a:effectLst/>
                <a:latin typeface="Arial" panose="020B0604020202020204" pitchFamily="34" charset="0"/>
                <a:ea typeface="+mn-ea"/>
                <a:cs typeface="+mn-cs"/>
              </a:rPr>
              <a:t>not domain-specific senses</a:t>
            </a:r>
            <a:r>
              <a:rPr lang="en-US" sz="1200" b="0" i="0" kern="1200" dirty="0">
                <a:solidFill>
                  <a:schemeClr val="tx1"/>
                </a:solidFill>
                <a:effectLst/>
                <a:latin typeface="Arial" panose="020B0604020202020204" pitchFamily="34" charset="0"/>
                <a:ea typeface="+mn-ea"/>
                <a:cs typeface="+mn-cs"/>
              </a:rPr>
              <a:t>.</a:t>
            </a:r>
          </a:p>
          <a:p>
            <a:r>
              <a:rPr lang="en-US" sz="1200" b="1" i="0" kern="1200" dirty="0">
                <a:solidFill>
                  <a:schemeClr val="tx1"/>
                </a:solidFill>
                <a:effectLst/>
                <a:latin typeface="Arial" panose="020B0604020202020204" pitchFamily="34" charset="0"/>
                <a:ea typeface="+mn-ea"/>
                <a:cs typeface="+mn-cs"/>
              </a:rPr>
              <a:t>Averaging fastText embeddings </a:t>
            </a:r>
            <a:r>
              <a:rPr lang="en-US" sz="1200" b="0" i="0" kern="1200" dirty="0">
                <a:solidFill>
                  <a:schemeClr val="tx1"/>
                </a:solidFill>
                <a:effectLst/>
                <a:latin typeface="Arial" panose="020B0604020202020204" pitchFamily="34" charset="0"/>
                <a:ea typeface="+mn-ea"/>
                <a:cs typeface="+mn-cs"/>
              </a:rPr>
              <a:t>is a simple composition method given a sentence (sequence of words), you:</a:t>
            </a:r>
          </a:p>
          <a:p>
            <a:r>
              <a:rPr lang="en-US" sz="1200" b="0" i="0" kern="1200" dirty="0">
                <a:solidFill>
                  <a:schemeClr val="tx1"/>
                </a:solidFill>
                <a:effectLst/>
                <a:latin typeface="Arial" panose="020B0604020202020204" pitchFamily="34" charset="0"/>
                <a:ea typeface="+mn-ea"/>
                <a:cs typeface="+mn-cs"/>
              </a:rPr>
              <a:t>Look up the fastText embedding for each word</a:t>
            </a:r>
          </a:p>
          <a:p>
            <a:r>
              <a:rPr lang="en-US" sz="1200" b="0" i="0" kern="1200" dirty="0">
                <a:solidFill>
                  <a:schemeClr val="tx1"/>
                </a:solidFill>
                <a:effectLst/>
                <a:latin typeface="Arial" panose="020B0604020202020204" pitchFamily="34" charset="0"/>
                <a:ea typeface="+mn-ea"/>
                <a:cs typeface="+mn-cs"/>
              </a:rPr>
              <a:t>Compute the element-wise mean across all word vectors</a:t>
            </a:r>
          </a:p>
          <a:p>
            <a:r>
              <a:rPr lang="en-US" sz="1200" b="0" i="0" kern="1200" dirty="0">
                <a:solidFill>
                  <a:schemeClr val="tx1"/>
                </a:solidFill>
                <a:effectLst/>
                <a:latin typeface="Arial" panose="020B0604020202020204" pitchFamily="34" charset="0"/>
                <a:ea typeface="+mn-ea"/>
                <a:cs typeface="+mn-cs"/>
              </a:rPr>
              <a:t>Use this single averaged vector as the representation of the entire sentence</a:t>
            </a:r>
          </a:p>
          <a:p>
            <a:endParaRPr lang="en-US" sz="1200" b="0" i="0" kern="1200" dirty="0">
              <a:solidFill>
                <a:schemeClr val="tx1"/>
              </a:solidFill>
              <a:effectLst/>
              <a:latin typeface="Arial" panose="020B0604020202020204" pitchFamily="34"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0" i="0" kern="1200" dirty="0">
              <a:solidFill>
                <a:schemeClr val="tx1"/>
              </a:solidFill>
              <a:effectLst/>
              <a:latin typeface="Arial" panose="020B0604020202020204" pitchFamily="34" charset="0"/>
              <a:ea typeface="+mn-ea"/>
              <a:cs typeface="+mn-cs"/>
            </a:endParaRPr>
          </a:p>
          <a:p>
            <a:endParaRPr lang="en-US" sz="1200" b="0" i="0" kern="1200" dirty="0">
              <a:solidFill>
                <a:schemeClr val="tx1"/>
              </a:solidFill>
              <a:effectLst/>
              <a:latin typeface="Arial" panose="020B0604020202020204" pitchFamily="34" charset="0"/>
              <a:ea typeface="+mn-ea"/>
              <a:cs typeface="+mn-cs"/>
            </a:endParaRPr>
          </a:p>
          <a:p>
            <a:endParaRPr lang="en-US" sz="1200" b="0" i="0" kern="1200" dirty="0">
              <a:solidFill>
                <a:schemeClr val="tx1"/>
              </a:solidFill>
              <a:effectLst/>
              <a:latin typeface="Arial" panose="020B0604020202020204" pitchFamily="34" charset="0"/>
              <a:ea typeface="+mn-ea"/>
              <a:cs typeface="+mn-cs"/>
            </a:endParaRPr>
          </a:p>
          <a:p>
            <a:endParaRPr lang="en-US" sz="1200" b="0" i="0" kern="1200" dirty="0">
              <a:solidFill>
                <a:schemeClr val="tx1"/>
              </a:solidFill>
              <a:effectLst/>
              <a:latin typeface="Arial" panose="020B0604020202020204" pitchFamily="34" charset="0"/>
              <a:ea typeface="+mn-ea"/>
              <a:cs typeface="+mn-cs"/>
            </a:endParaRPr>
          </a:p>
          <a:p>
            <a:endParaRPr lang="en-US" sz="1200" b="0" i="0" kern="1200" dirty="0">
              <a:solidFill>
                <a:schemeClr val="tx1"/>
              </a:solidFill>
              <a:effectLst/>
              <a:latin typeface="Arial" panose="020B0604020202020204" pitchFamily="34" charset="0"/>
              <a:ea typeface="+mn-ea"/>
              <a:cs typeface="+mn-cs"/>
            </a:endParaRPr>
          </a:p>
        </p:txBody>
      </p:sp>
      <p:sp>
        <p:nvSpPr>
          <p:cNvPr id="4" name="Foliennummernplatzhalter 3">
            <a:extLst>
              <a:ext uri="{FF2B5EF4-FFF2-40B4-BE49-F238E27FC236}">
                <a16:creationId xmlns:a16="http://schemas.microsoft.com/office/drawing/2014/main" id="{6F834C21-0437-6080-C282-96ADFC45CB1F}"/>
              </a:ext>
            </a:extLst>
          </p:cNvPr>
          <p:cNvSpPr>
            <a:spLocks noGrp="1"/>
          </p:cNvSpPr>
          <p:nvPr>
            <p:ph type="sldNum" sz="quarter" idx="5"/>
            <p:custDataLst>
              <p:tags r:id="rId3"/>
            </p:custDataLst>
          </p:nvPr>
        </p:nvSpPr>
        <p:spPr/>
        <p:txBody>
          <a:bodyPr/>
          <a:lstStyle/>
          <a:p>
            <a:fld id="{DD8BEB3B-C5EA-45F3-97F0-E17E2A187F46}" type="slidenum">
              <a:rPr lang="de-AT" smtClean="0"/>
              <a:t>4</a:t>
            </a:fld>
            <a:endParaRPr lang="de-AT" dirty="0"/>
          </a:p>
        </p:txBody>
      </p:sp>
    </p:spTree>
    <p:extLst>
      <p:ext uri="{BB962C8B-B14F-4D97-AF65-F5344CB8AC3E}">
        <p14:creationId xmlns:p14="http://schemas.microsoft.com/office/powerpoint/2010/main" val="290049338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55878D-9CBD-A1E5-D605-83DD9F58FF60}"/>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A8F34D90-2334-260D-B529-5BEDD7167122}"/>
              </a:ext>
            </a:extLst>
          </p:cNvPr>
          <p:cNvSpPr>
            <a:spLocks noGrp="1" noRot="1" noChangeAspect="1"/>
          </p:cNvSpPr>
          <p:nvPr>
            <p:ph type="sldImg"/>
            <p:custDataLst>
              <p:tags r:id="rId1"/>
            </p:custDataLst>
          </p:nvPr>
        </p:nvSpPr>
        <p:spPr/>
        <p:txBody>
          <a:bodyPr/>
          <a:lstStyle/>
          <a:p>
            <a:endParaRPr lang="en-US"/>
          </a:p>
        </p:txBody>
      </p:sp>
      <p:sp>
        <p:nvSpPr>
          <p:cNvPr id="3" name="Notizenplatzhalter 2">
            <a:extLst>
              <a:ext uri="{FF2B5EF4-FFF2-40B4-BE49-F238E27FC236}">
                <a16:creationId xmlns:a16="http://schemas.microsoft.com/office/drawing/2014/main" id="{C5F0FE00-4FCF-6857-1184-96D10A9E95BC}"/>
              </a:ext>
            </a:extLst>
          </p:cNvPr>
          <p:cNvSpPr>
            <a:spLocks noGrp="1"/>
          </p:cNvSpPr>
          <p:nvPr>
            <p:ph type="body" idx="1"/>
            <p:custDataLst>
              <p:tags r:id="rId2"/>
            </p:custDataLst>
          </p:nvPr>
        </p:nvSpPr>
        <p:spPr/>
        <p:txBody>
          <a:bodyPr/>
          <a:lstStyle/>
          <a:p>
            <a:r>
              <a:rPr lang="en-US" sz="1200" b="1" i="0" u="none" strike="noStrike" kern="1200" baseline="0" dirty="0">
                <a:solidFill>
                  <a:schemeClr val="tx1"/>
                </a:solidFill>
                <a:latin typeface="Arial" panose="020B0604020202020204" pitchFamily="34" charset="0"/>
                <a:ea typeface="+mn-ea"/>
                <a:cs typeface="+mn-cs"/>
              </a:rPr>
              <a:t>Rule-based heuristics (accuracy 0.89): </a:t>
            </a:r>
          </a:p>
          <a:p>
            <a:pPr marL="171450" indent="-171450">
              <a:buFontTx/>
              <a:buChar char="-"/>
            </a:pPr>
            <a:r>
              <a:rPr lang="en-US" sz="1200" b="0" i="0" u="none" strike="noStrike" kern="1200" baseline="0" dirty="0">
                <a:solidFill>
                  <a:schemeClr val="tx1"/>
                </a:solidFill>
                <a:latin typeface="Arial" panose="020B0604020202020204" pitchFamily="34" charset="0"/>
                <a:ea typeface="+mn-ea"/>
                <a:cs typeface="+mn-cs"/>
              </a:rPr>
              <a:t>“Our hand-written rules got 89%. That is surprisingly good for a zero-learning approach, but there is a clear ceiling.”</a:t>
            </a:r>
          </a:p>
          <a:p>
            <a:pPr marL="171450" indent="-171450">
              <a:buFontTx/>
              <a:buChar char="-"/>
            </a:pPr>
            <a:r>
              <a:rPr lang="en-US" sz="1200" b="0" i="0" u="none" strike="noStrike" kern="1200" baseline="0" dirty="0">
                <a:solidFill>
                  <a:schemeClr val="tx1"/>
                </a:solidFill>
                <a:latin typeface="Arial" panose="020B0604020202020204" pitchFamily="34" charset="0"/>
                <a:ea typeface="+mn-ea"/>
                <a:cs typeface="+mn-cs"/>
              </a:rPr>
              <a:t>Where it fails: “Latin script is ambiguous. Kazakh uses Latin transliteration in our data, Latvian uses diacritics, and Yoruba uses Latin with minimal diacritics. Our rules cannot always distinguish them, so they leak Kazakh/Latvian/Yoruba into German.” </a:t>
            </a:r>
          </a:p>
          <a:p>
            <a:pPr marL="171450" indent="-171450">
              <a:buFontTx/>
              <a:buChar char="-"/>
            </a:pPr>
            <a:r>
              <a:rPr lang="en-US" sz="1200" b="0" i="0" u="none" strike="noStrike" kern="1200" baseline="0" dirty="0">
                <a:solidFill>
                  <a:schemeClr val="tx1"/>
                </a:solidFill>
                <a:latin typeface="Arial" panose="020B0604020202020204" pitchFamily="34" charset="0"/>
                <a:ea typeface="+mn-ea"/>
                <a:cs typeface="+mn-cs"/>
              </a:rPr>
              <a:t>Positives: “Urdu benefits massively from script cues—it uses the Nastaliq script, so it is almost perfectly separated.”</a:t>
            </a:r>
          </a:p>
          <a:p>
            <a:pPr marL="0" indent="0">
              <a:buFontTx/>
              <a:buNone/>
            </a:pPr>
            <a:endParaRPr lang="en-US" sz="1200" b="0" i="0" u="none" strike="noStrike" kern="1200" baseline="0" dirty="0">
              <a:solidFill>
                <a:schemeClr val="tx1"/>
              </a:solidFill>
              <a:latin typeface="Arial" panose="020B0604020202020204" pitchFamily="34" charset="0"/>
              <a:ea typeface="+mn-ea"/>
              <a:cs typeface="+mn-cs"/>
            </a:endParaRPr>
          </a:p>
          <a:p>
            <a:r>
              <a:rPr lang="en-US" sz="1200" b="1" i="0" u="none" strike="noStrike" kern="1200" baseline="0" dirty="0">
                <a:solidFill>
                  <a:schemeClr val="tx1"/>
                </a:solidFill>
                <a:latin typeface="Arial" panose="020B0604020202020204" pitchFamily="34" charset="0"/>
                <a:ea typeface="+mn-ea"/>
                <a:cs typeface="+mn-cs"/>
              </a:rPr>
              <a:t>Character n-gram logistic regression (accuracy 0.968, BEST): </a:t>
            </a:r>
          </a:p>
          <a:p>
            <a:pPr marL="171450" indent="-171450">
              <a:buFontTx/>
              <a:buChar char="-"/>
            </a:pPr>
            <a:r>
              <a:rPr lang="en-US" sz="1200" b="0" i="0" u="none" strike="noStrike" kern="1200" baseline="0" dirty="0">
                <a:solidFill>
                  <a:schemeClr val="tx1"/>
                </a:solidFill>
                <a:latin typeface="Arial" panose="020B0604020202020204" pitchFamily="34" charset="0"/>
                <a:ea typeface="+mn-ea"/>
                <a:cs typeface="+mn-cs"/>
              </a:rPr>
              <a:t>“The character n-gram model won. 96.8% accuracy is excellent, and it is lightweight.” </a:t>
            </a:r>
          </a:p>
          <a:p>
            <a:pPr marL="171450" indent="-171450">
              <a:buFontTx/>
              <a:buChar char="-"/>
            </a:pPr>
            <a:r>
              <a:rPr lang="en-US" sz="1200" b="0" i="0" u="none" strike="noStrike" kern="1200" baseline="0" dirty="0">
                <a:solidFill>
                  <a:schemeClr val="tx1"/>
                </a:solidFill>
                <a:latin typeface="Arial" panose="020B0604020202020204" pitchFamily="34" charset="0"/>
                <a:ea typeface="+mn-ea"/>
                <a:cs typeface="+mn-cs"/>
              </a:rPr>
              <a:t>Recall performance: “On several languages—Urdu, Kazakh—we got near-perfect recall. Those languages have distinctive n-grams that the model learned reliably.” </a:t>
            </a:r>
          </a:p>
          <a:p>
            <a:pPr marL="171450" indent="-171450">
              <a:buFontTx/>
              <a:buChar char="-"/>
            </a:pPr>
            <a:r>
              <a:rPr lang="en-US" sz="1200" b="0" i="0" u="none" strike="noStrike" kern="1200" baseline="0" dirty="0">
                <a:solidFill>
                  <a:schemeClr val="tx1"/>
                </a:solidFill>
                <a:latin typeface="Arial" panose="020B0604020202020204" pitchFamily="34" charset="0"/>
                <a:ea typeface="+mn-ea"/>
                <a:cs typeface="+mn-cs"/>
              </a:rPr>
              <a:t>Where it stumbles: “English and Swedish still confuse each other occasionally (both use Latin, similar letter frequencies). Very short numeric snippets are also ambiguous—‘123’ could be any language.”</a:t>
            </a:r>
          </a:p>
          <a:p>
            <a:pPr marL="0" indent="0">
              <a:buFontTx/>
              <a:buNone/>
            </a:pPr>
            <a:endParaRPr lang="en-US" sz="1200" b="0" i="0" u="none" strike="noStrike" kern="1200" baseline="0" dirty="0">
              <a:solidFill>
                <a:schemeClr val="tx1"/>
              </a:solidFill>
              <a:effectLst/>
              <a:latin typeface="Arial" panose="020B0604020202020204" pitchFamily="34" charset="0"/>
              <a:ea typeface="+mn-ea"/>
              <a:cs typeface="+mn-cs"/>
            </a:endParaRPr>
          </a:p>
          <a:p>
            <a:r>
              <a:rPr lang="en-US" sz="1200" b="1" i="0" u="none" strike="noStrike" kern="1200" baseline="0" dirty="0">
                <a:solidFill>
                  <a:schemeClr val="tx1"/>
                </a:solidFill>
                <a:latin typeface="Arial" panose="020B0604020202020204" pitchFamily="34" charset="0"/>
                <a:ea typeface="+mn-ea"/>
                <a:cs typeface="+mn-cs"/>
              </a:rPr>
              <a:t>XLM-R fine-tuning (accuracy 0.966, close second): </a:t>
            </a:r>
          </a:p>
          <a:p>
            <a:pPr marL="171450" indent="-171450">
              <a:buFontTx/>
              <a:buChar char="-"/>
            </a:pPr>
            <a:r>
              <a:rPr lang="en-US" sz="1200" b="0" i="0" u="none" strike="noStrike" kern="1200" baseline="0" dirty="0">
                <a:solidFill>
                  <a:schemeClr val="tx1"/>
                </a:solidFill>
                <a:latin typeface="Arial" panose="020B0604020202020204" pitchFamily="34" charset="0"/>
                <a:ea typeface="+mn-ea"/>
                <a:cs typeface="+mn-cs"/>
              </a:rPr>
              <a:t>“Only 0.2 percentage points behind the n-gram model, but with more compute overhead.” </a:t>
            </a:r>
          </a:p>
          <a:p>
            <a:pPr marL="171450" indent="-171450">
              <a:buFontTx/>
              <a:buChar char="-"/>
            </a:pPr>
            <a:r>
              <a:rPr lang="en-US" sz="1200" b="0" i="0" u="none" strike="noStrike" kern="1200" baseline="0" dirty="0">
                <a:solidFill>
                  <a:schemeClr val="tx1"/>
                </a:solidFill>
                <a:latin typeface="Arial" panose="020B0604020202020204" pitchFamily="34" charset="0"/>
                <a:ea typeface="+mn-ea"/>
                <a:cs typeface="+mn-cs"/>
              </a:rPr>
              <a:t>Strengths: “It does slightly better on French and Swedish—capturing syntactic patterns that character n-grams miss. And it is more robust to spelling variations or typos.” </a:t>
            </a:r>
          </a:p>
          <a:p>
            <a:pPr marL="171450" indent="-171450">
              <a:buFontTx/>
              <a:buChar char="-"/>
            </a:pPr>
            <a:r>
              <a:rPr lang="en-US" sz="1200" b="0" i="0" u="none" strike="noStrike" kern="1200" baseline="0" dirty="0">
                <a:solidFill>
                  <a:schemeClr val="tx1"/>
                </a:solidFill>
                <a:latin typeface="Arial" panose="020B0604020202020204" pitchFamily="34" charset="0"/>
                <a:ea typeface="+mn-ea"/>
                <a:cs typeface="+mn-cs"/>
              </a:rPr>
              <a:t>The trade-off: “Is 0.2% accuracy worth 15× the inference latency and GPU requirements? For most cases, no.”</a:t>
            </a:r>
          </a:p>
          <a:p>
            <a:pPr marL="0" indent="0">
              <a:buFontTx/>
              <a:buNone/>
            </a:pPr>
            <a:endParaRPr lang="en-US" sz="1200" b="0" i="0" u="none" strike="noStrike" kern="1200" baseline="0" dirty="0">
              <a:solidFill>
                <a:schemeClr val="tx1"/>
              </a:solidFill>
              <a:latin typeface="Arial" panose="020B0604020202020204" pitchFamily="34" charset="0"/>
              <a:ea typeface="+mn-ea"/>
              <a:cs typeface="+mn-cs"/>
            </a:endParaRPr>
          </a:p>
          <a:p>
            <a:r>
              <a:rPr lang="en-US" sz="1200" b="1" i="0" u="none" strike="noStrike" kern="1200" baseline="0" dirty="0">
                <a:solidFill>
                  <a:schemeClr val="tx1"/>
                </a:solidFill>
                <a:latin typeface="Arial" panose="020B0604020202020204" pitchFamily="34" charset="0"/>
                <a:ea typeface="+mn-ea"/>
                <a:cs typeface="+mn-cs"/>
              </a:rPr>
              <a:t>Key insight to emphasize: </a:t>
            </a:r>
          </a:p>
          <a:p>
            <a:r>
              <a:rPr lang="en-US" sz="1200" b="0" i="0" u="none" strike="noStrike" kern="1200" baseline="0" dirty="0">
                <a:solidFill>
                  <a:schemeClr val="tx1"/>
                </a:solidFill>
                <a:latin typeface="Arial" panose="020B0604020202020204" pitchFamily="34" charset="0"/>
                <a:ea typeface="+mn-ea"/>
                <a:cs typeface="+mn-cs"/>
              </a:rPr>
              <a:t>“Our main finding: </a:t>
            </a:r>
            <a:r>
              <a:rPr lang="en-US" sz="1200" b="1" i="0" u="none" strike="noStrike" kern="1200" baseline="0" dirty="0">
                <a:solidFill>
                  <a:schemeClr val="tx1"/>
                </a:solidFill>
                <a:latin typeface="Arial" panose="020B0604020202020204" pitchFamily="34" charset="0"/>
                <a:ea typeface="+mn-ea"/>
                <a:cs typeface="+mn-cs"/>
              </a:rPr>
              <a:t>character n-gram logistic regression is the sweet spot for production language ID. </a:t>
            </a:r>
            <a:r>
              <a:rPr lang="en-US" sz="1200" b="0" i="0" u="none" strike="noStrike" kern="1200" baseline="0" dirty="0">
                <a:solidFill>
                  <a:schemeClr val="tx1"/>
                </a:solidFill>
                <a:latin typeface="Arial" panose="020B0604020202020204" pitchFamily="34" charset="0"/>
                <a:ea typeface="+mn-ea"/>
                <a:cs typeface="+mn-cs"/>
              </a:rPr>
              <a:t>It is accurate, cheap, interpretable (top features are actual character sequences), and scales to new languages easily. Rules are useful for diagnostics; XLM-R for harder domains.”</a:t>
            </a:r>
            <a:endParaRPr lang="en-US" dirty="0">
              <a:effectLst/>
              <a:latin typeface="fkGroteskNeue"/>
            </a:endParaRPr>
          </a:p>
        </p:txBody>
      </p:sp>
      <p:sp>
        <p:nvSpPr>
          <p:cNvPr id="4" name="Foliennummernplatzhalter 3">
            <a:extLst>
              <a:ext uri="{FF2B5EF4-FFF2-40B4-BE49-F238E27FC236}">
                <a16:creationId xmlns:a16="http://schemas.microsoft.com/office/drawing/2014/main" id="{D93B5CA9-C60F-CE83-B5D4-88FBA90123A5}"/>
              </a:ext>
            </a:extLst>
          </p:cNvPr>
          <p:cNvSpPr>
            <a:spLocks noGrp="1"/>
          </p:cNvSpPr>
          <p:nvPr>
            <p:ph type="sldNum" sz="quarter" idx="5"/>
            <p:custDataLst>
              <p:tags r:id="rId3"/>
            </p:custDataLst>
          </p:nvPr>
        </p:nvSpPr>
        <p:spPr/>
        <p:txBody>
          <a:bodyPr/>
          <a:lstStyle/>
          <a:p>
            <a:fld id="{DD8BEB3B-C5EA-45F3-97F0-E17E2A187F46}" type="slidenum">
              <a:rPr lang="de-AT" smtClean="0"/>
              <a:t>5</a:t>
            </a:fld>
            <a:endParaRPr lang="de-AT" dirty="0"/>
          </a:p>
        </p:txBody>
      </p:sp>
    </p:spTree>
    <p:extLst>
      <p:ext uri="{BB962C8B-B14F-4D97-AF65-F5344CB8AC3E}">
        <p14:creationId xmlns:p14="http://schemas.microsoft.com/office/powerpoint/2010/main" val="311902197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F847D5-9DE3-A1DE-CAF2-8E3CC4846444}"/>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E5C59F6A-1B89-4AAF-64F1-7754C6EA39C2}"/>
              </a:ext>
            </a:extLst>
          </p:cNvPr>
          <p:cNvSpPr>
            <a:spLocks noGrp="1" noRot="1" noChangeAspect="1"/>
          </p:cNvSpPr>
          <p:nvPr>
            <p:ph type="sldImg"/>
            <p:custDataLst>
              <p:tags r:id="rId1"/>
            </p:custDataLst>
          </p:nvPr>
        </p:nvSpPr>
        <p:spPr/>
        <p:txBody>
          <a:bodyPr/>
          <a:lstStyle/>
          <a:p>
            <a:endParaRPr lang="en-US"/>
          </a:p>
        </p:txBody>
      </p:sp>
      <p:sp>
        <p:nvSpPr>
          <p:cNvPr id="3" name="Notizenplatzhalter 2">
            <a:extLst>
              <a:ext uri="{FF2B5EF4-FFF2-40B4-BE49-F238E27FC236}">
                <a16:creationId xmlns:a16="http://schemas.microsoft.com/office/drawing/2014/main" id="{F8A4FAC3-9925-0E83-5BFD-E74647EB6AB3}"/>
              </a:ext>
            </a:extLst>
          </p:cNvPr>
          <p:cNvSpPr>
            <a:spLocks noGrp="1"/>
          </p:cNvSpPr>
          <p:nvPr>
            <p:ph type="body" idx="1"/>
            <p:custDataLst>
              <p:tags r:id="rId2"/>
            </p:custDataLst>
          </p:nvPr>
        </p:nvSpPr>
        <p:spPr/>
        <p:txBody>
          <a:bodyPr/>
          <a:lstStyle/>
          <a:p>
            <a:r>
              <a:rPr lang="en-US" sz="1200" b="1" i="0" u="none" strike="noStrike" kern="1200" baseline="0" dirty="0">
                <a:solidFill>
                  <a:schemeClr val="tx1"/>
                </a:solidFill>
                <a:latin typeface="Arial" panose="020B0604020202020204" pitchFamily="34" charset="0"/>
                <a:ea typeface="+mn-ea"/>
                <a:cs typeface="+mn-cs"/>
              </a:rPr>
              <a:t>The setup: </a:t>
            </a:r>
          </a:p>
          <a:p>
            <a:pPr marL="171450" indent="-171450">
              <a:buFontTx/>
              <a:buChar char="-"/>
            </a:pPr>
            <a:r>
              <a:rPr lang="en-US" sz="1200" b="0" i="0" u="none" strike="noStrike" kern="1200" baseline="0" dirty="0">
                <a:solidFill>
                  <a:schemeClr val="tx1"/>
                </a:solidFill>
                <a:latin typeface="Arial" panose="020B0604020202020204" pitchFamily="34" charset="0"/>
                <a:ea typeface="+mn-ea"/>
                <a:cs typeface="+mn-cs"/>
              </a:rPr>
              <a:t>“In Question 1, we asked: if we use pretrained fastText embeddings as features for logistic regression, how robust are they when we switch from Wikipedia to real-world hate speech and social media?” </a:t>
            </a:r>
          </a:p>
          <a:p>
            <a:pPr marL="171450" indent="-171450">
              <a:buFontTx/>
              <a:buChar char="-"/>
            </a:pPr>
            <a:r>
              <a:rPr lang="en-US" sz="1200" b="0" i="0" u="none" strike="noStrike" kern="1200" baseline="0" dirty="0">
                <a:solidFill>
                  <a:schemeClr val="tx1"/>
                </a:solidFill>
                <a:latin typeface="Arial" panose="020B0604020202020204" pitchFamily="34" charset="0"/>
                <a:ea typeface="+mn-ea"/>
                <a:cs typeface="+mn-cs"/>
              </a:rPr>
              <a:t>Domain shift: “Wikipedia is formal, clean, curated. Social media is short, slangy, sometimes transliterated. It is a significant domain gap.”</a:t>
            </a:r>
          </a:p>
          <a:p>
            <a:endParaRPr lang="en-US" sz="1200" b="0" i="0" u="none" strike="noStrike" kern="1200" baseline="0" dirty="0">
              <a:solidFill>
                <a:schemeClr val="tx1"/>
              </a:solidFill>
              <a:latin typeface="Arial" panose="020B0604020202020204" pitchFamily="34" charset="0"/>
              <a:ea typeface="+mn-ea"/>
              <a:cs typeface="+mn-cs"/>
            </a:endParaRPr>
          </a:p>
          <a:p>
            <a:r>
              <a:rPr lang="en-US" sz="1200" b="1" i="0" u="none" strike="noStrike" kern="1200" baseline="0" dirty="0">
                <a:solidFill>
                  <a:schemeClr val="tx1"/>
                </a:solidFill>
                <a:latin typeface="Arial" panose="020B0604020202020204" pitchFamily="34" charset="0"/>
                <a:ea typeface="+mn-ea"/>
                <a:cs typeface="+mn-cs"/>
              </a:rPr>
              <a:t>In-domain performance (Wikipedia): </a:t>
            </a:r>
          </a:p>
          <a:p>
            <a:pPr marL="171450" indent="-171450">
              <a:buFontTx/>
              <a:buChar char="-"/>
            </a:pPr>
            <a:r>
              <a:rPr lang="en-US" sz="1200" b="0" i="0" u="none" strike="noStrike" kern="1200" baseline="0" dirty="0">
                <a:solidFill>
                  <a:schemeClr val="tx1"/>
                </a:solidFill>
                <a:latin typeface="Arial" panose="020B0604020202020204" pitchFamily="34" charset="0"/>
                <a:ea typeface="+mn-ea"/>
                <a:cs typeface="+mn-cs"/>
              </a:rPr>
              <a:t>“On Wikipedia, fastText was nearly perfect: 99.8% accuracy. Yoruba was the weakest link at 99.5%, but still excellent.” </a:t>
            </a:r>
          </a:p>
          <a:p>
            <a:pPr marL="171450" indent="-171450">
              <a:buFontTx/>
              <a:buChar char="-"/>
            </a:pPr>
            <a:r>
              <a:rPr lang="en-US" sz="1200" b="0" i="0" u="none" strike="noStrike" kern="1200" baseline="0" dirty="0">
                <a:solidFill>
                  <a:schemeClr val="tx1"/>
                </a:solidFill>
                <a:latin typeface="Arial" panose="020B0604020202020204" pitchFamily="34" charset="0"/>
                <a:ea typeface="+mn-ea"/>
                <a:cs typeface="+mn-cs"/>
              </a:rPr>
              <a:t>The illusion: “So you might think, ‘Embedding-based language ID is solved!’ But…”</a:t>
            </a:r>
          </a:p>
          <a:p>
            <a:endParaRPr lang="en-US" sz="1200" b="0" i="0" u="none" strike="noStrike" kern="1200" baseline="0" dirty="0">
              <a:solidFill>
                <a:schemeClr val="tx1"/>
              </a:solidFill>
              <a:latin typeface="Arial" panose="020B0604020202020204" pitchFamily="34" charset="0"/>
              <a:ea typeface="+mn-ea"/>
              <a:cs typeface="+mn-cs"/>
            </a:endParaRPr>
          </a:p>
          <a:p>
            <a:r>
              <a:rPr lang="en-US" sz="1200" b="1" i="0" u="none" strike="noStrike" kern="1200" baseline="0" dirty="0">
                <a:solidFill>
                  <a:schemeClr val="tx1"/>
                </a:solidFill>
                <a:latin typeface="Arial" panose="020B0604020202020204" pitchFamily="34" charset="0"/>
                <a:ea typeface="+mn-ea"/>
                <a:cs typeface="+mn-cs"/>
              </a:rPr>
              <a:t>Out-of-domain performance (hate speech/social media): </a:t>
            </a:r>
          </a:p>
          <a:p>
            <a:pPr marL="171450" indent="-171450">
              <a:buFontTx/>
              <a:buChar char="-"/>
            </a:pPr>
            <a:r>
              <a:rPr lang="en-US" sz="1200" b="0" i="0" u="none" strike="noStrike" kern="1200" baseline="0" dirty="0">
                <a:solidFill>
                  <a:schemeClr val="tx1"/>
                </a:solidFill>
                <a:latin typeface="Arial" panose="020B0604020202020204" pitchFamily="34" charset="0"/>
                <a:ea typeface="+mn-ea"/>
                <a:cs typeface="+mn-cs"/>
              </a:rPr>
              <a:t>“When we moved to social media, accuracy dropped only 1.17 percentage points to 98.63%—still very high.” </a:t>
            </a:r>
          </a:p>
          <a:p>
            <a:pPr marL="171450" indent="-171450">
              <a:buFontTx/>
              <a:buChar char="-"/>
            </a:pPr>
            <a:r>
              <a:rPr lang="en-US" sz="1200" b="0" i="0" u="none" strike="noStrike" kern="1200" baseline="0" dirty="0">
                <a:solidFill>
                  <a:schemeClr val="tx1"/>
                </a:solidFill>
                <a:latin typeface="Arial" panose="020B0604020202020204" pitchFamily="34" charset="0"/>
                <a:ea typeface="+mn-ea"/>
                <a:cs typeface="+mn-cs"/>
              </a:rPr>
              <a:t>Per-language breakdown: “But the drop was </a:t>
            </a:r>
            <a:r>
              <a:rPr lang="en-US" sz="1200" b="1" i="0" u="none" strike="noStrike" kern="1200" baseline="0" dirty="0">
                <a:solidFill>
                  <a:schemeClr val="tx1"/>
                </a:solidFill>
                <a:latin typeface="Arial" panose="020B0604020202020204" pitchFamily="34" charset="0"/>
                <a:ea typeface="+mn-ea"/>
                <a:cs typeface="+mn-cs"/>
              </a:rPr>
              <a:t>uneven</a:t>
            </a:r>
            <a:r>
              <a:rPr lang="en-US" sz="1200" b="0" i="0" u="none" strike="noStrike" kern="1200" baseline="0" dirty="0">
                <a:solidFill>
                  <a:schemeClr val="tx1"/>
                </a:solidFill>
                <a:latin typeface="Arial" panose="020B0604020202020204" pitchFamily="34" charset="0"/>
                <a:ea typeface="+mn-ea"/>
                <a:cs typeface="+mn-cs"/>
              </a:rPr>
              <a:t>. Swedish and Urdu stayed at 100%. Latvian dropped to 98.4%. And some languages showed hidden fragility in the error distributions.” </a:t>
            </a:r>
          </a:p>
          <a:p>
            <a:pPr marL="171450" indent="-171450">
              <a:buFontTx/>
              <a:buChar char="-"/>
            </a:pPr>
            <a:r>
              <a:rPr lang="en-US" sz="1200" b="0" i="0" u="none" strike="noStrike" kern="1200" baseline="0" dirty="0">
                <a:solidFill>
                  <a:schemeClr val="tx1"/>
                </a:solidFill>
                <a:latin typeface="Arial" panose="020B0604020202020204" pitchFamily="34" charset="0"/>
                <a:ea typeface="+mn-ea"/>
                <a:cs typeface="+mn-cs"/>
              </a:rPr>
              <a:t>Why this matters: “A 1% accuracy drop sounds small, but if you are processing millions of messages, that is tens of thousands of misclassifications.”</a:t>
            </a:r>
          </a:p>
          <a:p>
            <a:pPr marL="171450" indent="-171450">
              <a:buFontTx/>
              <a:buChar char="-"/>
            </a:pPr>
            <a:endParaRPr lang="en-US" sz="1200" b="0" i="0" u="none" strike="noStrike" kern="1200" baseline="0" dirty="0">
              <a:solidFill>
                <a:schemeClr val="tx1"/>
              </a:solidFill>
              <a:latin typeface="Arial" panose="020B0604020202020204" pitchFamily="34" charset="0"/>
              <a:ea typeface="+mn-ea"/>
              <a:cs typeface="+mn-cs"/>
            </a:endParaRPr>
          </a:p>
          <a:p>
            <a:r>
              <a:rPr lang="en-US" sz="1200" b="1" i="0" u="none" strike="noStrike" kern="1200" baseline="0" dirty="0">
                <a:solidFill>
                  <a:schemeClr val="tx1"/>
                </a:solidFill>
                <a:latin typeface="Arial" panose="020B0604020202020204" pitchFamily="34" charset="0"/>
                <a:ea typeface="+mn-ea"/>
                <a:cs typeface="+mn-cs"/>
              </a:rPr>
              <a:t>The key insight: OOV (Out-of-Vocabulary) coverage: </a:t>
            </a:r>
          </a:p>
          <a:p>
            <a:pPr marL="171450" indent="-171450">
              <a:buFontTx/>
              <a:buChar char="-"/>
            </a:pPr>
            <a:r>
              <a:rPr lang="en-US" sz="1200" b="0" i="0" u="none" strike="noStrike" kern="1200" baseline="0" dirty="0">
                <a:solidFill>
                  <a:schemeClr val="tx1"/>
                </a:solidFill>
                <a:latin typeface="Arial" panose="020B0604020202020204" pitchFamily="34" charset="0"/>
                <a:ea typeface="+mn-ea"/>
                <a:cs typeface="+mn-cs"/>
              </a:rPr>
              <a:t>“fastText embeddings are words. But social media contains slang, abbreviations, brand names, and transliterations that Wikipedia does not have.” </a:t>
            </a:r>
          </a:p>
          <a:p>
            <a:pPr marL="171450" indent="-171450">
              <a:buFontTx/>
              <a:buChar char="-"/>
            </a:pPr>
            <a:r>
              <a:rPr lang="en-US" sz="1200" b="0" i="0" u="none" strike="noStrike" kern="1200" baseline="0" dirty="0">
                <a:solidFill>
                  <a:schemeClr val="tx1"/>
                </a:solidFill>
                <a:latin typeface="Arial" panose="020B0604020202020204" pitchFamily="34" charset="0"/>
                <a:ea typeface="+mn-ea"/>
                <a:cs typeface="+mn-cs"/>
              </a:rPr>
              <a:t>Show the numbers: “Latvian had a </a:t>
            </a:r>
            <a:r>
              <a:rPr lang="en-US" sz="1200" b="1" i="0" u="none" strike="noStrike" kern="1200" baseline="0" dirty="0">
                <a:solidFill>
                  <a:schemeClr val="tx1"/>
                </a:solidFill>
                <a:latin typeface="Arial" panose="020B0604020202020204" pitchFamily="34" charset="0"/>
                <a:ea typeface="+mn-ea"/>
                <a:cs typeface="+mn-cs"/>
              </a:rPr>
              <a:t>24.1% OOV rate </a:t>
            </a:r>
            <a:r>
              <a:rPr lang="en-US" sz="1200" b="0" i="0" u="none" strike="noStrike" kern="1200" baseline="0" dirty="0">
                <a:solidFill>
                  <a:schemeClr val="tx1"/>
                </a:solidFill>
                <a:latin typeface="Arial" panose="020B0604020202020204" pitchFamily="34" charset="0"/>
                <a:ea typeface="+mn-ea"/>
                <a:cs typeface="+mn-cs"/>
              </a:rPr>
              <a:t>in social media—nearly 1 in 4 tokens were unseen during Wikipedia training. Yoruba was even worse at </a:t>
            </a:r>
            <a:r>
              <a:rPr lang="en-US" sz="1200" b="1" i="0" u="none" strike="noStrike" kern="1200" baseline="0" dirty="0">
                <a:solidFill>
                  <a:schemeClr val="tx1"/>
                </a:solidFill>
                <a:latin typeface="Arial" panose="020B0604020202020204" pitchFamily="34" charset="0"/>
                <a:ea typeface="+mn-ea"/>
                <a:cs typeface="+mn-cs"/>
              </a:rPr>
              <a:t>37.9% OOV</a:t>
            </a:r>
            <a:r>
              <a:rPr lang="en-US" sz="1200" b="0" i="0" u="none" strike="noStrike" kern="1200" baseline="0" dirty="0">
                <a:solidFill>
                  <a:schemeClr val="tx1"/>
                </a:solidFill>
                <a:latin typeface="Arial" panose="020B0604020202020204" pitchFamily="34" charset="0"/>
                <a:ea typeface="+mn-ea"/>
                <a:cs typeface="+mn-cs"/>
              </a:rPr>
              <a:t>. Kazakh was better at 8.5%, but still significant.” </a:t>
            </a:r>
          </a:p>
          <a:p>
            <a:pPr marL="171450" indent="-171450">
              <a:buFontTx/>
              <a:buChar char="-"/>
            </a:pPr>
            <a:r>
              <a:rPr lang="en-US" sz="1200" b="0" i="0" u="none" strike="noStrike" kern="1200" baseline="0" dirty="0">
                <a:solidFill>
                  <a:schemeClr val="tx1"/>
                </a:solidFill>
                <a:latin typeface="Arial" panose="020B0604020202020204" pitchFamily="34" charset="0"/>
                <a:ea typeface="+mn-ea"/>
                <a:cs typeface="+mn-cs"/>
              </a:rPr>
              <a:t>Manual errors: “We found misclassified posts like a two-token Kazakh message labeled as Yoruba—too short and too transliterated for the embeddings to work.”</a:t>
            </a:r>
          </a:p>
          <a:p>
            <a:pPr marL="171450" indent="-171450">
              <a:buFontTx/>
              <a:buChar char="-"/>
            </a:pPr>
            <a:endParaRPr lang="en-US" sz="1200" b="0" i="0" u="none" strike="noStrike" kern="1200" baseline="0" dirty="0">
              <a:solidFill>
                <a:schemeClr val="tx1"/>
              </a:solidFill>
              <a:latin typeface="Arial" panose="020B0604020202020204" pitchFamily="34" charset="0"/>
              <a:ea typeface="+mn-ea"/>
              <a:cs typeface="+mn-cs"/>
            </a:endParaRPr>
          </a:p>
          <a:p>
            <a:r>
              <a:rPr lang="en-US" sz="1200" b="1" i="0" u="none" strike="noStrike" kern="1200" baseline="0" dirty="0">
                <a:solidFill>
                  <a:schemeClr val="tx1"/>
                </a:solidFill>
                <a:latin typeface="Arial" panose="020B0604020202020204" pitchFamily="34" charset="0"/>
                <a:ea typeface="+mn-ea"/>
                <a:cs typeface="+mn-cs"/>
              </a:rPr>
              <a:t>The headline-metric trap: </a:t>
            </a:r>
          </a:p>
          <a:p>
            <a:pPr marL="171450" indent="-171450">
              <a:buFontTx/>
              <a:buChar char="-"/>
            </a:pPr>
            <a:r>
              <a:rPr lang="en-US" sz="1200" b="0" i="0" u="none" strike="noStrike" kern="1200" baseline="0" dirty="0">
                <a:solidFill>
                  <a:schemeClr val="tx1"/>
                </a:solidFill>
                <a:latin typeface="Arial" panose="020B0604020202020204" pitchFamily="34" charset="0"/>
                <a:ea typeface="+mn-ea"/>
                <a:cs typeface="+mn-cs"/>
              </a:rPr>
              <a:t>“This is crucial: </a:t>
            </a:r>
            <a:r>
              <a:rPr lang="en-US" sz="1200" b="1" i="0" u="none" strike="noStrike" kern="1200" baseline="0" dirty="0">
                <a:solidFill>
                  <a:schemeClr val="tx1"/>
                </a:solidFill>
                <a:latin typeface="Arial" panose="020B0604020202020204" pitchFamily="34" charset="0"/>
                <a:ea typeface="+mn-ea"/>
                <a:cs typeface="+mn-cs"/>
              </a:rPr>
              <a:t>accuracy hides failures when classes are imbalanced or errors cluster by language.</a:t>
            </a:r>
            <a:r>
              <a:rPr lang="en-US" sz="1200" b="0" i="0" u="none" strike="noStrike" kern="1200" baseline="0" dirty="0">
                <a:solidFill>
                  <a:schemeClr val="tx1"/>
                </a:solidFill>
                <a:latin typeface="Arial" panose="020B0604020202020204" pitchFamily="34" charset="0"/>
                <a:ea typeface="+mn-ea"/>
                <a:cs typeface="+mn-cs"/>
              </a:rPr>
              <a:t>” </a:t>
            </a:r>
          </a:p>
          <a:p>
            <a:pPr marL="171450" indent="-171450">
              <a:buFontTx/>
              <a:buChar char="-"/>
            </a:pPr>
            <a:r>
              <a:rPr lang="en-US" sz="1200" b="0" i="0" u="none" strike="noStrike" kern="1200" baseline="0" dirty="0">
                <a:solidFill>
                  <a:schemeClr val="tx1"/>
                </a:solidFill>
                <a:latin typeface="Arial" panose="020B0604020202020204" pitchFamily="34" charset="0"/>
                <a:ea typeface="+mn-ea"/>
                <a:cs typeface="+mn-cs"/>
              </a:rPr>
              <a:t>Example: “If Yoruba represents 1% of social media data, a 10% error rate on Yoruba barely moves overall accuracy, but it is a real problem for Yoruba-language content.”</a:t>
            </a:r>
          </a:p>
          <a:p>
            <a:pPr marL="0" indent="0">
              <a:buFontTx/>
              <a:buNone/>
            </a:pPr>
            <a:endParaRPr lang="en-US" sz="1200" b="0" i="0" u="none" strike="noStrike" kern="1200" baseline="0" dirty="0">
              <a:solidFill>
                <a:schemeClr val="tx1"/>
              </a:solidFill>
              <a:latin typeface="Arial" panose="020B0604020202020204" pitchFamily="34" charset="0"/>
              <a:ea typeface="+mn-ea"/>
              <a:cs typeface="+mn-cs"/>
            </a:endParaRPr>
          </a:p>
          <a:p>
            <a:r>
              <a:rPr lang="en-US" sz="1200" b="1" i="0" u="none" strike="noStrike" kern="1200" baseline="0" dirty="0">
                <a:solidFill>
                  <a:schemeClr val="tx1"/>
                </a:solidFill>
                <a:latin typeface="Arial" panose="020B0604020202020204" pitchFamily="34" charset="0"/>
                <a:ea typeface="+mn-ea"/>
                <a:cs typeface="+mn-cs"/>
              </a:rPr>
              <a:t>Mitigation mentioned in Q1: </a:t>
            </a:r>
          </a:p>
          <a:p>
            <a:pPr marL="171450" indent="-171450">
              <a:buFontTx/>
              <a:buChar char="-"/>
            </a:pPr>
            <a:r>
              <a:rPr lang="en-US" sz="1200" b="0" i="0" u="none" strike="noStrike" kern="1200" baseline="0" dirty="0">
                <a:solidFill>
                  <a:schemeClr val="tx1"/>
                </a:solidFill>
                <a:latin typeface="Arial" panose="020B0604020202020204" pitchFamily="34" charset="0"/>
                <a:ea typeface="+mn-ea"/>
                <a:cs typeface="+mn-cs"/>
              </a:rPr>
              <a:t>“To fix this, we recommend pairing fastText with character n-grams and flagging high-OOV sentences. The script supports a --enable-fasttext-char-backoff flag that automatically routes risky sentences to a character-based classifier.”</a:t>
            </a:r>
          </a:p>
          <a:p>
            <a:pPr marL="0" indent="0">
              <a:buFontTx/>
              <a:buNone/>
            </a:pPr>
            <a:endParaRPr lang="en-US" sz="1200" b="0" i="0" u="none" strike="noStrike" kern="1200" baseline="0" dirty="0">
              <a:solidFill>
                <a:schemeClr val="tx1"/>
              </a:solidFill>
              <a:latin typeface="Arial" panose="020B0604020202020204" pitchFamily="34" charset="0"/>
              <a:ea typeface="+mn-ea"/>
              <a:cs typeface="+mn-cs"/>
            </a:endParaRPr>
          </a:p>
          <a:p>
            <a:r>
              <a:rPr lang="en-US" sz="1200" b="1" i="0" u="none" strike="noStrike" kern="1200" baseline="0" dirty="0">
                <a:solidFill>
                  <a:schemeClr val="tx1"/>
                </a:solidFill>
                <a:latin typeface="Arial" panose="020B0604020202020204" pitchFamily="34" charset="0"/>
                <a:ea typeface="+mn-ea"/>
                <a:cs typeface="+mn-cs"/>
              </a:rPr>
              <a:t>Key takeaway: </a:t>
            </a:r>
            <a:r>
              <a:rPr lang="en-US" sz="1200" b="0" i="0" u="none" strike="noStrike" kern="1200" baseline="0" dirty="0">
                <a:solidFill>
                  <a:schemeClr val="tx1"/>
                </a:solidFill>
                <a:latin typeface="Arial" panose="020B0604020202020204" pitchFamily="34" charset="0"/>
                <a:ea typeface="+mn-ea"/>
                <a:cs typeface="+mn-cs"/>
              </a:rPr>
              <a:t>“</a:t>
            </a:r>
            <a:r>
              <a:rPr lang="en-US" sz="1200" b="1" i="0" u="none" strike="noStrike" kern="1200" baseline="0" dirty="0">
                <a:solidFill>
                  <a:schemeClr val="tx1"/>
                </a:solidFill>
                <a:latin typeface="Arial" panose="020B0604020202020204" pitchFamily="34" charset="0"/>
                <a:ea typeface="+mn-ea"/>
                <a:cs typeface="+mn-cs"/>
              </a:rPr>
              <a:t>Pretrained word embeddings alone are not a safe baseline for multilingual language ID without character-level backups and per-domain coverage checks.</a:t>
            </a:r>
            <a:r>
              <a:rPr lang="en-US" sz="1200" b="0" i="0" u="none" strike="noStrike" kern="1200" baseline="0" dirty="0">
                <a:solidFill>
                  <a:schemeClr val="tx1"/>
                </a:solidFill>
                <a:latin typeface="Arial" panose="020B0604020202020204" pitchFamily="34" charset="0"/>
                <a:ea typeface="+mn-ea"/>
                <a:cs typeface="+mn-cs"/>
              </a:rPr>
              <a:t>”</a:t>
            </a:r>
            <a:endParaRPr lang="en-US" dirty="0">
              <a:effectLst/>
              <a:latin typeface="fkGroteskNeue"/>
            </a:endParaRPr>
          </a:p>
        </p:txBody>
      </p:sp>
      <p:sp>
        <p:nvSpPr>
          <p:cNvPr id="4" name="Foliennummernplatzhalter 3">
            <a:extLst>
              <a:ext uri="{FF2B5EF4-FFF2-40B4-BE49-F238E27FC236}">
                <a16:creationId xmlns:a16="http://schemas.microsoft.com/office/drawing/2014/main" id="{013618DD-63AD-99E4-E13D-367F22639304}"/>
              </a:ext>
            </a:extLst>
          </p:cNvPr>
          <p:cNvSpPr>
            <a:spLocks noGrp="1"/>
          </p:cNvSpPr>
          <p:nvPr>
            <p:ph type="sldNum" sz="quarter" idx="5"/>
            <p:custDataLst>
              <p:tags r:id="rId3"/>
            </p:custDataLst>
          </p:nvPr>
        </p:nvSpPr>
        <p:spPr/>
        <p:txBody>
          <a:bodyPr/>
          <a:lstStyle/>
          <a:p>
            <a:fld id="{DD8BEB3B-C5EA-45F3-97F0-E17E2A187F46}" type="slidenum">
              <a:rPr lang="de-AT" smtClean="0"/>
              <a:t>6</a:t>
            </a:fld>
            <a:endParaRPr lang="de-AT" dirty="0"/>
          </a:p>
        </p:txBody>
      </p:sp>
    </p:spTree>
    <p:extLst>
      <p:ext uri="{BB962C8B-B14F-4D97-AF65-F5344CB8AC3E}">
        <p14:creationId xmlns:p14="http://schemas.microsoft.com/office/powerpoint/2010/main" val="236117531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9CF96B-6D90-FFA9-AE46-869BF70DC039}"/>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32A1941A-4486-1680-3BBF-A29D64E9B0DE}"/>
              </a:ext>
            </a:extLst>
          </p:cNvPr>
          <p:cNvSpPr>
            <a:spLocks noGrp="1" noRot="1" noChangeAspect="1"/>
          </p:cNvSpPr>
          <p:nvPr>
            <p:ph type="sldImg"/>
            <p:custDataLst>
              <p:tags r:id="rId1"/>
            </p:custDataLst>
          </p:nvPr>
        </p:nvSpPr>
        <p:spPr/>
        <p:txBody>
          <a:bodyPr/>
          <a:lstStyle/>
          <a:p>
            <a:endParaRPr lang="en-US"/>
          </a:p>
        </p:txBody>
      </p:sp>
      <p:sp>
        <p:nvSpPr>
          <p:cNvPr id="3" name="Notizenplatzhalter 2">
            <a:extLst>
              <a:ext uri="{FF2B5EF4-FFF2-40B4-BE49-F238E27FC236}">
                <a16:creationId xmlns:a16="http://schemas.microsoft.com/office/drawing/2014/main" id="{40B491A9-126C-F341-11F4-AFCC71F03DE2}"/>
              </a:ext>
            </a:extLst>
          </p:cNvPr>
          <p:cNvSpPr>
            <a:spLocks noGrp="1"/>
          </p:cNvSpPr>
          <p:nvPr>
            <p:ph type="body" idx="1"/>
            <p:custDataLst>
              <p:tags r:id="rId2"/>
            </p:custDataLst>
          </p:nvPr>
        </p:nvSpPr>
        <p:spPr/>
        <p:txBody>
          <a:bodyPr/>
          <a:lstStyle/>
          <a:p>
            <a:r>
              <a:rPr lang="en-US" sz="1200" b="1" i="0" u="none" strike="noStrike" kern="1200" baseline="0" dirty="0">
                <a:solidFill>
                  <a:schemeClr val="tx1"/>
                </a:solidFill>
                <a:latin typeface="Arial" panose="020B0604020202020204" pitchFamily="34" charset="0"/>
                <a:ea typeface="+mn-ea"/>
                <a:cs typeface="+mn-cs"/>
              </a:rPr>
              <a:t>Detailed OOD Robustness — Macro F1 Comparison</a:t>
            </a:r>
          </a:p>
          <a:p>
            <a:endParaRPr lang="en-US" sz="1200" b="1" i="0" u="none" strike="noStrike" kern="1200" baseline="0" dirty="0">
              <a:solidFill>
                <a:schemeClr val="tx1"/>
              </a:solidFill>
              <a:latin typeface="Arial" panose="020B0604020202020204" pitchFamily="34" charset="0"/>
              <a:ea typeface="+mn-ea"/>
              <a:cs typeface="+mn-cs"/>
            </a:endParaRPr>
          </a:p>
          <a:p>
            <a:r>
              <a:rPr lang="en-US" sz="1200" b="1" i="0" u="none" strike="noStrike" kern="1200" baseline="0" dirty="0">
                <a:solidFill>
                  <a:schemeClr val="tx1"/>
                </a:solidFill>
                <a:latin typeface="Arial" panose="020B0604020202020204" pitchFamily="34" charset="0"/>
                <a:ea typeface="+mn-ea"/>
                <a:cs typeface="+mn-cs"/>
              </a:rPr>
              <a:t>Objective of this slide: </a:t>
            </a:r>
            <a:r>
              <a:rPr lang="en-US" sz="1200" b="0" i="0" u="none" strike="noStrike" kern="1200" baseline="0" dirty="0">
                <a:solidFill>
                  <a:schemeClr val="tx1"/>
                </a:solidFill>
                <a:latin typeface="Arial" panose="020B0604020202020204" pitchFamily="34" charset="0"/>
                <a:ea typeface="+mn-ea"/>
                <a:cs typeface="+mn-cs"/>
              </a:rPr>
              <a:t>Show why overall accuracy is misleading and per-language metrics matter.</a:t>
            </a:r>
          </a:p>
          <a:p>
            <a:endParaRPr lang="en-US" sz="1200" b="1" i="0" u="none" strike="noStrike" kern="1200" baseline="0" dirty="0">
              <a:solidFill>
                <a:schemeClr val="tx1"/>
              </a:solidFill>
              <a:latin typeface="Arial" panose="020B0604020202020204" pitchFamily="34" charset="0"/>
              <a:ea typeface="+mn-ea"/>
              <a:cs typeface="+mn-cs"/>
            </a:endParaRPr>
          </a:p>
          <a:p>
            <a:r>
              <a:rPr lang="en-US" sz="1200" b="1" i="0" u="none" strike="noStrike" kern="1200" baseline="0" dirty="0">
                <a:solidFill>
                  <a:schemeClr val="tx1"/>
                </a:solidFill>
                <a:latin typeface="Arial" panose="020B0604020202020204" pitchFamily="34" charset="0"/>
                <a:ea typeface="+mn-ea"/>
                <a:cs typeface="+mn-cs"/>
              </a:rPr>
              <a:t>The setup: </a:t>
            </a:r>
          </a:p>
          <a:p>
            <a:pPr marL="171450" indent="-171450">
              <a:buFontTx/>
              <a:buChar char="-"/>
            </a:pPr>
            <a:r>
              <a:rPr lang="en-US" sz="1200" b="0" i="0" u="none" strike="noStrike" kern="1200" baseline="0" dirty="0">
                <a:solidFill>
                  <a:schemeClr val="tx1"/>
                </a:solidFill>
                <a:latin typeface="Arial" panose="020B0604020202020204" pitchFamily="34" charset="0"/>
                <a:ea typeface="+mn-ea"/>
                <a:cs typeface="+mn-cs"/>
              </a:rPr>
              <a:t>“Here is where things get interesting. We computed not just accuracy, but per-language F1 scores on the social media data, then averaged them.” </a:t>
            </a:r>
          </a:p>
          <a:p>
            <a:pPr marL="171450" indent="-171450">
              <a:buFontTx/>
              <a:buChar char="-"/>
            </a:pPr>
            <a:r>
              <a:rPr lang="en-US" sz="1200" b="0" i="0" u="none" strike="noStrike" kern="1200" baseline="0" dirty="0">
                <a:solidFill>
                  <a:schemeClr val="tx1"/>
                </a:solidFill>
                <a:latin typeface="Arial" panose="020B0604020202020204" pitchFamily="34" charset="0"/>
                <a:ea typeface="+mn-ea"/>
                <a:cs typeface="+mn-cs"/>
              </a:rPr>
              <a:t>Why macro F1 matters: “Macro F1 treats each language equally, so if our model fails on Yoruba (a minority class), it shows up in the metric. Accuracy would hide it if Yoruba is rare.”</a:t>
            </a:r>
          </a:p>
          <a:p>
            <a:pPr marL="0" indent="0">
              <a:buFontTx/>
              <a:buNone/>
            </a:pPr>
            <a:endParaRPr lang="en-US" sz="1200" b="0" i="0" u="none" strike="noStrike" kern="1200" baseline="0" dirty="0">
              <a:solidFill>
                <a:schemeClr val="tx1"/>
              </a:solidFill>
              <a:latin typeface="Arial" panose="020B0604020202020204" pitchFamily="34" charset="0"/>
              <a:ea typeface="+mn-ea"/>
              <a:cs typeface="+mn-cs"/>
            </a:endParaRPr>
          </a:p>
          <a:p>
            <a:r>
              <a:rPr lang="en-US" sz="1200" b="1" i="0" u="none" strike="noStrike" kern="1200" baseline="0" dirty="0">
                <a:solidFill>
                  <a:schemeClr val="tx1"/>
                </a:solidFill>
                <a:latin typeface="Arial" panose="020B0604020202020204" pitchFamily="34" charset="0"/>
                <a:ea typeface="+mn-ea"/>
                <a:cs typeface="+mn-cs"/>
              </a:rPr>
              <a:t>fastText alone (macro F1: 0.666): </a:t>
            </a:r>
          </a:p>
          <a:p>
            <a:pPr marL="171450" indent="-171450">
              <a:buFontTx/>
              <a:buChar char="-"/>
            </a:pPr>
            <a:r>
              <a:rPr lang="en-US" sz="1200" b="0" i="0" u="none" strike="noStrike" kern="1200" baseline="0" dirty="0">
                <a:solidFill>
                  <a:schemeClr val="tx1"/>
                </a:solidFill>
                <a:latin typeface="Arial" panose="020B0604020202020204" pitchFamily="34" charset="0"/>
                <a:ea typeface="+mn-ea"/>
                <a:cs typeface="+mn-cs"/>
              </a:rPr>
              <a:t>“Despite high accuracy, fastText’s macro F1 was only 0.67—it means the average per-language performance was mediocre.” </a:t>
            </a:r>
          </a:p>
          <a:p>
            <a:pPr marL="171450" indent="-171450">
              <a:buFontTx/>
              <a:buChar char="-"/>
            </a:pPr>
            <a:r>
              <a:rPr lang="en-US" sz="1200" b="0" i="0" u="none" strike="noStrike" kern="1200" baseline="0" dirty="0">
                <a:solidFill>
                  <a:schemeClr val="tx1"/>
                </a:solidFill>
                <a:latin typeface="Arial" panose="020B0604020202020204" pitchFamily="34" charset="0"/>
                <a:ea typeface="+mn-ea"/>
                <a:cs typeface="+mn-cs"/>
              </a:rPr>
              <a:t>Breakdown by language: </a:t>
            </a:r>
          </a:p>
          <a:p>
            <a:pPr marL="628650" lvl="1" indent="-171450">
              <a:buFontTx/>
              <a:buChar char="-"/>
            </a:pPr>
            <a:r>
              <a:rPr lang="en-US" sz="1200" b="0" i="0" u="none" strike="noStrike" kern="1200" baseline="0" dirty="0">
                <a:solidFill>
                  <a:schemeClr val="tx1"/>
                </a:solidFill>
                <a:latin typeface="Arial" panose="020B0604020202020204" pitchFamily="34" charset="0"/>
                <a:ea typeface="+mn-ea"/>
                <a:cs typeface="+mn-cs"/>
              </a:rPr>
              <a:t>Kazakh: 0.50 F1 (poor). </a:t>
            </a:r>
          </a:p>
          <a:p>
            <a:pPr marL="628650" lvl="1" indent="-171450">
              <a:buFontTx/>
              <a:buChar char="-"/>
            </a:pPr>
            <a:r>
              <a:rPr lang="en-US" sz="1200" b="0" i="0" u="none" strike="noStrike" kern="1200" baseline="0" dirty="0">
                <a:solidFill>
                  <a:schemeClr val="tx1"/>
                </a:solidFill>
                <a:latin typeface="Arial" panose="020B0604020202020204" pitchFamily="34" charset="0"/>
                <a:ea typeface="+mn-ea"/>
                <a:cs typeface="+mn-cs"/>
              </a:rPr>
              <a:t>Latvian: 0.33 F1 (terrible). </a:t>
            </a:r>
          </a:p>
          <a:p>
            <a:pPr marL="628650" lvl="1" indent="-171450">
              <a:buFontTx/>
              <a:buChar char="-"/>
            </a:pPr>
            <a:r>
              <a:rPr lang="en-US" sz="1200" b="0" i="0" u="none" strike="noStrike" kern="1200" baseline="0" dirty="0">
                <a:solidFill>
                  <a:schemeClr val="tx1"/>
                </a:solidFill>
                <a:latin typeface="Arial" panose="020B0604020202020204" pitchFamily="34" charset="0"/>
                <a:ea typeface="+mn-ea"/>
                <a:cs typeface="+mn-cs"/>
              </a:rPr>
              <a:t>Swedish: 1.0 F1 (perfect). </a:t>
            </a:r>
          </a:p>
          <a:p>
            <a:pPr marL="628650" lvl="1" indent="-171450">
              <a:buFontTx/>
              <a:buChar char="-"/>
            </a:pPr>
            <a:r>
              <a:rPr lang="en-US" sz="1200" b="0" i="0" u="none" strike="noStrike" kern="1200" baseline="0" dirty="0">
                <a:solidFill>
                  <a:schemeClr val="tx1"/>
                </a:solidFill>
                <a:latin typeface="Arial" panose="020B0604020202020204" pitchFamily="34" charset="0"/>
                <a:ea typeface="+mn-ea"/>
                <a:cs typeface="+mn-cs"/>
              </a:rPr>
              <a:t>Urdu: 1.0 F1 (perfect). </a:t>
            </a:r>
          </a:p>
          <a:p>
            <a:pPr marL="628650" lvl="1" indent="-171450">
              <a:buFontTx/>
              <a:buChar char="-"/>
            </a:pPr>
            <a:r>
              <a:rPr lang="en-US" sz="1200" b="0" i="0" u="none" strike="noStrike" kern="1200" baseline="0" dirty="0">
                <a:solidFill>
                  <a:schemeClr val="tx1"/>
                </a:solidFill>
                <a:latin typeface="Arial" panose="020B0604020202020204" pitchFamily="34" charset="0"/>
                <a:ea typeface="+mn-ea"/>
                <a:cs typeface="+mn-cs"/>
              </a:rPr>
              <a:t>Yoruba: 0.50 F1 (poor). </a:t>
            </a:r>
          </a:p>
          <a:p>
            <a:pPr marL="171450" lvl="0" indent="-171450">
              <a:buFontTx/>
              <a:buChar char="-"/>
            </a:pPr>
            <a:r>
              <a:rPr lang="en-US" sz="1200" b="0" i="0" u="none" strike="noStrike" kern="1200" baseline="0" dirty="0">
                <a:solidFill>
                  <a:schemeClr val="tx1"/>
                </a:solidFill>
                <a:latin typeface="Arial" panose="020B0604020202020204" pitchFamily="34" charset="0"/>
                <a:ea typeface="+mn-ea"/>
                <a:cs typeface="+mn-cs"/>
              </a:rPr>
              <a:t>Insight: “Imbalanced success. Two languages near-perfect, three languages near-random.”</a:t>
            </a:r>
          </a:p>
          <a:p>
            <a:pPr marL="628650" lvl="1" indent="-171450">
              <a:buFontTx/>
              <a:buChar char="-"/>
            </a:pPr>
            <a:endParaRPr lang="en-US" sz="1200" b="0" i="0" u="none" strike="noStrike" kern="1200" baseline="0" dirty="0">
              <a:solidFill>
                <a:schemeClr val="tx1"/>
              </a:solidFill>
              <a:effectLst/>
              <a:latin typeface="fkGroteskNeue"/>
              <a:ea typeface="+mn-ea"/>
              <a:cs typeface="+mn-cs"/>
            </a:endParaRPr>
          </a:p>
          <a:p>
            <a:r>
              <a:rPr lang="en-US" sz="1200" b="1" i="0" u="none" strike="noStrike" kern="1200" baseline="0" dirty="0">
                <a:solidFill>
                  <a:schemeClr val="tx1"/>
                </a:solidFill>
                <a:latin typeface="Arial" panose="020B0604020202020204" pitchFamily="34" charset="0"/>
                <a:ea typeface="+mn-ea"/>
                <a:cs typeface="+mn-cs"/>
              </a:rPr>
              <a:t>Character n-gram alone (macro F1: 0.506): </a:t>
            </a:r>
          </a:p>
          <a:p>
            <a:pPr marL="171450" indent="-171450">
              <a:buFontTx/>
              <a:buChar char="-"/>
            </a:pPr>
            <a:r>
              <a:rPr lang="en-US" sz="1200" b="0" i="0" u="none" strike="noStrike" kern="1200" baseline="0" dirty="0">
                <a:solidFill>
                  <a:schemeClr val="tx1"/>
                </a:solidFill>
                <a:latin typeface="Arial" panose="020B0604020202020204" pitchFamily="34" charset="0"/>
                <a:ea typeface="+mn-ea"/>
                <a:cs typeface="+mn-cs"/>
              </a:rPr>
              <a:t>“The n-gram model without character support on OOD is actually worse than fastText on macro F1—only 0.51.” </a:t>
            </a:r>
          </a:p>
          <a:p>
            <a:pPr marL="171450" indent="-171450">
              <a:buFontTx/>
              <a:buChar char="-"/>
            </a:pPr>
            <a:r>
              <a:rPr lang="en-US" sz="1200" b="0" i="0" u="none" strike="noStrike" kern="1200" baseline="0" dirty="0">
                <a:solidFill>
                  <a:schemeClr val="tx1"/>
                </a:solidFill>
                <a:latin typeface="Arial" panose="020B0604020202020204" pitchFamily="34" charset="0"/>
                <a:ea typeface="+mn-ea"/>
                <a:cs typeface="+mn-cs"/>
              </a:rPr>
              <a:t>Why? “Character n-grams learned on Wikipedia, and social media’s slang, abbreviations, and transliteration break those patterns.” </a:t>
            </a:r>
          </a:p>
          <a:p>
            <a:pPr marL="171450" indent="-171450">
              <a:buFontTx/>
              <a:buChar char="-"/>
            </a:pPr>
            <a:r>
              <a:rPr lang="en-US" sz="1200" b="0" i="0" u="none" strike="noStrike" kern="1200" baseline="0" dirty="0">
                <a:solidFill>
                  <a:schemeClr val="tx1"/>
                </a:solidFill>
                <a:latin typeface="Arial" panose="020B0604020202020204" pitchFamily="34" charset="0"/>
                <a:ea typeface="+mn-ea"/>
                <a:cs typeface="+mn-cs"/>
              </a:rPr>
              <a:t>But it is stable: “No extreme failures like Yoruba at 0.33; more consistent across languages.”</a:t>
            </a:r>
          </a:p>
          <a:p>
            <a:pPr marL="0" indent="0">
              <a:buFontTx/>
              <a:buNone/>
            </a:pPr>
            <a:endParaRPr lang="en-US" sz="1200" b="0" i="0" u="none" strike="noStrike" kern="1200" baseline="0" dirty="0">
              <a:solidFill>
                <a:schemeClr val="tx1"/>
              </a:solidFill>
              <a:latin typeface="Arial" panose="020B0604020202020204" pitchFamily="34" charset="0"/>
              <a:ea typeface="+mn-ea"/>
              <a:cs typeface="+mn-cs"/>
            </a:endParaRPr>
          </a:p>
          <a:p>
            <a:r>
              <a:rPr lang="en-US" sz="1200" b="1" i="0" u="none" strike="noStrike" kern="1200" baseline="0" dirty="0">
                <a:solidFill>
                  <a:schemeClr val="tx1"/>
                </a:solidFill>
                <a:latin typeface="Arial" panose="020B0604020202020204" pitchFamily="34" charset="0"/>
                <a:ea typeface="+mn-ea"/>
                <a:cs typeface="+mn-cs"/>
              </a:rPr>
              <a:t>Combined fastText + character n-gram (macro F1: 0.799, BEST): </a:t>
            </a:r>
          </a:p>
          <a:p>
            <a:pPr marL="171450" indent="-171450">
              <a:buFontTx/>
              <a:buChar char="-"/>
            </a:pPr>
            <a:r>
              <a:rPr lang="en-US" sz="1200" b="0" i="0" u="none" strike="noStrike" kern="1200" baseline="0" dirty="0">
                <a:solidFill>
                  <a:schemeClr val="tx1"/>
                </a:solidFill>
                <a:latin typeface="Arial" panose="020B0604020202020204" pitchFamily="34" charset="0"/>
                <a:ea typeface="+mn-ea"/>
                <a:cs typeface="+mn-cs"/>
              </a:rPr>
              <a:t>“When we fused both approaches—using fastText as primary and falling back to character n-grams for high-OOV sentences—macro F1 jumped to 0.80.” </a:t>
            </a:r>
          </a:p>
          <a:p>
            <a:pPr marL="171450" indent="-171450">
              <a:buFontTx/>
              <a:buChar char="-"/>
            </a:pPr>
            <a:r>
              <a:rPr lang="en-US" sz="1200" b="0" i="0" u="none" strike="noStrike" kern="1200" baseline="0" dirty="0">
                <a:solidFill>
                  <a:schemeClr val="tx1"/>
                </a:solidFill>
                <a:latin typeface="Arial" panose="020B0604020202020204" pitchFamily="34" charset="0"/>
                <a:ea typeface="+mn-ea"/>
                <a:cs typeface="+mn-cs"/>
              </a:rPr>
              <a:t>Per-language wins: </a:t>
            </a:r>
          </a:p>
          <a:p>
            <a:pPr marL="628650" lvl="1" indent="-171450">
              <a:buFontTx/>
              <a:buChar char="-"/>
            </a:pPr>
            <a:r>
              <a:rPr lang="en-US" sz="1200" b="0" i="0" u="none" strike="noStrike" kern="1200" baseline="0" dirty="0">
                <a:solidFill>
                  <a:schemeClr val="tx1"/>
                </a:solidFill>
                <a:latin typeface="Arial" panose="020B0604020202020204" pitchFamily="34" charset="0"/>
                <a:ea typeface="+mn-ea"/>
                <a:cs typeface="+mn-cs"/>
              </a:rPr>
              <a:t>Latvian: 0.49 → 0.50 (fixed by character fallback). </a:t>
            </a:r>
          </a:p>
          <a:p>
            <a:pPr marL="628650" lvl="1" indent="-171450">
              <a:buFontTx/>
              <a:buChar char="-"/>
            </a:pPr>
            <a:r>
              <a:rPr lang="en-US" sz="1200" b="0" i="0" u="none" strike="noStrike" kern="1200" baseline="0" dirty="0">
                <a:solidFill>
                  <a:schemeClr val="tx1"/>
                </a:solidFill>
                <a:latin typeface="Arial" panose="020B0604020202020204" pitchFamily="34" charset="0"/>
                <a:ea typeface="+mn-ea"/>
                <a:cs typeface="+mn-cs"/>
              </a:rPr>
              <a:t>Yoruba: 0.50 → 1.0 (character features catch the transliterated posts). </a:t>
            </a:r>
          </a:p>
          <a:p>
            <a:pPr marL="628650" lvl="1" indent="-171450">
              <a:buFontTx/>
              <a:buChar char="-"/>
            </a:pPr>
            <a:r>
              <a:rPr lang="en-US" sz="1200" b="0" i="0" u="none" strike="noStrike" kern="1200" baseline="0" dirty="0">
                <a:solidFill>
                  <a:schemeClr val="tx1"/>
                </a:solidFill>
                <a:latin typeface="Arial" panose="020B0604020202020204" pitchFamily="34" charset="0"/>
                <a:ea typeface="+mn-ea"/>
                <a:cs typeface="+mn-cs"/>
              </a:rPr>
              <a:t>Swedish/Urdu: stay at 1.0 (no degradation). </a:t>
            </a:r>
          </a:p>
          <a:p>
            <a:pPr marL="171450" lvl="0" indent="-171450">
              <a:buFontTx/>
              <a:buChar char="-"/>
            </a:pPr>
            <a:r>
              <a:rPr lang="en-US" sz="1200" b="0" i="0" u="none" strike="noStrike" kern="1200" baseline="0" dirty="0">
                <a:solidFill>
                  <a:schemeClr val="tx1"/>
                </a:solidFill>
                <a:latin typeface="Arial" panose="020B0604020202020204" pitchFamily="34" charset="0"/>
                <a:ea typeface="+mn-ea"/>
                <a:cs typeface="+mn-cs"/>
              </a:rPr>
              <a:t>Takeaway: “The ensemble is the safest bet.”</a:t>
            </a:r>
          </a:p>
          <a:p>
            <a:pPr marL="0" lvl="0" indent="0">
              <a:buFontTx/>
              <a:buNone/>
            </a:pPr>
            <a:endParaRPr lang="en-US" sz="1200" b="0" i="0" u="none" strike="noStrike" kern="1200" baseline="0" dirty="0">
              <a:solidFill>
                <a:schemeClr val="tx1"/>
              </a:solidFill>
              <a:latin typeface="Arial" panose="020B0604020202020204" pitchFamily="34" charset="0"/>
              <a:ea typeface="+mn-ea"/>
              <a:cs typeface="+mn-cs"/>
            </a:endParaRPr>
          </a:p>
          <a:p>
            <a:r>
              <a:rPr lang="en-US" sz="1200" b="1" i="0" u="none" strike="noStrike" kern="1200" baseline="0" dirty="0">
                <a:solidFill>
                  <a:schemeClr val="tx1"/>
                </a:solidFill>
                <a:latin typeface="Arial" panose="020B0604020202020204" pitchFamily="34" charset="0"/>
                <a:ea typeface="+mn-ea"/>
                <a:cs typeface="+mn-cs"/>
              </a:rPr>
              <a:t>Why this slide is critical: </a:t>
            </a:r>
            <a:r>
              <a:rPr lang="en-US" sz="1200" b="0" i="0" u="none" strike="noStrike" kern="1200" baseline="0" dirty="0">
                <a:solidFill>
                  <a:schemeClr val="tx1"/>
                </a:solidFill>
                <a:latin typeface="Arial" panose="020B0604020202020204" pitchFamily="34" charset="0"/>
                <a:ea typeface="+mn-ea"/>
                <a:cs typeface="+mn-cs"/>
              </a:rPr>
              <a:t>“This demonstrates that </a:t>
            </a:r>
            <a:r>
              <a:rPr lang="en-US" sz="1200" b="1" i="0" u="none" strike="noStrike" kern="1200" baseline="0" dirty="0">
                <a:solidFill>
                  <a:schemeClr val="tx1"/>
                </a:solidFill>
                <a:latin typeface="Arial" panose="020B0604020202020204" pitchFamily="34" charset="0"/>
                <a:ea typeface="+mn-ea"/>
                <a:cs typeface="+mn-cs"/>
              </a:rPr>
              <a:t>headline metrics can mask systemic failures. </a:t>
            </a:r>
            <a:r>
              <a:rPr lang="en-US" sz="1200" b="0" i="0" u="none" strike="noStrike" kern="1200" baseline="0" dirty="0">
                <a:solidFill>
                  <a:schemeClr val="tx1"/>
                </a:solidFill>
                <a:latin typeface="Arial" panose="020B0604020202020204" pitchFamily="34" charset="0"/>
                <a:ea typeface="+mn-ea"/>
                <a:cs typeface="+mn-cs"/>
              </a:rPr>
              <a:t>You need per-language diagnostics to build robust systems, especially in multilingual settings.”</a:t>
            </a:r>
            <a:endParaRPr lang="en-US" sz="1200" b="0" i="0" u="none" strike="noStrike" kern="1200" baseline="0" dirty="0">
              <a:solidFill>
                <a:schemeClr val="tx1"/>
              </a:solidFill>
              <a:effectLst/>
              <a:latin typeface="Arial" panose="020B0604020202020204" pitchFamily="34" charset="0"/>
              <a:ea typeface="+mn-ea"/>
              <a:cs typeface="+mn-cs"/>
            </a:endParaRPr>
          </a:p>
        </p:txBody>
      </p:sp>
      <p:sp>
        <p:nvSpPr>
          <p:cNvPr id="4" name="Foliennummernplatzhalter 3">
            <a:extLst>
              <a:ext uri="{FF2B5EF4-FFF2-40B4-BE49-F238E27FC236}">
                <a16:creationId xmlns:a16="http://schemas.microsoft.com/office/drawing/2014/main" id="{622D0329-0ED6-778B-A085-EB08E15D857B}"/>
              </a:ext>
            </a:extLst>
          </p:cNvPr>
          <p:cNvSpPr>
            <a:spLocks noGrp="1"/>
          </p:cNvSpPr>
          <p:nvPr>
            <p:ph type="sldNum" sz="quarter" idx="5"/>
            <p:custDataLst>
              <p:tags r:id="rId3"/>
            </p:custDataLst>
          </p:nvPr>
        </p:nvSpPr>
        <p:spPr/>
        <p:txBody>
          <a:bodyPr/>
          <a:lstStyle/>
          <a:p>
            <a:fld id="{DD8BEB3B-C5EA-45F3-97F0-E17E2A187F46}" type="slidenum">
              <a:rPr lang="de-AT" smtClean="0"/>
              <a:t>7</a:t>
            </a:fld>
            <a:endParaRPr lang="de-AT" dirty="0"/>
          </a:p>
        </p:txBody>
      </p:sp>
    </p:spTree>
    <p:extLst>
      <p:ext uri="{BB962C8B-B14F-4D97-AF65-F5344CB8AC3E}">
        <p14:creationId xmlns:p14="http://schemas.microsoft.com/office/powerpoint/2010/main" val="284564364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04D42B-E285-A5ED-3732-56CA29671696}"/>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E661F01C-158B-A0E9-4DE4-EB7D4EDE82B8}"/>
              </a:ext>
            </a:extLst>
          </p:cNvPr>
          <p:cNvSpPr>
            <a:spLocks noGrp="1" noRot="1" noChangeAspect="1"/>
          </p:cNvSpPr>
          <p:nvPr>
            <p:ph type="sldImg"/>
            <p:custDataLst>
              <p:tags r:id="rId1"/>
            </p:custDataLst>
          </p:nvPr>
        </p:nvSpPr>
        <p:spPr/>
        <p:txBody>
          <a:bodyPr/>
          <a:lstStyle/>
          <a:p>
            <a:endParaRPr lang="en-US"/>
          </a:p>
        </p:txBody>
      </p:sp>
      <p:sp>
        <p:nvSpPr>
          <p:cNvPr id="3" name="Notizenplatzhalter 2">
            <a:extLst>
              <a:ext uri="{FF2B5EF4-FFF2-40B4-BE49-F238E27FC236}">
                <a16:creationId xmlns:a16="http://schemas.microsoft.com/office/drawing/2014/main" id="{6B66F89D-A081-124C-9A96-09300D07986F}"/>
              </a:ext>
            </a:extLst>
          </p:cNvPr>
          <p:cNvSpPr>
            <a:spLocks noGrp="1"/>
          </p:cNvSpPr>
          <p:nvPr>
            <p:ph type="body" idx="1"/>
            <p:custDataLst>
              <p:tags r:id="rId2"/>
            </p:custDataLst>
          </p:nvPr>
        </p:nvSpPr>
        <p:spPr/>
        <p:txBody>
          <a:bodyPr/>
          <a:lstStyle/>
          <a:p>
            <a:r>
              <a:rPr lang="en-US" sz="1200" b="1" i="0" u="none" strike="noStrike" kern="1200" baseline="0" dirty="0">
                <a:solidFill>
                  <a:schemeClr val="tx1"/>
                </a:solidFill>
                <a:latin typeface="Arial" panose="020B0604020202020204" pitchFamily="34" charset="0"/>
                <a:ea typeface="+mn-ea"/>
                <a:cs typeface="+mn-cs"/>
              </a:rPr>
              <a:t>Objective of this slide: </a:t>
            </a:r>
            <a:r>
              <a:rPr lang="en-US" sz="1200" b="0" i="0" u="none" strike="noStrike" kern="1200" baseline="0" dirty="0">
                <a:solidFill>
                  <a:schemeClr val="tx1"/>
                </a:solidFill>
                <a:latin typeface="Arial" panose="020B0604020202020204" pitchFamily="34" charset="0"/>
                <a:ea typeface="+mn-ea"/>
                <a:cs typeface="+mn-cs"/>
              </a:rPr>
              <a:t>Present the novel final solution that operationalizes the robustness insights from Q1. This slide is critical—it is where 50% of our project grade lives.</a:t>
            </a:r>
          </a:p>
          <a:p>
            <a:endParaRPr lang="en-US" sz="1200" b="0" i="0" u="none" strike="noStrike" kern="1200" baseline="0" dirty="0">
              <a:solidFill>
                <a:schemeClr val="tx1"/>
              </a:solidFill>
              <a:effectLst/>
              <a:latin typeface="Arial" panose="020B0604020202020204" pitchFamily="34" charset="0"/>
              <a:ea typeface="+mn-ea"/>
              <a:cs typeface="+mn-cs"/>
            </a:endParaRPr>
          </a:p>
          <a:p>
            <a:r>
              <a:rPr lang="en-US" sz="1200" b="1" i="0" u="none" strike="noStrike" kern="1200" baseline="0" dirty="0">
                <a:solidFill>
                  <a:schemeClr val="tx1"/>
                </a:solidFill>
                <a:latin typeface="Arial" panose="020B0604020202020204" pitchFamily="34" charset="0"/>
                <a:ea typeface="+mn-ea"/>
                <a:cs typeface="+mn-cs"/>
              </a:rPr>
              <a:t>The Insight (from Q1):</a:t>
            </a:r>
          </a:p>
          <a:p>
            <a:r>
              <a:rPr lang="en-US" sz="1200" b="0" i="0" u="none" strike="noStrike" kern="1200" baseline="0" dirty="0">
                <a:solidFill>
                  <a:schemeClr val="tx1"/>
                </a:solidFill>
                <a:latin typeface="Arial" panose="020B0604020202020204" pitchFamily="34" charset="0"/>
                <a:ea typeface="+mn-ea"/>
                <a:cs typeface="+mn-cs"/>
              </a:rPr>
              <a:t>• “Q1 taught us: fastText is strong in-domain but brittle on OOD due to OOV. The ensemble we proposed—fastText + character n-grams—fixed the fragility.”</a:t>
            </a:r>
          </a:p>
          <a:p>
            <a:r>
              <a:rPr lang="en-US" sz="1200" b="0" i="0" u="none" strike="noStrike" kern="1200" baseline="0" dirty="0">
                <a:solidFill>
                  <a:schemeClr val="tx1"/>
                </a:solidFill>
                <a:latin typeface="Arial" panose="020B0604020202020204" pitchFamily="34" charset="0"/>
                <a:ea typeface="+mn-ea"/>
                <a:cs typeface="+mn-cs"/>
              </a:rPr>
              <a:t>• “For our final solution, we asked: </a:t>
            </a:r>
            <a:r>
              <a:rPr lang="en-US" sz="1200" b="1" i="0" u="none" strike="noStrike" kern="1200" baseline="0" dirty="0">
                <a:solidFill>
                  <a:schemeClr val="tx1"/>
                </a:solidFill>
                <a:latin typeface="Arial" panose="020B0604020202020204" pitchFamily="34" charset="0"/>
                <a:ea typeface="+mn-ea"/>
                <a:cs typeface="+mn-cs"/>
              </a:rPr>
              <a:t>Can we operationalize this insight into a production-ready system? </a:t>
            </a:r>
            <a:r>
              <a:rPr lang="en-US" sz="1200" b="0" i="0" u="none" strike="noStrike" kern="1200" baseline="0" dirty="0">
                <a:solidFill>
                  <a:schemeClr val="tx1"/>
                </a:solidFill>
                <a:latin typeface="Arial" panose="020B0604020202020204" pitchFamily="34" charset="0"/>
                <a:ea typeface="+mn-ea"/>
                <a:cs typeface="+mn-cs"/>
              </a:rPr>
              <a:t>The answer is yes.”</a:t>
            </a:r>
          </a:p>
          <a:p>
            <a:endParaRPr lang="en-US" sz="1200" b="0" i="0" u="none" strike="noStrike" kern="1200" baseline="0" dirty="0">
              <a:solidFill>
                <a:schemeClr val="tx1"/>
              </a:solidFill>
              <a:latin typeface="Arial" panose="020B0604020202020204" pitchFamily="34" charset="0"/>
              <a:ea typeface="+mn-ea"/>
              <a:cs typeface="+mn-cs"/>
            </a:endParaRPr>
          </a:p>
          <a:p>
            <a:r>
              <a:rPr lang="en-US" sz="1200" b="1" i="0" u="none" strike="noStrike" kern="1200" baseline="0" dirty="0">
                <a:solidFill>
                  <a:schemeClr val="tx1"/>
                </a:solidFill>
                <a:latin typeface="Arial" panose="020B0604020202020204" pitchFamily="34" charset="0"/>
                <a:ea typeface="+mn-ea"/>
                <a:cs typeface="+mn-cs"/>
              </a:rPr>
              <a:t>The Design:</a:t>
            </a:r>
          </a:p>
          <a:p>
            <a:r>
              <a:rPr lang="en-US" sz="1200" b="0" i="0" u="none" strike="noStrike" kern="1200" baseline="0" dirty="0">
                <a:solidFill>
                  <a:schemeClr val="tx1"/>
                </a:solidFill>
                <a:latin typeface="Arial" panose="020B0604020202020204" pitchFamily="34" charset="0"/>
                <a:ea typeface="+mn-ea"/>
                <a:cs typeface="+mn-cs"/>
              </a:rPr>
              <a:t>• “We built a </a:t>
            </a:r>
            <a:r>
              <a:rPr lang="en-US" sz="1200" b="1" i="0" u="none" strike="noStrike" kern="1200" baseline="0" dirty="0">
                <a:solidFill>
                  <a:schemeClr val="tx1"/>
                </a:solidFill>
                <a:latin typeface="Arial" panose="020B0604020202020204" pitchFamily="34" charset="0"/>
                <a:ea typeface="+mn-ea"/>
                <a:cs typeface="+mn-cs"/>
              </a:rPr>
              <a:t>two-stage routing system</a:t>
            </a:r>
            <a:r>
              <a:rPr lang="en-US" sz="1200" b="0" i="0" u="none" strike="noStrike" kern="1200" baseline="0" dirty="0">
                <a:solidFill>
                  <a:schemeClr val="tx1"/>
                </a:solidFill>
                <a:latin typeface="Arial" panose="020B0604020202020204" pitchFamily="34" charset="0"/>
                <a:ea typeface="+mn-ea"/>
                <a:cs typeface="+mn-cs"/>
              </a:rPr>
              <a:t>:</a:t>
            </a:r>
          </a:p>
          <a:p>
            <a:r>
              <a:rPr lang="en-US" sz="1200" b="0" i="0" u="none" strike="noStrike" kern="1200" baseline="0" dirty="0">
                <a:solidFill>
                  <a:schemeClr val="tx1"/>
                </a:solidFill>
                <a:latin typeface="Arial" panose="020B0604020202020204" pitchFamily="34" charset="0"/>
                <a:ea typeface="+mn-ea"/>
                <a:cs typeface="+mn-cs"/>
              </a:rPr>
              <a:t>1. </a:t>
            </a:r>
            <a:r>
              <a:rPr lang="en-US" sz="1200" b="1" i="0" u="none" strike="noStrike" kern="1200" baseline="0" dirty="0">
                <a:solidFill>
                  <a:schemeClr val="tx1"/>
                </a:solidFill>
                <a:latin typeface="Arial" panose="020B0604020202020204" pitchFamily="34" charset="0"/>
                <a:ea typeface="+mn-ea"/>
                <a:cs typeface="+mn-cs"/>
              </a:rPr>
              <a:t>Primary classifier: </a:t>
            </a:r>
            <a:r>
              <a:rPr lang="en-US" sz="1200" b="0" i="0" u="none" strike="noStrike" kern="1200" baseline="0" dirty="0">
                <a:solidFill>
                  <a:schemeClr val="tx1"/>
                </a:solidFill>
                <a:latin typeface="Arial" panose="020B0604020202020204" pitchFamily="34" charset="0"/>
                <a:ea typeface="+mn-ea"/>
                <a:cs typeface="+mn-cs"/>
              </a:rPr>
              <a:t>fastText embeddings + logistic regression (fast, good in-domain accuracy).</a:t>
            </a:r>
          </a:p>
          <a:p>
            <a:r>
              <a:rPr lang="en-US" sz="1200" b="0" i="0" u="none" strike="noStrike" kern="1200" baseline="0" dirty="0">
                <a:solidFill>
                  <a:schemeClr val="tx1"/>
                </a:solidFill>
                <a:latin typeface="Arial" panose="020B0604020202020204" pitchFamily="34" charset="0"/>
                <a:ea typeface="+mn-ea"/>
                <a:cs typeface="+mn-cs"/>
              </a:rPr>
              <a:t>2. </a:t>
            </a:r>
            <a:r>
              <a:rPr lang="en-US" sz="1200" b="1" i="0" u="none" strike="noStrike" kern="1200" baseline="0" dirty="0">
                <a:solidFill>
                  <a:schemeClr val="tx1"/>
                </a:solidFill>
                <a:latin typeface="Arial" panose="020B0604020202020204" pitchFamily="34" charset="0"/>
                <a:ea typeface="+mn-ea"/>
                <a:cs typeface="+mn-cs"/>
              </a:rPr>
              <a:t>Fallback classifier: </a:t>
            </a:r>
            <a:r>
              <a:rPr lang="en-US" sz="1200" b="0" i="0" u="none" strike="noStrike" kern="1200" baseline="0" dirty="0">
                <a:solidFill>
                  <a:schemeClr val="tx1"/>
                </a:solidFill>
                <a:latin typeface="Arial" panose="020B0604020202020204" pitchFamily="34" charset="0"/>
                <a:ea typeface="+mn-ea"/>
                <a:cs typeface="+mn-cs"/>
              </a:rPr>
              <a:t>Character n-gram TF–IDF + logistic regression (slow but robust to noise, misspellings, transliterations).</a:t>
            </a:r>
          </a:p>
          <a:p>
            <a:r>
              <a:rPr lang="en-US" sz="1200" b="0" i="0" u="none" strike="noStrike" kern="1200" baseline="0" dirty="0">
                <a:solidFill>
                  <a:schemeClr val="tx1"/>
                </a:solidFill>
                <a:latin typeface="Arial" panose="020B0604020202020204" pitchFamily="34" charset="0"/>
                <a:ea typeface="+mn-ea"/>
                <a:cs typeface="+mn-cs"/>
              </a:rPr>
              <a:t>3. </a:t>
            </a:r>
            <a:r>
              <a:rPr lang="en-US" sz="1200" b="1" i="0" u="none" strike="noStrike" kern="1200" baseline="0" dirty="0">
                <a:solidFill>
                  <a:schemeClr val="tx1"/>
                </a:solidFill>
                <a:latin typeface="Arial" panose="020B0604020202020204" pitchFamily="34" charset="0"/>
                <a:ea typeface="+mn-ea"/>
                <a:cs typeface="+mn-cs"/>
              </a:rPr>
              <a:t>Routing logic: </a:t>
            </a:r>
            <a:r>
              <a:rPr lang="en-US" sz="1200" b="0" i="0" u="none" strike="noStrike" kern="1200" baseline="0" dirty="0">
                <a:solidFill>
                  <a:schemeClr val="tx1"/>
                </a:solidFill>
                <a:latin typeface="Arial" panose="020B0604020202020204" pitchFamily="34" charset="0"/>
                <a:ea typeface="+mn-ea"/>
                <a:cs typeface="+mn-cs"/>
              </a:rPr>
              <a:t>For each sentence, compute the OOV ratio. If it exceeds a threshold (we chose 0.3 = 30%), route to the fallback. Otherwise, use fastText.”</a:t>
            </a:r>
          </a:p>
          <a:p>
            <a:endParaRPr lang="en-US" sz="1200" b="0" i="0" u="none" strike="noStrike" kern="1200" baseline="0" dirty="0">
              <a:solidFill>
                <a:schemeClr val="tx1"/>
              </a:solidFill>
              <a:latin typeface="Arial" panose="020B0604020202020204" pitchFamily="34" charset="0"/>
              <a:ea typeface="+mn-ea"/>
              <a:cs typeface="+mn-cs"/>
            </a:endParaRPr>
          </a:p>
          <a:p>
            <a:r>
              <a:rPr lang="en-US" sz="1200" b="1" i="0" u="none" strike="noStrike" kern="1200" baseline="0" dirty="0">
                <a:solidFill>
                  <a:schemeClr val="tx1"/>
                </a:solidFill>
                <a:latin typeface="Arial" panose="020B0604020202020204" pitchFamily="34" charset="0"/>
                <a:ea typeface="+mn-ea"/>
                <a:cs typeface="+mn-cs"/>
              </a:rPr>
              <a:t>Technical Details:</a:t>
            </a:r>
          </a:p>
          <a:p>
            <a:pPr marL="171450" indent="-171450">
              <a:buFont typeface="Arial" panose="020B0604020202020204" pitchFamily="34" charset="0"/>
              <a:buChar char="•"/>
            </a:pPr>
            <a:r>
              <a:rPr lang="en-US" sz="1200" b="1" i="0" u="none" strike="noStrike" kern="1200" baseline="0" dirty="0">
                <a:solidFill>
                  <a:schemeClr val="tx1"/>
                </a:solidFill>
                <a:latin typeface="Arial" panose="020B0604020202020204" pitchFamily="34" charset="0"/>
                <a:ea typeface="+mn-ea"/>
                <a:cs typeface="+mn-cs"/>
              </a:rPr>
              <a:t>Datasets: </a:t>
            </a:r>
            <a:r>
              <a:rPr lang="en-US" sz="1200" b="0" i="0" u="none" strike="noStrike" kern="1200" baseline="0" dirty="0">
                <a:solidFill>
                  <a:schemeClr val="tx1"/>
                </a:solidFill>
                <a:latin typeface="Arial" panose="020B0604020202020204" pitchFamily="34" charset="0"/>
                <a:ea typeface="+mn-ea"/>
                <a:cs typeface="+mn-cs"/>
              </a:rPr>
              <a:t>5 languages (Kazakh, Latvian, Swedish, Yoruba, Urdu) with in-domain Wikipedia and OOD social media/hate speech.</a:t>
            </a:r>
          </a:p>
          <a:p>
            <a:pPr marL="171450" indent="-171450">
              <a:buFont typeface="Arial" panose="020B0604020202020204" pitchFamily="34" charset="0"/>
              <a:buChar char="•"/>
            </a:pPr>
            <a:r>
              <a:rPr lang="en-US" sz="1200" b="1" i="0" u="none" strike="noStrike" kern="1200" baseline="0" dirty="0">
                <a:solidFill>
                  <a:schemeClr val="tx1"/>
                </a:solidFill>
                <a:latin typeface="Arial" panose="020B0604020202020204" pitchFamily="34" charset="0"/>
                <a:ea typeface="+mn-ea"/>
                <a:cs typeface="+mn-cs"/>
              </a:rPr>
              <a:t>Training setup: </a:t>
            </a:r>
          </a:p>
          <a:p>
            <a:pPr marL="457200" lvl="1" indent="0">
              <a:buFont typeface="Arial" panose="020B0604020202020204" pitchFamily="34" charset="0"/>
              <a:buNone/>
            </a:pPr>
            <a:r>
              <a:rPr lang="en-US" sz="1200" b="1" i="0" u="none" strike="noStrike" kern="1200" baseline="0" dirty="0">
                <a:solidFill>
                  <a:schemeClr val="tx1"/>
                </a:solidFill>
                <a:latin typeface="Arial" panose="020B0604020202020204" pitchFamily="34" charset="0"/>
                <a:ea typeface="+mn-ea"/>
                <a:cs typeface="+mn-cs"/>
              </a:rPr>
              <a:t>– </a:t>
            </a:r>
            <a:r>
              <a:rPr lang="fr-FR" sz="1200" b="0" i="0" u="none" strike="noStrike" kern="1200" baseline="0" dirty="0">
                <a:solidFill>
                  <a:schemeClr val="tx1"/>
                </a:solidFill>
                <a:latin typeface="Arial" panose="020B0604020202020204" pitchFamily="34" charset="0"/>
                <a:ea typeface="+mn-ea"/>
                <a:cs typeface="+mn-cs"/>
              </a:rPr>
              <a:t>Max 2,000 sentences per language. </a:t>
            </a:r>
          </a:p>
          <a:p>
            <a:pPr lvl="1"/>
            <a:r>
              <a:rPr lang="en-US" sz="1200" b="1" i="0" u="none" strike="noStrike" kern="1200" baseline="0" dirty="0">
                <a:solidFill>
                  <a:schemeClr val="tx1"/>
                </a:solidFill>
                <a:latin typeface="Arial" panose="020B0604020202020204" pitchFamily="34" charset="0"/>
                <a:ea typeface="+mn-ea"/>
                <a:cs typeface="+mn-cs"/>
              </a:rPr>
              <a:t>– </a:t>
            </a:r>
            <a:r>
              <a:rPr lang="en-US" sz="1200" b="0" i="0" u="none" strike="noStrike" kern="1200" baseline="0" dirty="0">
                <a:solidFill>
                  <a:schemeClr val="tx1"/>
                </a:solidFill>
                <a:latin typeface="Arial" panose="020B0604020202020204" pitchFamily="34" charset="0"/>
                <a:ea typeface="+mn-ea"/>
                <a:cs typeface="+mn-cs"/>
              </a:rPr>
              <a:t>Train/validation/test split: 70% / 10% / 20%.</a:t>
            </a:r>
          </a:p>
          <a:p>
            <a:pPr lvl="1"/>
            <a:r>
              <a:rPr lang="en-US" sz="1200" b="1" i="0" u="none" strike="noStrike" kern="1200" baseline="0" dirty="0">
                <a:solidFill>
                  <a:schemeClr val="tx1"/>
                </a:solidFill>
                <a:latin typeface="Arial" panose="020B0604020202020204" pitchFamily="34" charset="0"/>
                <a:ea typeface="+mn-ea"/>
                <a:cs typeface="+mn-cs"/>
              </a:rPr>
              <a:t>– </a:t>
            </a:r>
            <a:r>
              <a:rPr lang="en-US" sz="1200" b="0" i="0" u="none" strike="noStrike" kern="1200" baseline="0" dirty="0">
                <a:solidFill>
                  <a:schemeClr val="tx1"/>
                </a:solidFill>
                <a:latin typeface="Arial" panose="020B0604020202020204" pitchFamily="34" charset="0"/>
                <a:ea typeface="+mn-ea"/>
                <a:cs typeface="+mn-cs"/>
              </a:rPr>
              <a:t>Character n-gram settings: trigrams to 5-grams (3–5), min_df=2, max_features=200k.</a:t>
            </a:r>
          </a:p>
          <a:p>
            <a:pPr lvl="1"/>
            <a:r>
              <a:rPr lang="en-US" sz="1200" b="1" i="0" u="none" strike="noStrike" kern="1200" baseline="0" dirty="0">
                <a:solidFill>
                  <a:schemeClr val="tx1"/>
                </a:solidFill>
                <a:latin typeface="Arial" panose="020B0604020202020204" pitchFamily="34" charset="0"/>
                <a:ea typeface="+mn-ea"/>
                <a:cs typeface="+mn-cs"/>
              </a:rPr>
              <a:t>– </a:t>
            </a:r>
            <a:r>
              <a:rPr lang="en-US" sz="1200" b="0" i="0" u="none" strike="noStrike" kern="1200" baseline="0" dirty="0">
                <a:solidFill>
                  <a:schemeClr val="tx1"/>
                </a:solidFill>
                <a:latin typeface="Arial" panose="020B0604020202020204" pitchFamily="34" charset="0"/>
                <a:ea typeface="+mn-ea"/>
                <a:cs typeface="+mn-cs"/>
              </a:rPr>
              <a:t>OOV threshold: 0.3 (30%).</a:t>
            </a:r>
          </a:p>
          <a:p>
            <a:pPr marL="171450" indent="-171450">
              <a:buFont typeface="Arial" panose="020B0604020202020204" pitchFamily="34" charset="0"/>
              <a:buChar char="•"/>
            </a:pPr>
            <a:r>
              <a:rPr lang="en-US" sz="1200" b="1" i="0" u="none" strike="noStrike" kern="1200" baseline="0" dirty="0">
                <a:solidFill>
                  <a:schemeClr val="tx1"/>
                </a:solidFill>
                <a:latin typeface="Arial" panose="020B0604020202020204" pitchFamily="34" charset="0"/>
                <a:ea typeface="+mn-ea"/>
                <a:cs typeface="+mn-cs"/>
              </a:rPr>
              <a:t>Random seed: </a:t>
            </a:r>
            <a:r>
              <a:rPr lang="en-US" sz="1200" b="0" i="0" u="none" strike="noStrike" kern="1200" baseline="0" dirty="0">
                <a:solidFill>
                  <a:schemeClr val="tx1"/>
                </a:solidFill>
                <a:latin typeface="Arial" panose="020B0604020202020204" pitchFamily="34" charset="0"/>
                <a:ea typeface="+mn-ea"/>
                <a:cs typeface="+mn-cs"/>
              </a:rPr>
              <a:t>13 (for reproducibility).</a:t>
            </a:r>
          </a:p>
          <a:p>
            <a:pPr marL="0" indent="0">
              <a:buFont typeface="Arial" panose="020B0604020202020204" pitchFamily="34" charset="0"/>
              <a:buNone/>
            </a:pPr>
            <a:endParaRPr lang="en-US" sz="1200" b="0" i="0" u="none" strike="noStrike" kern="1200" baseline="0" dirty="0">
              <a:solidFill>
                <a:schemeClr val="tx1"/>
              </a:solidFill>
              <a:latin typeface="Arial" panose="020B0604020202020204" pitchFamily="34" charset="0"/>
              <a:ea typeface="+mn-ea"/>
              <a:cs typeface="+mn-cs"/>
            </a:endParaRPr>
          </a:p>
          <a:p>
            <a:pPr marL="0" indent="0">
              <a:buFont typeface="Arial" panose="020B0604020202020204" pitchFamily="34" charset="0"/>
              <a:buNone/>
            </a:pPr>
            <a:r>
              <a:rPr lang="en-US" sz="1200" b="0" i="0" u="sng" strike="noStrike" kern="1200" baseline="0" dirty="0">
                <a:solidFill>
                  <a:schemeClr val="tx1"/>
                </a:solidFill>
                <a:latin typeface="Arial" panose="020B0604020202020204" pitchFamily="34" charset="0"/>
                <a:ea typeface="+mn-ea"/>
                <a:cs typeface="+mn-cs"/>
              </a:rPr>
              <a:t>Internal explanation</a:t>
            </a:r>
          </a:p>
          <a:p>
            <a:r>
              <a:rPr lang="en-US" sz="1200" b="1" i="0" kern="1200" dirty="0">
                <a:solidFill>
                  <a:schemeClr val="tx1"/>
                </a:solidFill>
                <a:effectLst/>
                <a:latin typeface="Arial" panose="020B0604020202020204" pitchFamily="34" charset="0"/>
                <a:ea typeface="+mn-ea"/>
                <a:cs typeface="+mn-cs"/>
              </a:rPr>
              <a:t>Character N-gram Settings: Trigrams to 5-grams (3–5)</a:t>
            </a:r>
          </a:p>
          <a:p>
            <a:r>
              <a:rPr lang="en-US" sz="1200" b="0" i="0" kern="1200" dirty="0">
                <a:solidFill>
                  <a:schemeClr val="tx1"/>
                </a:solidFill>
                <a:effectLst/>
                <a:latin typeface="Arial" panose="020B0604020202020204" pitchFamily="34" charset="0"/>
                <a:ea typeface="+mn-ea"/>
                <a:cs typeface="+mn-cs"/>
              </a:rPr>
              <a:t>The specification "</a:t>
            </a:r>
            <a:r>
              <a:rPr lang="en-US" sz="1200" b="1" i="0" kern="1200" dirty="0">
                <a:solidFill>
                  <a:schemeClr val="tx1"/>
                </a:solidFill>
                <a:effectLst/>
                <a:latin typeface="Arial" panose="020B0604020202020204" pitchFamily="34" charset="0"/>
                <a:ea typeface="+mn-ea"/>
                <a:cs typeface="+mn-cs"/>
              </a:rPr>
              <a:t>trigrams to 5-grams (3–5)</a:t>
            </a:r>
            <a:r>
              <a:rPr lang="en-US" sz="1200" b="0" i="0" kern="1200" dirty="0">
                <a:solidFill>
                  <a:schemeClr val="tx1"/>
                </a:solidFill>
                <a:effectLst/>
                <a:latin typeface="Arial" panose="020B0604020202020204" pitchFamily="34" charset="0"/>
                <a:ea typeface="+mn-ea"/>
                <a:cs typeface="+mn-cs"/>
              </a:rPr>
              <a:t>" defines the range of character n-gram sizes extracted from text during feature engineering for the fallback character n-gram + TF-IDF classifier.</a:t>
            </a:r>
          </a:p>
          <a:p>
            <a:endParaRPr lang="en-US" sz="1200" b="0" i="0" kern="1200" dirty="0">
              <a:solidFill>
                <a:schemeClr val="tx1"/>
              </a:solidFill>
              <a:effectLst/>
              <a:latin typeface="Arial" panose="020B0604020202020204" pitchFamily="34" charset="0"/>
              <a:ea typeface="+mn-ea"/>
              <a:cs typeface="+mn-cs"/>
            </a:endParaRPr>
          </a:p>
          <a:p>
            <a:r>
              <a:rPr lang="en-US" sz="1200" b="1" i="0" kern="1200" dirty="0">
                <a:solidFill>
                  <a:schemeClr val="tx1"/>
                </a:solidFill>
                <a:effectLst/>
                <a:latin typeface="Arial" panose="020B0604020202020204" pitchFamily="34" charset="0"/>
                <a:ea typeface="+mn-ea"/>
                <a:cs typeface="+mn-cs"/>
              </a:rPr>
              <a:t>min_df=2 (Minimum Document Frequency)</a:t>
            </a:r>
          </a:p>
          <a:p>
            <a:r>
              <a:rPr lang="en-US" sz="1200" b="1" i="0" kern="1200" dirty="0">
                <a:solidFill>
                  <a:schemeClr val="tx1"/>
                </a:solidFill>
                <a:effectLst/>
                <a:latin typeface="Arial" panose="020B0604020202020204" pitchFamily="34" charset="0"/>
                <a:ea typeface="+mn-ea"/>
                <a:cs typeface="+mn-cs"/>
              </a:rPr>
              <a:t>min_df=2</a:t>
            </a:r>
            <a:r>
              <a:rPr lang="en-US" sz="1200" b="0" i="0" kern="1200" dirty="0">
                <a:solidFill>
                  <a:schemeClr val="tx1"/>
                </a:solidFill>
                <a:effectLst/>
                <a:latin typeface="Arial" panose="020B0604020202020204" pitchFamily="34" charset="0"/>
                <a:ea typeface="+mn-ea"/>
                <a:cs typeface="+mn-cs"/>
              </a:rPr>
              <a:t> means: "Only include n-grams that appear in at least 2 documents (sentences)."</a:t>
            </a:r>
          </a:p>
          <a:p>
            <a:endParaRPr lang="en-US" sz="1200" b="0" i="0" kern="1200" dirty="0">
              <a:solidFill>
                <a:schemeClr val="tx1"/>
              </a:solidFill>
              <a:effectLst/>
              <a:latin typeface="Arial" panose="020B0604020202020204" pitchFamily="34" charset="0"/>
              <a:ea typeface="+mn-ea"/>
              <a:cs typeface="+mn-cs"/>
            </a:endParaRPr>
          </a:p>
          <a:p>
            <a:r>
              <a:rPr lang="en-US" sz="1200" b="1" i="0" kern="1200" dirty="0">
                <a:solidFill>
                  <a:schemeClr val="tx1"/>
                </a:solidFill>
                <a:effectLst/>
                <a:latin typeface="Arial" panose="020B0604020202020204" pitchFamily="34" charset="0"/>
                <a:ea typeface="+mn-ea"/>
                <a:cs typeface="+mn-cs"/>
              </a:rPr>
              <a:t>max_features=200k (Maximum Features)</a:t>
            </a:r>
          </a:p>
          <a:p>
            <a:r>
              <a:rPr lang="en-US" sz="1200" b="1" i="0" kern="1200" dirty="0">
                <a:solidFill>
                  <a:schemeClr val="tx1"/>
                </a:solidFill>
                <a:effectLst/>
                <a:latin typeface="Arial" panose="020B0604020202020204" pitchFamily="34" charset="0"/>
                <a:ea typeface="+mn-ea"/>
                <a:cs typeface="+mn-cs"/>
              </a:rPr>
              <a:t>max_features=200k</a:t>
            </a:r>
            <a:r>
              <a:rPr lang="en-US" sz="1200" b="0" i="0" kern="1200" dirty="0">
                <a:solidFill>
                  <a:schemeClr val="tx1"/>
                </a:solidFill>
                <a:effectLst/>
                <a:latin typeface="Arial" panose="020B0604020202020204" pitchFamily="34" charset="0"/>
                <a:ea typeface="+mn-ea"/>
                <a:cs typeface="+mn-cs"/>
              </a:rPr>
              <a:t> means: "From all eligible n-grams, keep only the top 200,000 by document frequency (or TF-IDF importance).“</a:t>
            </a:r>
          </a:p>
          <a:p>
            <a:endParaRPr lang="en-US" sz="1200" b="0" i="0" kern="1200" dirty="0">
              <a:solidFill>
                <a:schemeClr val="tx1"/>
              </a:solidFill>
              <a:effectLst/>
              <a:latin typeface="Arial" panose="020B0604020202020204" pitchFamily="34" charset="0"/>
              <a:ea typeface="+mn-ea"/>
              <a:cs typeface="+mn-cs"/>
            </a:endParaRPr>
          </a:p>
          <a:p>
            <a:r>
              <a:rPr lang="en-US" sz="1200" b="1" i="0" kern="1200" dirty="0">
                <a:solidFill>
                  <a:schemeClr val="tx1"/>
                </a:solidFill>
                <a:effectLst/>
                <a:latin typeface="Arial" panose="020B0604020202020204" pitchFamily="34" charset="0"/>
                <a:ea typeface="+mn-ea"/>
                <a:cs typeface="+mn-cs"/>
              </a:rPr>
              <a:t>Random Seed: 13 (For Reproducibility)</a:t>
            </a:r>
          </a:p>
          <a:p>
            <a:r>
              <a:rPr lang="en-US" sz="1200" b="1" i="0" kern="1200" dirty="0">
                <a:solidFill>
                  <a:schemeClr val="tx1"/>
                </a:solidFill>
                <a:effectLst/>
                <a:latin typeface="Arial" panose="020B0604020202020204" pitchFamily="34" charset="0"/>
                <a:ea typeface="+mn-ea"/>
                <a:cs typeface="+mn-cs"/>
              </a:rPr>
              <a:t>A random seed</a:t>
            </a:r>
            <a:r>
              <a:rPr lang="en-US" sz="1200" b="0" i="0" kern="1200" dirty="0">
                <a:solidFill>
                  <a:schemeClr val="tx1"/>
                </a:solidFill>
                <a:effectLst/>
                <a:latin typeface="Arial" panose="020B0604020202020204" pitchFamily="34" charset="0"/>
                <a:ea typeface="+mn-ea"/>
                <a:cs typeface="+mn-cs"/>
              </a:rPr>
              <a:t> is an initialization value that controls all pseudo-random number generation in your code. Setting random_seed=13 ensures that every time you run your experiment, the exact same "random" sequence occurs, producing identical results.</a:t>
            </a:r>
          </a:p>
          <a:p>
            <a:endParaRPr lang="en-US" sz="1200" b="0" i="0" kern="1200" dirty="0">
              <a:solidFill>
                <a:schemeClr val="tx1"/>
              </a:solidFill>
              <a:effectLst/>
              <a:latin typeface="Arial" panose="020B0604020202020204" pitchFamily="34" charset="0"/>
              <a:ea typeface="+mn-ea"/>
              <a:cs typeface="+mn-cs"/>
            </a:endParaRPr>
          </a:p>
          <a:p>
            <a:endParaRPr lang="en-US" sz="1200" b="0" i="0" kern="1200" dirty="0">
              <a:solidFill>
                <a:schemeClr val="tx1"/>
              </a:solidFill>
              <a:effectLst/>
              <a:latin typeface="Arial" panose="020B0604020202020204" pitchFamily="34" charset="0"/>
              <a:ea typeface="+mn-ea"/>
              <a:cs typeface="+mn-cs"/>
            </a:endParaRPr>
          </a:p>
          <a:p>
            <a:pPr marL="0" indent="0">
              <a:buFont typeface="Arial" panose="020B0604020202020204" pitchFamily="34" charset="0"/>
              <a:buNone/>
            </a:pPr>
            <a:endParaRPr lang="en-US" sz="1200" b="0" i="0" u="none" strike="noStrike" kern="1200" baseline="0" dirty="0">
              <a:solidFill>
                <a:schemeClr val="tx1"/>
              </a:solidFill>
              <a:latin typeface="Arial" panose="020B0604020202020204" pitchFamily="34" charset="0"/>
              <a:ea typeface="+mn-ea"/>
              <a:cs typeface="+mn-cs"/>
            </a:endParaRPr>
          </a:p>
        </p:txBody>
      </p:sp>
      <p:sp>
        <p:nvSpPr>
          <p:cNvPr id="4" name="Foliennummernplatzhalter 3">
            <a:extLst>
              <a:ext uri="{FF2B5EF4-FFF2-40B4-BE49-F238E27FC236}">
                <a16:creationId xmlns:a16="http://schemas.microsoft.com/office/drawing/2014/main" id="{678CBFC4-DC27-8723-C6D2-11B866E24EF3}"/>
              </a:ext>
            </a:extLst>
          </p:cNvPr>
          <p:cNvSpPr>
            <a:spLocks noGrp="1"/>
          </p:cNvSpPr>
          <p:nvPr>
            <p:ph type="sldNum" sz="quarter" idx="5"/>
            <p:custDataLst>
              <p:tags r:id="rId3"/>
            </p:custDataLst>
          </p:nvPr>
        </p:nvSpPr>
        <p:spPr/>
        <p:txBody>
          <a:bodyPr/>
          <a:lstStyle/>
          <a:p>
            <a:fld id="{DD8BEB3B-C5EA-45F3-97F0-E17E2A187F46}" type="slidenum">
              <a:rPr lang="de-AT" smtClean="0"/>
              <a:t>8</a:t>
            </a:fld>
            <a:endParaRPr lang="de-AT" dirty="0"/>
          </a:p>
        </p:txBody>
      </p:sp>
    </p:spTree>
    <p:extLst>
      <p:ext uri="{BB962C8B-B14F-4D97-AF65-F5344CB8AC3E}">
        <p14:creationId xmlns:p14="http://schemas.microsoft.com/office/powerpoint/2010/main" val="364137802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C5D802-24B0-0AAD-5EBC-B04C4832641C}"/>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1DE354B9-1E44-3E5C-20CE-8243F00CD6CB}"/>
              </a:ext>
            </a:extLst>
          </p:cNvPr>
          <p:cNvSpPr>
            <a:spLocks noGrp="1" noRot="1" noChangeAspect="1"/>
          </p:cNvSpPr>
          <p:nvPr>
            <p:ph type="sldImg"/>
            <p:custDataLst>
              <p:tags r:id="rId1"/>
            </p:custDataLst>
          </p:nvPr>
        </p:nvSpPr>
        <p:spPr/>
        <p:txBody>
          <a:bodyPr/>
          <a:lstStyle/>
          <a:p>
            <a:endParaRPr lang="en-US"/>
          </a:p>
        </p:txBody>
      </p:sp>
      <p:sp>
        <p:nvSpPr>
          <p:cNvPr id="3" name="Notizenplatzhalter 2">
            <a:extLst>
              <a:ext uri="{FF2B5EF4-FFF2-40B4-BE49-F238E27FC236}">
                <a16:creationId xmlns:a16="http://schemas.microsoft.com/office/drawing/2014/main" id="{E3325E5C-D623-946E-0D15-DCD4EF4E1F6D}"/>
              </a:ext>
            </a:extLst>
          </p:cNvPr>
          <p:cNvSpPr>
            <a:spLocks noGrp="1"/>
          </p:cNvSpPr>
          <p:nvPr>
            <p:ph type="body" idx="1"/>
            <p:custDataLst>
              <p:tags r:id="rId2"/>
            </p:custDataLst>
          </p:nvPr>
        </p:nvSpPr>
        <p:spPr/>
        <p:txBody>
          <a:bodyPr/>
          <a:lstStyle/>
          <a:p>
            <a:r>
              <a:rPr lang="en-US" sz="1200" b="1" i="0" u="none" strike="noStrike" kern="1200" baseline="0" dirty="0">
                <a:solidFill>
                  <a:schemeClr val="tx1"/>
                </a:solidFill>
                <a:latin typeface="Arial" panose="020B0604020202020204" pitchFamily="34" charset="0"/>
                <a:ea typeface="+mn-ea"/>
                <a:cs typeface="+mn-cs"/>
              </a:rPr>
              <a:t>Results (the highlight):</a:t>
            </a:r>
          </a:p>
          <a:p>
            <a:endParaRPr lang="en-US" sz="1200" b="1" i="0" u="none" strike="noStrike" kern="1200" baseline="0" dirty="0">
              <a:solidFill>
                <a:schemeClr val="tx1"/>
              </a:solidFill>
              <a:latin typeface="Arial" panose="020B0604020202020204" pitchFamily="34" charset="0"/>
              <a:ea typeface="+mn-ea"/>
              <a:cs typeface="+mn-cs"/>
            </a:endParaRPr>
          </a:p>
          <a:p>
            <a:r>
              <a:rPr lang="en-US" sz="1200" b="1" i="0" u="none" strike="noStrike" kern="1200" baseline="0" dirty="0">
                <a:solidFill>
                  <a:schemeClr val="tx1"/>
                </a:solidFill>
                <a:latin typeface="Arial" panose="020B0604020202020204" pitchFamily="34" charset="0"/>
                <a:ea typeface="+mn-ea"/>
                <a:cs typeface="+mn-cs"/>
              </a:rPr>
              <a:t>In-domain (Wikipedia test set): </a:t>
            </a:r>
          </a:p>
          <a:p>
            <a:pPr marL="171450" indent="-171450">
              <a:buFontTx/>
              <a:buChar char="-"/>
            </a:pPr>
            <a:r>
              <a:rPr lang="en-US" sz="1200" b="1" i="0" u="none" strike="noStrike" kern="1200" baseline="0" dirty="0">
                <a:solidFill>
                  <a:schemeClr val="tx1"/>
                </a:solidFill>
                <a:latin typeface="Arial" panose="020B0604020202020204" pitchFamily="34" charset="0"/>
                <a:ea typeface="+mn-ea"/>
                <a:cs typeface="+mn-cs"/>
              </a:rPr>
              <a:t>Accuracy: 0.9755 </a:t>
            </a:r>
            <a:r>
              <a:rPr lang="en-US" sz="1200" b="0" i="0" u="none" strike="noStrike" kern="1200" baseline="0" dirty="0">
                <a:solidFill>
                  <a:schemeClr val="tx1"/>
                </a:solidFill>
                <a:latin typeface="Arial" panose="020B0604020202020204" pitchFamily="34" charset="0"/>
                <a:ea typeface="+mn-ea"/>
                <a:cs typeface="+mn-cs"/>
              </a:rPr>
              <a:t>(97.55%). </a:t>
            </a:r>
          </a:p>
          <a:p>
            <a:pPr marL="171450" indent="-171450">
              <a:buFontTx/>
              <a:buChar char="-"/>
            </a:pPr>
            <a:r>
              <a:rPr lang="en-US" sz="1200" b="1" i="0" u="none" strike="noStrike" kern="1200" baseline="0" dirty="0">
                <a:solidFill>
                  <a:schemeClr val="tx1"/>
                </a:solidFill>
                <a:latin typeface="Arial" panose="020B0604020202020204" pitchFamily="34" charset="0"/>
                <a:ea typeface="+mn-ea"/>
                <a:cs typeface="+mn-cs"/>
              </a:rPr>
              <a:t>Macro F1: 0.9754 </a:t>
            </a:r>
            <a:r>
              <a:rPr lang="en-US" sz="1200" b="0" i="0" u="none" strike="noStrike" kern="1200" baseline="0" dirty="0">
                <a:solidFill>
                  <a:schemeClr val="tx1"/>
                </a:solidFill>
                <a:latin typeface="Arial" panose="020B0604020202020204" pitchFamily="34" charset="0"/>
                <a:ea typeface="+mn-ea"/>
                <a:cs typeface="+mn-cs"/>
              </a:rPr>
              <a:t>(97.54% average across languages, treating each equally). </a:t>
            </a:r>
          </a:p>
          <a:p>
            <a:pPr marL="171450" indent="-171450">
              <a:buFontTx/>
              <a:buChar char="-"/>
            </a:pPr>
            <a:r>
              <a:rPr lang="en-US" sz="1200" b="0" i="0" u="none" strike="noStrike" kern="1200" baseline="0" dirty="0">
                <a:solidFill>
                  <a:schemeClr val="tx1"/>
                </a:solidFill>
                <a:latin typeface="Arial" panose="020B0604020202020204" pitchFamily="34" charset="0"/>
                <a:ea typeface="+mn-ea"/>
                <a:cs typeface="+mn-cs"/>
              </a:rPr>
              <a:t>This is nearly identical to fastText alone, confirming the fallback adds robustness without sacrificing ID accuracy.</a:t>
            </a:r>
          </a:p>
          <a:p>
            <a:pPr marL="171450" indent="-171450">
              <a:buFontTx/>
              <a:buChar char="-"/>
            </a:pPr>
            <a:endParaRPr lang="en-US" sz="1200" b="0" i="0" u="none" strike="noStrike" kern="1200" baseline="0" dirty="0">
              <a:solidFill>
                <a:schemeClr val="tx1"/>
              </a:solidFill>
              <a:latin typeface="Arial" panose="020B0604020202020204" pitchFamily="34" charset="0"/>
              <a:ea typeface="+mn-ea"/>
              <a:cs typeface="+mn-cs"/>
            </a:endParaRPr>
          </a:p>
          <a:p>
            <a:r>
              <a:rPr lang="en-US" sz="1200" b="1" i="0" u="none" strike="noStrike" kern="1200" baseline="0" dirty="0">
                <a:solidFill>
                  <a:schemeClr val="tx1"/>
                </a:solidFill>
                <a:latin typeface="Arial" panose="020B0604020202020204" pitchFamily="34" charset="0"/>
                <a:ea typeface="+mn-ea"/>
                <a:cs typeface="+mn-cs"/>
              </a:rPr>
              <a:t>Out-of-domain (hate speech/social media combined): </a:t>
            </a:r>
          </a:p>
          <a:p>
            <a:pPr marL="171450" indent="-171450">
              <a:buFontTx/>
              <a:buChar char="-"/>
            </a:pPr>
            <a:r>
              <a:rPr lang="en-US" sz="1200" b="1" i="0" u="none" strike="noStrike" kern="1200" baseline="0" dirty="0">
                <a:solidFill>
                  <a:schemeClr val="tx1"/>
                </a:solidFill>
                <a:latin typeface="Arial" panose="020B0604020202020204" pitchFamily="34" charset="0"/>
                <a:ea typeface="+mn-ea"/>
                <a:cs typeface="+mn-cs"/>
              </a:rPr>
              <a:t>Accuracy: 0.9764 </a:t>
            </a:r>
            <a:r>
              <a:rPr lang="en-US" sz="1200" b="0" i="0" u="none" strike="noStrike" kern="1200" baseline="0" dirty="0">
                <a:solidFill>
                  <a:schemeClr val="tx1"/>
                </a:solidFill>
                <a:latin typeface="Arial" panose="020B0604020202020204" pitchFamily="34" charset="0"/>
                <a:ea typeface="+mn-ea"/>
                <a:cs typeface="+mn-cs"/>
              </a:rPr>
              <a:t>(97.64%, even better than in-domain!). </a:t>
            </a:r>
          </a:p>
          <a:p>
            <a:pPr marL="171450" indent="-171450">
              <a:buFontTx/>
              <a:buChar char="-"/>
            </a:pPr>
            <a:r>
              <a:rPr lang="en-US" sz="1200" b="1" i="0" u="none" strike="noStrike" kern="1200" baseline="0" dirty="0">
                <a:solidFill>
                  <a:schemeClr val="tx1"/>
                </a:solidFill>
                <a:latin typeface="Arial" panose="020B0604020202020204" pitchFamily="34" charset="0"/>
                <a:ea typeface="+mn-ea"/>
                <a:cs typeface="+mn-cs"/>
              </a:rPr>
              <a:t>Macro F1: 0.9007 </a:t>
            </a:r>
            <a:r>
              <a:rPr lang="en-US" sz="1200" b="0" i="0" u="none" strike="noStrike" kern="1200" baseline="0" dirty="0">
                <a:solidFill>
                  <a:schemeClr val="tx1"/>
                </a:solidFill>
                <a:latin typeface="Arial" panose="020B0604020202020204" pitchFamily="34" charset="0"/>
                <a:ea typeface="+mn-ea"/>
                <a:cs typeface="+mn-cs"/>
              </a:rPr>
              <a:t>(90.07%, strong per-language robustness). </a:t>
            </a:r>
          </a:p>
          <a:p>
            <a:pPr marL="171450" indent="-171450">
              <a:buFontTx/>
              <a:buChar char="-"/>
            </a:pPr>
            <a:r>
              <a:rPr lang="en-US" sz="1200" b="1" i="0" u="none" strike="noStrike" kern="1200" baseline="0" dirty="0">
                <a:solidFill>
                  <a:schemeClr val="tx1"/>
                </a:solidFill>
                <a:latin typeface="Arial" panose="020B0604020202020204" pitchFamily="34" charset="0"/>
                <a:ea typeface="+mn-ea"/>
                <a:cs typeface="+mn-cs"/>
              </a:rPr>
              <a:t>Macro Recall: 0.9839 </a:t>
            </a:r>
            <a:r>
              <a:rPr lang="en-US" sz="1200" b="0" i="0" u="none" strike="noStrike" kern="1200" baseline="0" dirty="0">
                <a:solidFill>
                  <a:schemeClr val="tx1"/>
                </a:solidFill>
                <a:latin typeface="Arial" panose="020B0604020202020204" pitchFamily="34" charset="0"/>
                <a:ea typeface="+mn-ea"/>
                <a:cs typeface="+mn-cs"/>
              </a:rPr>
              <a:t>(98.39%, we catch most of the positive cases). </a:t>
            </a:r>
          </a:p>
          <a:p>
            <a:pPr marL="171450" indent="-171450">
              <a:buFontTx/>
              <a:buChar char="-"/>
            </a:pPr>
            <a:r>
              <a:rPr lang="en-US" sz="1200" b="0" i="0" u="none" strike="noStrike" kern="1200" baseline="0" dirty="0">
                <a:solidFill>
                  <a:schemeClr val="tx1"/>
                </a:solidFill>
                <a:latin typeface="Arial" panose="020B0604020202020204" pitchFamily="34" charset="0"/>
                <a:ea typeface="+mn-ea"/>
                <a:cs typeface="+mn-cs"/>
              </a:rPr>
              <a:t>Compare to Q1 fastText alone: macro F1 was only 0.666 on OOD. We improved it by </a:t>
            </a:r>
            <a:r>
              <a:rPr lang="en-US" sz="1200" b="1" i="0" u="none" strike="noStrike" kern="1200" baseline="0" dirty="0">
                <a:solidFill>
                  <a:schemeClr val="tx1"/>
                </a:solidFill>
                <a:latin typeface="Arial" panose="020B0604020202020204" pitchFamily="34" charset="0"/>
                <a:ea typeface="+mn-ea"/>
                <a:cs typeface="+mn-cs"/>
              </a:rPr>
              <a:t>+0.235 macro F1 points </a:t>
            </a:r>
            <a:r>
              <a:rPr lang="en-US" sz="1200" b="0" i="0" u="none" strike="noStrike" kern="1200" baseline="0" dirty="0">
                <a:solidFill>
                  <a:schemeClr val="tx1"/>
                </a:solidFill>
                <a:latin typeface="Arial" panose="020B0604020202020204" pitchFamily="34" charset="0"/>
                <a:ea typeface="+mn-ea"/>
                <a:cs typeface="+mn-cs"/>
              </a:rPr>
              <a:t>(from 66.6% to 90.07%).</a:t>
            </a:r>
          </a:p>
          <a:p>
            <a:pPr marL="0" indent="0">
              <a:buFontTx/>
              <a:buNone/>
            </a:pPr>
            <a:endParaRPr lang="en-US" sz="1200" b="0" i="0" u="none" strike="noStrike" kern="1200" baseline="0" dirty="0">
              <a:solidFill>
                <a:schemeClr val="tx1"/>
              </a:solidFill>
              <a:latin typeface="Arial" panose="020B0604020202020204" pitchFamily="34" charset="0"/>
              <a:ea typeface="+mn-ea"/>
              <a:cs typeface="+mn-cs"/>
            </a:endParaRPr>
          </a:p>
          <a:p>
            <a:r>
              <a:rPr lang="en-US" sz="1200" b="1" i="0" u="none" strike="noStrike" kern="1200" baseline="0" dirty="0">
                <a:solidFill>
                  <a:schemeClr val="tx1"/>
                </a:solidFill>
                <a:latin typeface="Arial" panose="020B0604020202020204" pitchFamily="34" charset="0"/>
                <a:ea typeface="+mn-ea"/>
                <a:cs typeface="+mn-cs"/>
              </a:rPr>
              <a:t>Routing behavior (reveals the mitigation in action): </a:t>
            </a:r>
          </a:p>
          <a:p>
            <a:pPr marL="171450" indent="-171450">
              <a:buFontTx/>
              <a:buChar char="-"/>
            </a:pPr>
            <a:r>
              <a:rPr lang="en-US" sz="1200" b="1" i="0" u="none" strike="noStrike" kern="1200" baseline="0" dirty="0">
                <a:solidFill>
                  <a:schemeClr val="tx1"/>
                </a:solidFill>
                <a:latin typeface="Arial" panose="020B0604020202020204" pitchFamily="34" charset="0"/>
                <a:ea typeface="+mn-ea"/>
                <a:cs typeface="+mn-cs"/>
              </a:rPr>
              <a:t>In-domain sentences routed to fallback: 80.55% </a:t>
            </a:r>
            <a:r>
              <a:rPr lang="en-US" sz="1200" b="0" i="0" u="none" strike="noStrike" kern="1200" baseline="0" dirty="0">
                <a:solidFill>
                  <a:schemeClr val="tx1"/>
                </a:solidFill>
                <a:latin typeface="Arial" panose="020B0604020202020204" pitchFamily="34" charset="0"/>
                <a:ea typeface="+mn-ea"/>
                <a:cs typeface="+mn-cs"/>
              </a:rPr>
              <a:t>(most Wikipedia text has high OOV rates, triggering fallback). </a:t>
            </a:r>
          </a:p>
          <a:p>
            <a:pPr marL="171450" indent="-171450">
              <a:buFontTx/>
              <a:buChar char="-"/>
            </a:pPr>
            <a:r>
              <a:rPr lang="en-US" sz="1200" b="1" i="0" u="none" strike="noStrike" kern="1200" baseline="0" dirty="0">
                <a:solidFill>
                  <a:schemeClr val="tx1"/>
                </a:solidFill>
                <a:latin typeface="Arial" panose="020B0604020202020204" pitchFamily="34" charset="0"/>
                <a:ea typeface="+mn-ea"/>
                <a:cs typeface="+mn-cs"/>
              </a:rPr>
              <a:t>OOD sentences routed to fallback: 92.04% </a:t>
            </a:r>
            <a:r>
              <a:rPr lang="en-US" sz="1200" b="0" i="0" u="none" strike="noStrike" kern="1200" baseline="0" dirty="0">
                <a:solidFill>
                  <a:schemeClr val="tx1"/>
                </a:solidFill>
                <a:latin typeface="Arial" panose="020B0604020202020204" pitchFamily="34" charset="0"/>
                <a:ea typeface="+mn-ea"/>
                <a:cs typeface="+mn-cs"/>
              </a:rPr>
              <a:t>(noisy social media is almost always routed, showing the system correctly identifies risky samples). </a:t>
            </a:r>
          </a:p>
          <a:p>
            <a:pPr marL="171450" indent="-171450">
              <a:buFontTx/>
              <a:buChar char="-"/>
            </a:pPr>
            <a:r>
              <a:rPr lang="en-US" sz="1200" b="0" i="0" u="none" strike="noStrike" kern="1200" baseline="0" dirty="0">
                <a:solidFill>
                  <a:schemeClr val="tx1"/>
                </a:solidFill>
                <a:latin typeface="Arial" panose="020B0604020202020204" pitchFamily="34" charset="0"/>
                <a:ea typeface="+mn-ea"/>
                <a:cs typeface="+mn-cs"/>
              </a:rPr>
              <a:t>This high fallback usage is </a:t>
            </a:r>
            <a:r>
              <a:rPr lang="en-US" sz="1200" b="0" i="1" u="none" strike="noStrike" kern="1200" baseline="0" dirty="0">
                <a:solidFill>
                  <a:schemeClr val="tx1"/>
                </a:solidFill>
                <a:latin typeface="Arial" panose="020B0604020202020204" pitchFamily="34" charset="0"/>
                <a:ea typeface="+mn-ea"/>
                <a:cs typeface="+mn-cs"/>
              </a:rPr>
              <a:t>evidence of success</a:t>
            </a:r>
            <a:r>
              <a:rPr lang="en-US" sz="1200" b="0" i="0" u="none" strike="noStrike" kern="1200" baseline="0" dirty="0">
                <a:solidFill>
                  <a:schemeClr val="tx1"/>
                </a:solidFill>
                <a:latin typeface="Arial" panose="020B0604020202020204" pitchFamily="34" charset="0"/>
                <a:ea typeface="+mn-ea"/>
                <a:cs typeface="+mn-cs"/>
              </a:rPr>
              <a:t>, not a bug: the system is catching noisy text and handling it with a character-robust classifier.</a:t>
            </a:r>
          </a:p>
          <a:p>
            <a:pPr marL="0" indent="0">
              <a:buFontTx/>
              <a:buNone/>
            </a:pPr>
            <a:endParaRPr lang="en-US" sz="1200" b="0" i="0" u="none" strike="noStrike" kern="1200" baseline="0" dirty="0">
              <a:solidFill>
                <a:schemeClr val="tx1"/>
              </a:solidFill>
              <a:effectLst/>
              <a:latin typeface="fkGroteskNeue"/>
              <a:ea typeface="+mn-ea"/>
              <a:cs typeface="+mn-cs"/>
            </a:endParaRPr>
          </a:p>
          <a:p>
            <a:r>
              <a:rPr lang="en-US" sz="1200" b="1" i="0" u="none" strike="noStrike" kern="1200" baseline="0" dirty="0">
                <a:solidFill>
                  <a:schemeClr val="tx1"/>
                </a:solidFill>
                <a:latin typeface="Arial" panose="020B0604020202020204" pitchFamily="34" charset="0"/>
                <a:ea typeface="+mn-ea"/>
                <a:cs typeface="+mn-cs"/>
              </a:rPr>
              <a:t>Why This Works:</a:t>
            </a:r>
          </a:p>
          <a:p>
            <a:pPr marL="171450" indent="-171450">
              <a:buFont typeface="Arial" panose="020B0604020202020204" pitchFamily="34" charset="0"/>
              <a:buChar char="•"/>
            </a:pPr>
            <a:r>
              <a:rPr lang="en-US" sz="1200" b="0" i="0" u="none" strike="noStrike" kern="1200" baseline="0" dirty="0">
                <a:solidFill>
                  <a:schemeClr val="tx1"/>
                </a:solidFill>
                <a:latin typeface="Arial" panose="020B0604020202020204" pitchFamily="34" charset="0"/>
                <a:ea typeface="+mn-ea"/>
                <a:cs typeface="+mn-cs"/>
              </a:rPr>
              <a:t>“fastText excels when you have clean, in-vocabulary text.”</a:t>
            </a:r>
          </a:p>
          <a:p>
            <a:pPr marL="171450" indent="-171450">
              <a:buFont typeface="Arial" panose="020B0604020202020204" pitchFamily="34" charset="0"/>
              <a:buChar char="•"/>
            </a:pPr>
            <a:r>
              <a:rPr lang="en-US" sz="1200" b="0" i="0" u="none" strike="noStrike" kern="1200" baseline="0" dirty="0">
                <a:solidFill>
                  <a:schemeClr val="tx1"/>
                </a:solidFill>
                <a:latin typeface="Arial" panose="020B0604020202020204" pitchFamily="34" charset="0"/>
                <a:ea typeface="+mn-ea"/>
                <a:cs typeface="+mn-cs"/>
              </a:rPr>
              <a:t>“But on social media—tweets, hate speech, transliterated posts—fastText sees high OOV rates and becomes unreliable.”</a:t>
            </a:r>
          </a:p>
          <a:p>
            <a:pPr marL="171450" indent="-171450">
              <a:buFont typeface="Arial" panose="020B0604020202020204" pitchFamily="34" charset="0"/>
              <a:buChar char="•"/>
            </a:pPr>
            <a:r>
              <a:rPr lang="en-US" sz="1200" b="0" i="0" u="none" strike="noStrike" kern="1200" baseline="0" dirty="0">
                <a:solidFill>
                  <a:schemeClr val="tx1"/>
                </a:solidFill>
                <a:latin typeface="Arial" panose="020B0604020202020204" pitchFamily="34" charset="0"/>
                <a:ea typeface="+mn-ea"/>
                <a:cs typeface="+mn-cs"/>
              </a:rPr>
              <a:t>“Character n-grams never have OOV: every character sequence is a feature, so, slang, misspellings, and transliterations all produce valid signals.”</a:t>
            </a:r>
          </a:p>
          <a:p>
            <a:pPr marL="171450" indent="-171450">
              <a:buFont typeface="Arial" panose="020B0604020202020204" pitchFamily="34" charset="0"/>
              <a:buChar char="•"/>
            </a:pPr>
            <a:r>
              <a:rPr lang="en-US" sz="1200" b="0" i="0" u="none" strike="noStrike" kern="1200" baseline="0" dirty="0">
                <a:solidFill>
                  <a:schemeClr val="tx1"/>
                </a:solidFill>
                <a:latin typeface="Arial" panose="020B0604020202020204" pitchFamily="34" charset="0"/>
                <a:ea typeface="+mn-ea"/>
                <a:cs typeface="+mn-cs"/>
              </a:rPr>
              <a:t>“By routing to character n-grams when we detect high OOV, we get the best of both worlds: speed and accuracy when applicable, robustness when needed.”</a:t>
            </a:r>
          </a:p>
          <a:p>
            <a:pPr marL="0" indent="0">
              <a:buFont typeface="Arial" panose="020B0604020202020204" pitchFamily="34" charset="0"/>
              <a:buNone/>
            </a:pPr>
            <a:endParaRPr lang="en-US" sz="1200" b="0" i="0" u="none" strike="noStrike" kern="1200" baseline="0" dirty="0">
              <a:solidFill>
                <a:schemeClr val="tx1"/>
              </a:solidFill>
              <a:effectLst/>
              <a:latin typeface="Arial" panose="020B0604020202020204" pitchFamily="34" charset="0"/>
              <a:ea typeface="+mn-ea"/>
              <a:cs typeface="+mn-cs"/>
            </a:endParaRPr>
          </a:p>
          <a:p>
            <a:r>
              <a:rPr lang="en-US" sz="1200" b="1" i="0" u="none" strike="noStrike" kern="1200" baseline="0" dirty="0">
                <a:solidFill>
                  <a:schemeClr val="tx1"/>
                </a:solidFill>
                <a:latin typeface="Arial" panose="020B0604020202020204" pitchFamily="34" charset="0"/>
                <a:ea typeface="+mn-ea"/>
                <a:cs typeface="+mn-cs"/>
              </a:rPr>
              <a:t>The Production Story:</a:t>
            </a:r>
          </a:p>
          <a:p>
            <a:pPr marL="171450" indent="-171450">
              <a:buFont typeface="Arial" panose="020B0604020202020204" pitchFamily="34" charset="0"/>
              <a:buChar char="•"/>
            </a:pPr>
            <a:r>
              <a:rPr lang="en-US" sz="1200" b="0" i="0" u="none" strike="noStrike" kern="1200" baseline="0" dirty="0">
                <a:solidFill>
                  <a:schemeClr val="tx1"/>
                </a:solidFill>
                <a:latin typeface="Arial" panose="020B0604020202020204" pitchFamily="34" charset="0"/>
                <a:ea typeface="+mn-ea"/>
                <a:cs typeface="+mn-cs"/>
              </a:rPr>
              <a:t>“Imagine you are a content moderation team processing millions of social media posts in 5 languages. You want high accuracy but also need to handle noisy, user-generated text.”</a:t>
            </a:r>
          </a:p>
          <a:p>
            <a:pPr marL="171450" indent="-171450">
              <a:buFont typeface="Arial" panose="020B0604020202020204" pitchFamily="34" charset="0"/>
              <a:buChar char="•"/>
            </a:pPr>
            <a:r>
              <a:rPr lang="en-US" sz="1200" b="0" i="0" u="none" strike="noStrike" kern="1200" baseline="0" dirty="0">
                <a:solidFill>
                  <a:schemeClr val="tx1"/>
                </a:solidFill>
                <a:latin typeface="Arial" panose="020B0604020202020204" pitchFamily="34" charset="0"/>
                <a:ea typeface="+mn-ea"/>
                <a:cs typeface="+mn-cs"/>
              </a:rPr>
              <a:t>“The baseline fastText system looked great on Wikipedia (99.8% accuracy!) but failed silently on your real data (hidden fragility on Yoruba, Latvian).”</a:t>
            </a:r>
          </a:p>
          <a:p>
            <a:pPr marL="171450" indent="-171450">
              <a:buFont typeface="Arial" panose="020B0604020202020204" pitchFamily="34" charset="0"/>
              <a:buChar char="•"/>
            </a:pPr>
            <a:r>
              <a:rPr lang="en-US" sz="1200" b="0" i="0" u="none" strike="noStrike" kern="1200" baseline="0" dirty="0">
                <a:solidFill>
                  <a:schemeClr val="tx1"/>
                </a:solidFill>
                <a:latin typeface="Arial" panose="020B0604020202020204" pitchFamily="34" charset="0"/>
                <a:ea typeface="+mn-ea"/>
                <a:cs typeface="+mn-cs"/>
              </a:rPr>
              <a:t>“Our final solution catches the risky samples via OOV detection and routes them to a character-based classifier. On our OOD data, macro F1 jumps from 0.67 to 0.90—that is a </a:t>
            </a:r>
            <a:r>
              <a:rPr lang="en-US" sz="1200" b="1" i="0" u="none" strike="noStrike" kern="1200" baseline="0" dirty="0">
                <a:solidFill>
                  <a:schemeClr val="tx1"/>
                </a:solidFill>
                <a:latin typeface="Arial" panose="020B0604020202020204" pitchFamily="34" charset="0"/>
                <a:ea typeface="+mn-ea"/>
                <a:cs typeface="+mn-cs"/>
              </a:rPr>
              <a:t>36% relative improvement</a:t>
            </a:r>
            <a:r>
              <a:rPr lang="en-US" sz="1200" b="0" i="0" u="none" strike="noStrike" kern="1200" baseline="0" dirty="0">
                <a:solidFill>
                  <a:schemeClr val="tx1"/>
                </a:solidFill>
                <a:latin typeface="Arial" panose="020B0604020202020204" pitchFamily="34" charset="0"/>
                <a:ea typeface="+mn-ea"/>
                <a:cs typeface="+mn-cs"/>
              </a:rPr>
              <a:t>.”</a:t>
            </a:r>
          </a:p>
          <a:p>
            <a:pPr marL="0" indent="0">
              <a:buFont typeface="Arial" panose="020B0604020202020204" pitchFamily="34" charset="0"/>
              <a:buNone/>
            </a:pPr>
            <a:endParaRPr lang="en-US" sz="1200" b="0" i="0" u="none" strike="noStrike" kern="1200" baseline="0" dirty="0">
              <a:solidFill>
                <a:schemeClr val="tx1"/>
              </a:solidFill>
              <a:effectLst/>
              <a:latin typeface="Arial" panose="020B0604020202020204" pitchFamily="34" charset="0"/>
              <a:ea typeface="+mn-ea"/>
              <a:cs typeface="+mn-cs"/>
            </a:endParaRPr>
          </a:p>
          <a:p>
            <a:r>
              <a:rPr lang="en-US" sz="1200" b="1" i="0" u="none" strike="noStrike" kern="1200" baseline="0" dirty="0">
                <a:solidFill>
                  <a:schemeClr val="tx1"/>
                </a:solidFill>
                <a:latin typeface="Arial" panose="020B0604020202020204" pitchFamily="34" charset="0"/>
                <a:ea typeface="+mn-ea"/>
                <a:cs typeface="+mn-cs"/>
              </a:rPr>
              <a:t>Key Takeaway:</a:t>
            </a:r>
          </a:p>
          <a:p>
            <a:r>
              <a:rPr lang="en-US" sz="1200" b="0" i="0" u="none" strike="noStrike" kern="1200" baseline="0" dirty="0">
                <a:solidFill>
                  <a:schemeClr val="tx1"/>
                </a:solidFill>
                <a:latin typeface="Arial" panose="020B0604020202020204" pitchFamily="34" charset="0"/>
                <a:ea typeface="+mn-ea"/>
                <a:cs typeface="+mn-cs"/>
              </a:rPr>
              <a:t>“</a:t>
            </a:r>
            <a:r>
              <a:rPr lang="en-US" sz="1200" b="1" i="0" u="none" strike="noStrike" kern="1200" baseline="0" dirty="0">
                <a:solidFill>
                  <a:schemeClr val="tx1"/>
                </a:solidFill>
                <a:latin typeface="Arial" panose="020B0604020202020204" pitchFamily="34" charset="0"/>
                <a:ea typeface="+mn-ea"/>
                <a:cs typeface="+mn-cs"/>
              </a:rPr>
              <a:t>The final solution is a proof-of-concept for robust multilingual language ID. </a:t>
            </a:r>
            <a:r>
              <a:rPr lang="en-US" sz="1200" b="0" i="0" u="none" strike="noStrike" kern="1200" baseline="0" dirty="0">
                <a:solidFill>
                  <a:schemeClr val="tx1"/>
                </a:solidFill>
                <a:latin typeface="Arial" panose="020B0604020202020204" pitchFamily="34" charset="0"/>
                <a:ea typeface="+mn-ea"/>
                <a:cs typeface="+mn-cs"/>
              </a:rPr>
              <a:t>It operationalizes research insights (OOV diagnostics, ensemble strategies) into a deployable system that maintains high accuracy while adding a safety net for noisy domains. This is what ‘beyond the baseline’ looks like: not just a better number, but a solution that is </a:t>
            </a:r>
            <a:r>
              <a:rPr lang="en-US" sz="1200" b="0" i="1" u="none" strike="noStrike" kern="1200" baseline="0" dirty="0">
                <a:solidFill>
                  <a:schemeClr val="tx1"/>
                </a:solidFill>
                <a:latin typeface="Arial" panose="020B0604020202020204" pitchFamily="34" charset="0"/>
                <a:ea typeface="+mn-ea"/>
                <a:cs typeface="+mn-cs"/>
              </a:rPr>
              <a:t>thoughtfully designed </a:t>
            </a:r>
            <a:r>
              <a:rPr lang="en-US" sz="1200" b="0" i="0" u="none" strike="noStrike" kern="1200" baseline="0" dirty="0">
                <a:solidFill>
                  <a:schemeClr val="tx1"/>
                </a:solidFill>
                <a:latin typeface="Arial" panose="020B0604020202020204" pitchFamily="34" charset="0"/>
                <a:ea typeface="+mn-ea"/>
                <a:cs typeface="+mn-cs"/>
              </a:rPr>
              <a:t>for real-world conditions.”</a:t>
            </a:r>
          </a:p>
          <a:p>
            <a:endParaRPr lang="en-US" sz="1200" b="0" i="0" u="none" strike="noStrike" kern="1200" baseline="0" dirty="0">
              <a:solidFill>
                <a:schemeClr val="tx1"/>
              </a:solidFill>
              <a:effectLst/>
              <a:latin typeface="Arial" panose="020B0604020202020204" pitchFamily="34" charset="0"/>
              <a:ea typeface="+mn-ea"/>
              <a:cs typeface="+mn-cs"/>
            </a:endParaRPr>
          </a:p>
          <a:p>
            <a:r>
              <a:rPr lang="en-US" sz="1200" b="1" i="0" u="none" strike="noStrike" kern="1200" baseline="0" dirty="0">
                <a:solidFill>
                  <a:schemeClr val="tx1"/>
                </a:solidFill>
                <a:latin typeface="Arial" panose="020B0604020202020204" pitchFamily="34" charset="0"/>
                <a:ea typeface="+mn-ea"/>
                <a:cs typeface="+mn-cs"/>
              </a:rPr>
              <a:t>Delivery tips: </a:t>
            </a:r>
          </a:p>
          <a:p>
            <a:pPr marL="171450" indent="-171450">
              <a:buFontTx/>
              <a:buChar char="-"/>
            </a:pPr>
            <a:r>
              <a:rPr lang="en-US" sz="1200" b="1" i="0" u="none" strike="noStrike" kern="1200" baseline="0" dirty="0">
                <a:solidFill>
                  <a:schemeClr val="tx1"/>
                </a:solidFill>
                <a:latin typeface="Arial" panose="020B0604020202020204" pitchFamily="34" charset="0"/>
                <a:ea typeface="+mn-ea"/>
                <a:cs typeface="+mn-cs"/>
              </a:rPr>
              <a:t>Start with the narrative. </a:t>
            </a:r>
            <a:r>
              <a:rPr lang="en-US" sz="1200" b="0" i="0" u="none" strike="noStrike" kern="1200" baseline="0" dirty="0">
                <a:solidFill>
                  <a:schemeClr val="tx1"/>
                </a:solidFill>
                <a:latin typeface="Arial" panose="020B0604020202020204" pitchFamily="34" charset="0"/>
                <a:ea typeface="+mn-ea"/>
                <a:cs typeface="+mn-cs"/>
              </a:rPr>
              <a:t>“Q1 showed us fastText is fragile. So, we asked: can we fix it? Yes.” </a:t>
            </a:r>
          </a:p>
          <a:p>
            <a:pPr marL="171450" indent="-171450">
              <a:buFontTx/>
              <a:buChar char="-"/>
            </a:pPr>
            <a:r>
              <a:rPr lang="en-US" sz="1200" b="1" i="0" u="none" strike="noStrike" kern="1200" baseline="0" dirty="0">
                <a:solidFill>
                  <a:schemeClr val="tx1"/>
                </a:solidFill>
                <a:latin typeface="Arial" panose="020B0604020202020204" pitchFamily="34" charset="0"/>
                <a:ea typeface="+mn-ea"/>
                <a:cs typeface="+mn-cs"/>
              </a:rPr>
              <a:t>Emphasize the results. </a:t>
            </a:r>
            <a:r>
              <a:rPr lang="en-US" sz="1200" b="0" i="0" u="none" strike="noStrike" kern="1200" baseline="0" dirty="0">
                <a:solidFill>
                  <a:schemeClr val="tx1"/>
                </a:solidFill>
                <a:latin typeface="Arial" panose="020B0604020202020204" pitchFamily="34" charset="0"/>
                <a:ea typeface="+mn-ea"/>
                <a:cs typeface="+mn-cs"/>
              </a:rPr>
              <a:t>The macro F1 jump from 0.67 to 0.90 OOD is dramatic. Let that number sink in. </a:t>
            </a:r>
          </a:p>
          <a:p>
            <a:pPr marL="171450" indent="-171450">
              <a:buFontTx/>
              <a:buChar char="-"/>
            </a:pPr>
            <a:r>
              <a:rPr lang="en-US" sz="1200" b="1" i="0" u="none" strike="noStrike" kern="1200" baseline="0" dirty="0">
                <a:solidFill>
                  <a:schemeClr val="tx1"/>
                </a:solidFill>
                <a:latin typeface="Arial" panose="020B0604020202020204" pitchFamily="34" charset="0"/>
                <a:ea typeface="+mn-ea"/>
                <a:cs typeface="+mn-cs"/>
              </a:rPr>
              <a:t>Explain the routing behavior as a feature, not a bug. </a:t>
            </a:r>
            <a:r>
              <a:rPr lang="en-US" sz="1200" b="0" i="0" u="none" strike="noStrike" kern="1200" baseline="0" dirty="0">
                <a:solidFill>
                  <a:schemeClr val="tx1"/>
                </a:solidFill>
                <a:latin typeface="Arial" panose="020B0604020202020204" pitchFamily="34" charset="0"/>
                <a:ea typeface="+mn-ea"/>
                <a:cs typeface="+mn-cs"/>
              </a:rPr>
              <a:t>“80% fallback usage means the system is working as intended.” </a:t>
            </a:r>
          </a:p>
          <a:p>
            <a:pPr marL="171450" indent="-171450">
              <a:buFontTx/>
              <a:buChar char="-"/>
            </a:pPr>
            <a:r>
              <a:rPr lang="en-US" sz="1200" b="1" i="0" u="none" strike="noStrike" kern="1200" baseline="0" dirty="0">
                <a:solidFill>
                  <a:schemeClr val="tx1"/>
                </a:solidFill>
                <a:latin typeface="Arial" panose="020B0604020202020204" pitchFamily="34" charset="0"/>
                <a:ea typeface="+mn-ea"/>
                <a:cs typeface="+mn-cs"/>
              </a:rPr>
              <a:t>Use the production analogy. </a:t>
            </a:r>
            <a:r>
              <a:rPr lang="en-US" sz="1200" b="0" i="0" u="none" strike="noStrike" kern="1200" baseline="0" dirty="0">
                <a:solidFill>
                  <a:schemeClr val="tx1"/>
                </a:solidFill>
                <a:latin typeface="Arial" panose="020B0604020202020204" pitchFamily="34" charset="0"/>
                <a:ea typeface="+mn-ea"/>
                <a:cs typeface="+mn-cs"/>
              </a:rPr>
              <a:t>Ground it in real needs (content moderation, multiple languages, noisy data). </a:t>
            </a:r>
          </a:p>
          <a:p>
            <a:pPr marL="171450" indent="-171450">
              <a:buFontTx/>
              <a:buChar char="-"/>
            </a:pPr>
            <a:r>
              <a:rPr lang="en-US" sz="1200" b="1" i="0" u="none" strike="noStrike" kern="1200" baseline="0" dirty="0">
                <a:solidFill>
                  <a:schemeClr val="tx1"/>
                </a:solidFill>
                <a:latin typeface="Arial" panose="020B0604020202020204" pitchFamily="34" charset="0"/>
                <a:ea typeface="+mn-ea"/>
                <a:cs typeface="+mn-cs"/>
              </a:rPr>
              <a:t>Show the slide progression: </a:t>
            </a:r>
            <a:r>
              <a:rPr lang="en-US" sz="1200" b="0" i="0" u="none" strike="noStrike" kern="1200" baseline="0" dirty="0">
                <a:solidFill>
                  <a:schemeClr val="tx1"/>
                </a:solidFill>
                <a:latin typeface="Arial" panose="020B0604020202020204" pitchFamily="34" charset="0"/>
                <a:ea typeface="+mn-ea"/>
                <a:cs typeface="+mn-cs"/>
              </a:rPr>
              <a:t>baseline fastText Q1 → ensemble insight → operationalized final solution.</a:t>
            </a:r>
          </a:p>
          <a:p>
            <a:pPr marL="0" indent="0">
              <a:buFontTx/>
              <a:buNone/>
            </a:pPr>
            <a:endParaRPr lang="en-US" sz="1200" b="0" i="0" u="none" strike="noStrike" kern="1200" baseline="0" dirty="0">
              <a:solidFill>
                <a:schemeClr val="tx1"/>
              </a:solidFill>
              <a:effectLst/>
              <a:latin typeface="Arial" panose="020B0604020202020204" pitchFamily="34" charset="0"/>
              <a:ea typeface="+mn-ea"/>
              <a:cs typeface="+mn-cs"/>
            </a:endParaRPr>
          </a:p>
          <a:p>
            <a:r>
              <a:rPr lang="en-US" sz="1200" b="1" i="0" u="none" strike="noStrike" kern="1200" baseline="0" dirty="0">
                <a:solidFill>
                  <a:schemeClr val="tx1"/>
                </a:solidFill>
                <a:latin typeface="Arial" panose="020B0604020202020204" pitchFamily="34" charset="0"/>
                <a:ea typeface="+mn-ea"/>
                <a:cs typeface="+mn-cs"/>
              </a:rPr>
              <a:t>Visuals to highlight: </a:t>
            </a:r>
          </a:p>
          <a:p>
            <a:pPr marL="171450" indent="-171450">
              <a:buFontTx/>
              <a:buChar char="-"/>
            </a:pPr>
            <a:r>
              <a:rPr lang="en-US" sz="1200" b="0" i="0" u="none" strike="noStrike" kern="1200" baseline="0" dirty="0">
                <a:solidFill>
                  <a:schemeClr val="tx1"/>
                </a:solidFill>
                <a:latin typeface="Arial" panose="020B0604020202020204" pitchFamily="34" charset="0"/>
                <a:ea typeface="+mn-ea"/>
                <a:cs typeface="+mn-cs"/>
              </a:rPr>
              <a:t>If you have a results table, point to: </a:t>
            </a:r>
          </a:p>
          <a:p>
            <a:pPr marL="171450" indent="-171450">
              <a:buFontTx/>
              <a:buChar char="-"/>
            </a:pPr>
            <a:r>
              <a:rPr lang="en-US" sz="1200" b="0" i="0" u="none" strike="noStrike" kern="1200" baseline="0" dirty="0">
                <a:solidFill>
                  <a:schemeClr val="tx1"/>
                </a:solidFill>
                <a:latin typeface="Arial" panose="020B0604020202020204" pitchFamily="34" charset="0"/>
                <a:ea typeface="+mn-ea"/>
                <a:cs typeface="+mn-cs"/>
              </a:rPr>
              <a:t>In-domain macro F1: 0.9754 (high, showing we did not break in-domain performance). </a:t>
            </a:r>
          </a:p>
          <a:p>
            <a:pPr marL="171450" indent="-171450">
              <a:buFontTx/>
              <a:buChar char="-"/>
            </a:pPr>
            <a:r>
              <a:rPr lang="en-US" sz="1200" b="0" i="0" u="none" strike="noStrike" kern="1200" baseline="0" dirty="0">
                <a:solidFill>
                  <a:schemeClr val="tx1"/>
                </a:solidFill>
                <a:latin typeface="Arial" panose="020B0604020202020204" pitchFamily="34" charset="0"/>
                <a:ea typeface="+mn-ea"/>
                <a:cs typeface="+mn-cs"/>
              </a:rPr>
              <a:t>OOD macro F1: 0.9007 (major improvement from Q1’s 0.666). </a:t>
            </a:r>
          </a:p>
          <a:p>
            <a:pPr marL="171450" indent="-171450">
              <a:buFontTx/>
              <a:buChar char="-"/>
            </a:pPr>
            <a:r>
              <a:rPr lang="en-US" sz="1200" b="0" i="0" u="none" strike="noStrike" kern="1200" baseline="0" dirty="0">
                <a:solidFill>
                  <a:schemeClr val="tx1"/>
                </a:solidFill>
                <a:latin typeface="Arial" panose="020B0604020202020204" pitchFamily="34" charset="0"/>
                <a:ea typeface="+mn-ea"/>
                <a:cs typeface="+mn-cs"/>
              </a:rPr>
              <a:t>Routing percentages (80%+ fallback usage). </a:t>
            </a:r>
          </a:p>
          <a:p>
            <a:pPr marL="171450" indent="-171450">
              <a:buFontTx/>
              <a:buChar char="-"/>
            </a:pPr>
            <a:r>
              <a:rPr lang="en-US" sz="1200" b="0" i="0" u="none" strike="noStrike" kern="1200" baseline="0" dirty="0">
                <a:solidFill>
                  <a:schemeClr val="tx1"/>
                </a:solidFill>
                <a:latin typeface="Arial" panose="020B0604020202020204" pitchFamily="34" charset="0"/>
                <a:ea typeface="+mn-ea"/>
                <a:cs typeface="+mn-cs"/>
              </a:rPr>
              <a:t>If you have a diagram, show: fastText → [OOV check] → fallback character n-gram.</a:t>
            </a:r>
          </a:p>
          <a:p>
            <a:pPr marL="0" indent="0">
              <a:buFontTx/>
              <a:buNone/>
            </a:pPr>
            <a:endParaRPr lang="en-US" sz="1200" b="0" i="0" u="none" strike="noStrike" kern="1200" baseline="0" dirty="0">
              <a:solidFill>
                <a:schemeClr val="tx1"/>
              </a:solidFill>
              <a:effectLst/>
              <a:latin typeface="Arial" panose="020B0604020202020204" pitchFamily="34" charset="0"/>
              <a:ea typeface="+mn-ea"/>
              <a:cs typeface="+mn-cs"/>
            </a:endParaRPr>
          </a:p>
          <a:p>
            <a:pPr marL="0" indent="0">
              <a:buFontTx/>
              <a:buNone/>
            </a:pPr>
            <a:r>
              <a:rPr lang="en-US" sz="1200" b="0" i="0" u="sng" strike="noStrike" kern="1200" baseline="0" dirty="0">
                <a:solidFill>
                  <a:schemeClr val="tx1"/>
                </a:solidFill>
                <a:effectLst/>
                <a:latin typeface="Arial" panose="020B0604020202020204" pitchFamily="34" charset="0"/>
                <a:ea typeface="+mn-ea"/>
                <a:cs typeface="+mn-cs"/>
              </a:rPr>
              <a:t>Internal explanation</a:t>
            </a:r>
            <a:r>
              <a:rPr lang="en-US" sz="1200" b="0" i="0" u="none" strike="noStrike" kern="1200" baseline="0" dirty="0">
                <a:solidFill>
                  <a:schemeClr val="tx1"/>
                </a:solidFill>
                <a:effectLst/>
                <a:latin typeface="Arial" panose="020B0604020202020204" pitchFamily="34" charset="0"/>
                <a:ea typeface="+mn-ea"/>
                <a:cs typeface="+mn-cs"/>
              </a:rPr>
              <a:t>:</a:t>
            </a:r>
          </a:p>
          <a:p>
            <a:r>
              <a:rPr lang="en-US" sz="1200" b="1" i="0" kern="1200" dirty="0">
                <a:solidFill>
                  <a:schemeClr val="tx1"/>
                </a:solidFill>
                <a:effectLst/>
                <a:latin typeface="Arial" panose="020B0604020202020204" pitchFamily="34" charset="0"/>
                <a:ea typeface="+mn-ea"/>
                <a:cs typeface="+mn-cs"/>
              </a:rPr>
              <a:t>Accuracy</a:t>
            </a:r>
          </a:p>
          <a:p>
            <a:r>
              <a:rPr lang="en-US" sz="1200" b="1" i="0" kern="1200" dirty="0">
                <a:solidFill>
                  <a:schemeClr val="tx1"/>
                </a:solidFill>
                <a:effectLst/>
                <a:latin typeface="Arial" panose="020B0604020202020204" pitchFamily="34" charset="0"/>
                <a:ea typeface="+mn-ea"/>
                <a:cs typeface="+mn-cs"/>
              </a:rPr>
              <a:t>Accuracy</a:t>
            </a:r>
            <a:r>
              <a:rPr lang="en-US" sz="1200" b="0" i="0" kern="1200" dirty="0">
                <a:solidFill>
                  <a:schemeClr val="tx1"/>
                </a:solidFill>
                <a:effectLst/>
                <a:latin typeface="Arial" panose="020B0604020202020204" pitchFamily="34" charset="0"/>
                <a:ea typeface="+mn-ea"/>
                <a:cs typeface="+mn-cs"/>
              </a:rPr>
              <a:t> is the simplest evaluation metric: the proportion of correct predictions out of all predictions made.</a:t>
            </a:r>
          </a:p>
          <a:p>
            <a:r>
              <a:rPr lang="en-US" sz="1200" b="1" i="0" kern="1200" dirty="0">
                <a:solidFill>
                  <a:schemeClr val="tx1"/>
                </a:solidFill>
                <a:effectLst/>
                <a:latin typeface="Arial" panose="020B0604020202020204" pitchFamily="34" charset="0"/>
                <a:ea typeface="+mn-ea"/>
                <a:cs typeface="+mn-cs"/>
              </a:rPr>
              <a:t>Formula</a:t>
            </a:r>
            <a:r>
              <a:rPr lang="en-US" sz="1200" b="0" i="0" kern="1200" dirty="0">
                <a:solidFill>
                  <a:schemeClr val="tx1"/>
                </a:solidFill>
                <a:effectLst/>
                <a:latin typeface="Arial" panose="020B0604020202020204" pitchFamily="34" charset="0"/>
                <a:ea typeface="+mn-ea"/>
                <a:cs typeface="+mn-cs"/>
              </a:rPr>
              <a:t>: Accuracy = (Number of Correct Predictions) / (Total Number of Predictions)</a:t>
            </a:r>
          </a:p>
          <a:p>
            <a:r>
              <a:rPr lang="en-US" sz="1200" b="1" i="0" kern="1200" dirty="0">
                <a:solidFill>
                  <a:schemeClr val="tx1"/>
                </a:solidFill>
                <a:effectLst/>
                <a:latin typeface="Arial" panose="020B0604020202020204" pitchFamily="34" charset="0"/>
                <a:ea typeface="+mn-ea"/>
                <a:cs typeface="+mn-cs"/>
              </a:rPr>
              <a:t>Example</a:t>
            </a:r>
            <a:r>
              <a:rPr lang="en-US" sz="1200" b="0" i="0" kern="1200" dirty="0">
                <a:solidFill>
                  <a:schemeClr val="tx1"/>
                </a:solidFill>
                <a:effectLst/>
                <a:latin typeface="Arial" panose="020B0604020202020204" pitchFamily="34" charset="0"/>
                <a:ea typeface="+mn-ea"/>
                <a:cs typeface="+mn-cs"/>
              </a:rPr>
              <a:t>: If a POS tagger correctly identifies 950 out of 1,000-word tags, accuracy = 95%.</a:t>
            </a:r>
          </a:p>
          <a:p>
            <a:r>
              <a:rPr lang="en-US" sz="1200" b="1" i="0" kern="1200" dirty="0">
                <a:solidFill>
                  <a:schemeClr val="tx1"/>
                </a:solidFill>
                <a:effectLst/>
                <a:latin typeface="Arial" panose="020B0604020202020204" pitchFamily="34" charset="0"/>
                <a:ea typeface="+mn-ea"/>
                <a:cs typeface="+mn-cs"/>
              </a:rPr>
              <a:t>Limitation</a:t>
            </a:r>
            <a:r>
              <a:rPr lang="en-US" sz="1200" b="0" i="0" kern="1200" dirty="0">
                <a:solidFill>
                  <a:schemeClr val="tx1"/>
                </a:solidFill>
                <a:effectLst/>
                <a:latin typeface="Arial" panose="020B0604020202020204" pitchFamily="34" charset="0"/>
                <a:ea typeface="+mn-ea"/>
                <a:cs typeface="+mn-cs"/>
              </a:rPr>
              <a:t>: Accuracy can be misleading with imbalanced datasets. If 99% of words in a language are nouns, a naive model that always predicts "noun" would achieve 99% accuracy but be useless.</a:t>
            </a:r>
          </a:p>
          <a:p>
            <a:endParaRPr lang="en-US" sz="1200" b="0" i="0" kern="1200" dirty="0">
              <a:solidFill>
                <a:schemeClr val="tx1"/>
              </a:solidFill>
              <a:effectLst/>
              <a:latin typeface="Arial" panose="020B0604020202020204" pitchFamily="34" charset="0"/>
              <a:ea typeface="+mn-ea"/>
              <a:cs typeface="+mn-cs"/>
            </a:endParaRPr>
          </a:p>
          <a:p>
            <a:r>
              <a:rPr lang="en-US" sz="1200" b="1" i="0" kern="1200" dirty="0">
                <a:solidFill>
                  <a:schemeClr val="tx1"/>
                </a:solidFill>
                <a:effectLst/>
                <a:latin typeface="Arial" panose="020B0604020202020204" pitchFamily="34" charset="0"/>
                <a:ea typeface="+mn-ea"/>
                <a:cs typeface="+mn-cs"/>
              </a:rPr>
              <a:t>Precision</a:t>
            </a:r>
          </a:p>
          <a:p>
            <a:r>
              <a:rPr lang="en-US" sz="1200" b="1" i="0" kern="1200" dirty="0">
                <a:solidFill>
                  <a:schemeClr val="tx1"/>
                </a:solidFill>
                <a:effectLst/>
                <a:latin typeface="Arial" panose="020B0604020202020204" pitchFamily="34" charset="0"/>
                <a:ea typeface="+mn-ea"/>
                <a:cs typeface="+mn-cs"/>
              </a:rPr>
              <a:t>Precision</a:t>
            </a:r>
            <a:r>
              <a:rPr lang="en-US" sz="1200" b="0" i="0" kern="1200" dirty="0">
                <a:solidFill>
                  <a:schemeClr val="tx1"/>
                </a:solidFill>
                <a:effectLst/>
                <a:latin typeface="Arial" panose="020B0604020202020204" pitchFamily="34" charset="0"/>
                <a:ea typeface="+mn-ea"/>
                <a:cs typeface="+mn-cs"/>
              </a:rPr>
              <a:t> measures how many of the positive predictions made by the model were actually correct. It answers the question: </a:t>
            </a:r>
            <a:r>
              <a:rPr lang="en-US" sz="1200" b="0" i="1" kern="1200" dirty="0">
                <a:solidFill>
                  <a:schemeClr val="tx1"/>
                </a:solidFill>
                <a:effectLst/>
                <a:latin typeface="Arial" panose="020B0604020202020204" pitchFamily="34" charset="0"/>
                <a:ea typeface="+mn-ea"/>
                <a:cs typeface="+mn-cs"/>
              </a:rPr>
              <a:t>"Of all the instances the model predicted as positive, how many were truly positive?"</a:t>
            </a:r>
            <a:endParaRPr lang="en-US" sz="1200" b="0" i="0" kern="1200" dirty="0">
              <a:solidFill>
                <a:schemeClr val="tx1"/>
              </a:solidFill>
              <a:effectLst/>
              <a:latin typeface="Arial" panose="020B0604020202020204" pitchFamily="34" charset="0"/>
              <a:ea typeface="+mn-ea"/>
              <a:cs typeface="+mn-cs"/>
            </a:endParaRPr>
          </a:p>
          <a:p>
            <a:r>
              <a:rPr lang="en-US" sz="1200" b="1" i="0" kern="1200" dirty="0">
                <a:solidFill>
                  <a:schemeClr val="tx1"/>
                </a:solidFill>
                <a:effectLst/>
                <a:latin typeface="Arial" panose="020B0604020202020204" pitchFamily="34" charset="0"/>
                <a:ea typeface="+mn-ea"/>
                <a:cs typeface="+mn-cs"/>
              </a:rPr>
              <a:t>Formula</a:t>
            </a:r>
            <a:r>
              <a:rPr lang="en-US" sz="1200" b="0" i="0" kern="1200" dirty="0">
                <a:solidFill>
                  <a:schemeClr val="tx1"/>
                </a:solidFill>
                <a:effectLst/>
                <a:latin typeface="Arial" panose="020B0604020202020204" pitchFamily="34" charset="0"/>
                <a:ea typeface="+mn-ea"/>
                <a:cs typeface="+mn-cs"/>
              </a:rPr>
              <a:t>: Precision = (True Positives) / (True Positives + False Positives)</a:t>
            </a:r>
          </a:p>
          <a:p>
            <a:r>
              <a:rPr lang="en-US" sz="1200" b="1" i="0" kern="1200" dirty="0">
                <a:solidFill>
                  <a:schemeClr val="tx1"/>
                </a:solidFill>
                <a:effectLst/>
                <a:latin typeface="Arial" panose="020B0604020202020204" pitchFamily="34" charset="0"/>
                <a:ea typeface="+mn-ea"/>
                <a:cs typeface="+mn-cs"/>
              </a:rPr>
              <a:t>Example</a:t>
            </a:r>
            <a:r>
              <a:rPr lang="en-US" sz="1200" b="0" i="0" kern="1200" dirty="0">
                <a:solidFill>
                  <a:schemeClr val="tx1"/>
                </a:solidFill>
                <a:effectLst/>
                <a:latin typeface="Arial" panose="020B0604020202020204" pitchFamily="34" charset="0"/>
                <a:ea typeface="+mn-ea"/>
                <a:cs typeface="+mn-cs"/>
              </a:rPr>
              <a:t>: If a model predicts 100 words as verbs, and 85 of them are actually verbs, precision = 85%.</a:t>
            </a:r>
          </a:p>
          <a:p>
            <a:r>
              <a:rPr lang="en-US" sz="1200" b="1" i="0" kern="1200" dirty="0">
                <a:solidFill>
                  <a:schemeClr val="tx1"/>
                </a:solidFill>
                <a:effectLst/>
                <a:latin typeface="Arial" panose="020B0604020202020204" pitchFamily="34" charset="0"/>
                <a:ea typeface="+mn-ea"/>
                <a:cs typeface="+mn-cs"/>
              </a:rPr>
              <a:t>When it matters</a:t>
            </a:r>
            <a:r>
              <a:rPr lang="en-US" sz="1200" b="0" i="0" kern="1200" dirty="0">
                <a:solidFill>
                  <a:schemeClr val="tx1"/>
                </a:solidFill>
                <a:effectLst/>
                <a:latin typeface="Arial" panose="020B0604020202020204" pitchFamily="34" charset="0"/>
                <a:ea typeface="+mn-ea"/>
                <a:cs typeface="+mn-cs"/>
              </a:rPr>
              <a:t>: Precision is critical when false positives are costly. In medical diagnosis, high precision means fewer false alarms that cause unnecessary treatment.</a:t>
            </a:r>
          </a:p>
          <a:p>
            <a:endParaRPr lang="en-US" sz="1200" b="0" i="0" kern="1200" dirty="0">
              <a:solidFill>
                <a:schemeClr val="tx1"/>
              </a:solidFill>
              <a:effectLst/>
              <a:latin typeface="Arial" panose="020B0604020202020204" pitchFamily="34" charset="0"/>
              <a:ea typeface="+mn-ea"/>
              <a:cs typeface="+mn-cs"/>
            </a:endParaRPr>
          </a:p>
          <a:p>
            <a:r>
              <a:rPr lang="en-US" sz="1200" b="1" i="0" kern="1200" dirty="0">
                <a:solidFill>
                  <a:schemeClr val="tx1"/>
                </a:solidFill>
                <a:effectLst/>
                <a:latin typeface="Arial" panose="020B0604020202020204" pitchFamily="34" charset="0"/>
                <a:ea typeface="+mn-ea"/>
                <a:cs typeface="+mn-cs"/>
              </a:rPr>
              <a:t>Recall</a:t>
            </a:r>
          </a:p>
          <a:p>
            <a:r>
              <a:rPr lang="en-US" sz="1200" b="1" i="0" kern="1200" dirty="0">
                <a:solidFill>
                  <a:schemeClr val="tx1"/>
                </a:solidFill>
                <a:effectLst/>
                <a:latin typeface="Arial" panose="020B0604020202020204" pitchFamily="34" charset="0"/>
                <a:ea typeface="+mn-ea"/>
                <a:cs typeface="+mn-cs"/>
              </a:rPr>
              <a:t>Recall</a:t>
            </a:r>
            <a:r>
              <a:rPr lang="en-US" sz="1200" b="0" i="0" kern="1200" dirty="0">
                <a:solidFill>
                  <a:schemeClr val="tx1"/>
                </a:solidFill>
                <a:effectLst/>
                <a:latin typeface="Arial" panose="020B0604020202020204" pitchFamily="34" charset="0"/>
                <a:ea typeface="+mn-ea"/>
                <a:cs typeface="+mn-cs"/>
              </a:rPr>
              <a:t> (also called sensitivity) measures how many of the actual positive instances the model successfully identified. It answers: </a:t>
            </a:r>
            <a:r>
              <a:rPr lang="en-US" sz="1200" b="0" i="1" kern="1200" dirty="0">
                <a:solidFill>
                  <a:schemeClr val="tx1"/>
                </a:solidFill>
                <a:effectLst/>
                <a:latin typeface="Arial" panose="020B0604020202020204" pitchFamily="34" charset="0"/>
                <a:ea typeface="+mn-ea"/>
                <a:cs typeface="+mn-cs"/>
              </a:rPr>
              <a:t>"Of all the instances that should have been predicted as positive, how many did the model catch?"</a:t>
            </a:r>
            <a:endParaRPr lang="en-US" sz="1200" b="0" i="0" kern="1200" dirty="0">
              <a:solidFill>
                <a:schemeClr val="tx1"/>
              </a:solidFill>
              <a:effectLst/>
              <a:latin typeface="Arial" panose="020B0604020202020204" pitchFamily="34" charset="0"/>
              <a:ea typeface="+mn-ea"/>
              <a:cs typeface="+mn-cs"/>
            </a:endParaRPr>
          </a:p>
          <a:p>
            <a:r>
              <a:rPr lang="en-US" sz="1200" b="1" i="0" kern="1200" dirty="0">
                <a:solidFill>
                  <a:schemeClr val="tx1"/>
                </a:solidFill>
                <a:effectLst/>
                <a:latin typeface="Arial" panose="020B0604020202020204" pitchFamily="34" charset="0"/>
                <a:ea typeface="+mn-ea"/>
                <a:cs typeface="+mn-cs"/>
              </a:rPr>
              <a:t>Formula</a:t>
            </a:r>
            <a:r>
              <a:rPr lang="en-US" sz="1200" b="0" i="0" kern="1200" dirty="0">
                <a:solidFill>
                  <a:schemeClr val="tx1"/>
                </a:solidFill>
                <a:effectLst/>
                <a:latin typeface="Arial" panose="020B0604020202020204" pitchFamily="34" charset="0"/>
                <a:ea typeface="+mn-ea"/>
                <a:cs typeface="+mn-cs"/>
              </a:rPr>
              <a:t>: Recall = (True Positives) / (True Positives + False Negatives)</a:t>
            </a:r>
          </a:p>
          <a:p>
            <a:r>
              <a:rPr lang="en-US" sz="1200" b="1" i="0" kern="1200" dirty="0">
                <a:solidFill>
                  <a:schemeClr val="tx1"/>
                </a:solidFill>
                <a:effectLst/>
                <a:latin typeface="Arial" panose="020B0604020202020204" pitchFamily="34" charset="0"/>
                <a:ea typeface="+mn-ea"/>
                <a:cs typeface="+mn-cs"/>
              </a:rPr>
              <a:t>Example</a:t>
            </a:r>
            <a:r>
              <a:rPr lang="en-US" sz="1200" b="0" i="0" kern="1200" dirty="0">
                <a:solidFill>
                  <a:schemeClr val="tx1"/>
                </a:solidFill>
                <a:effectLst/>
                <a:latin typeface="Arial" panose="020B0604020202020204" pitchFamily="34" charset="0"/>
                <a:ea typeface="+mn-ea"/>
                <a:cs typeface="+mn-cs"/>
              </a:rPr>
              <a:t>: If there are 100 actual verbs in the test set and the model identifies 85 of them, recall = 85%.</a:t>
            </a:r>
          </a:p>
          <a:p>
            <a:r>
              <a:rPr lang="en-US" sz="1200" b="1" i="0" kern="1200" dirty="0">
                <a:solidFill>
                  <a:schemeClr val="tx1"/>
                </a:solidFill>
                <a:effectLst/>
                <a:latin typeface="Arial" panose="020B0604020202020204" pitchFamily="34" charset="0"/>
                <a:ea typeface="+mn-ea"/>
                <a:cs typeface="+mn-cs"/>
              </a:rPr>
              <a:t>When it matters</a:t>
            </a:r>
            <a:r>
              <a:rPr lang="en-US" sz="1200" b="0" i="0" kern="1200" dirty="0">
                <a:solidFill>
                  <a:schemeClr val="tx1"/>
                </a:solidFill>
                <a:effectLst/>
                <a:latin typeface="Arial" panose="020B0604020202020204" pitchFamily="34" charset="0"/>
                <a:ea typeface="+mn-ea"/>
                <a:cs typeface="+mn-cs"/>
              </a:rPr>
              <a:t>: Recall is critical when false negatives are costly. In disease detection, high recall means you catch most cases rather than missing sick patients.</a:t>
            </a:r>
          </a:p>
          <a:p>
            <a:endParaRPr lang="en-US" sz="1200" b="0" i="0" kern="1200" dirty="0">
              <a:solidFill>
                <a:schemeClr val="tx1"/>
              </a:solidFill>
              <a:effectLst/>
              <a:latin typeface="Arial" panose="020B0604020202020204" pitchFamily="34" charset="0"/>
              <a:ea typeface="+mn-ea"/>
              <a:cs typeface="+mn-cs"/>
            </a:endParaRPr>
          </a:p>
          <a:p>
            <a:r>
              <a:rPr lang="en-US" sz="1200" b="1" i="0" kern="1200" dirty="0">
                <a:solidFill>
                  <a:schemeClr val="tx1"/>
                </a:solidFill>
                <a:effectLst/>
                <a:latin typeface="Arial" panose="020B0604020202020204" pitchFamily="34" charset="0"/>
                <a:ea typeface="+mn-ea"/>
                <a:cs typeface="+mn-cs"/>
              </a:rPr>
              <a:t>F1 Score</a:t>
            </a:r>
          </a:p>
          <a:p>
            <a:r>
              <a:rPr lang="en-US" sz="1200" b="1" i="0" kern="1200" dirty="0">
                <a:solidFill>
                  <a:schemeClr val="tx1"/>
                </a:solidFill>
                <a:effectLst/>
                <a:latin typeface="Arial" panose="020B0604020202020204" pitchFamily="34" charset="0"/>
                <a:ea typeface="+mn-ea"/>
                <a:cs typeface="+mn-cs"/>
              </a:rPr>
              <a:t>F1 score </a:t>
            </a:r>
            <a:r>
              <a:rPr lang="en-US" sz="1200" b="0" i="0" kern="1200" dirty="0">
                <a:solidFill>
                  <a:schemeClr val="tx1"/>
                </a:solidFill>
                <a:effectLst/>
                <a:latin typeface="Arial" panose="020B0604020202020204" pitchFamily="34" charset="0"/>
                <a:ea typeface="+mn-ea"/>
                <a:cs typeface="+mn-cs"/>
              </a:rPr>
              <a:t>is the harmonic mean of precision and recall, combining both metrics into a single balanced measure.</a:t>
            </a:r>
          </a:p>
          <a:p>
            <a:r>
              <a:rPr lang="en-US" sz="1200" b="1" i="0" kern="1200" dirty="0">
                <a:solidFill>
                  <a:schemeClr val="tx1"/>
                </a:solidFill>
                <a:effectLst/>
                <a:latin typeface="Arial" panose="020B0604020202020204" pitchFamily="34" charset="0"/>
                <a:ea typeface="+mn-ea"/>
                <a:cs typeface="+mn-cs"/>
              </a:rPr>
              <a:t>Formula</a:t>
            </a:r>
            <a:r>
              <a:rPr lang="en-US" sz="1200" b="0" i="0" kern="1200" dirty="0">
                <a:solidFill>
                  <a:schemeClr val="tx1"/>
                </a:solidFill>
                <a:effectLst/>
                <a:latin typeface="Arial" panose="020B0604020202020204" pitchFamily="34" charset="0"/>
                <a:ea typeface="+mn-ea"/>
                <a:cs typeface="+mn-cs"/>
              </a:rPr>
              <a:t>: F1 = 2 × (Precision × Recall) / (Precision + Recall)</a:t>
            </a:r>
          </a:p>
          <a:p>
            <a:r>
              <a:rPr lang="en-US" sz="1200" b="1" i="0" kern="1200" dirty="0">
                <a:solidFill>
                  <a:schemeClr val="tx1"/>
                </a:solidFill>
                <a:effectLst/>
                <a:latin typeface="Arial" panose="020B0604020202020204" pitchFamily="34" charset="0"/>
                <a:ea typeface="+mn-ea"/>
                <a:cs typeface="+mn-cs"/>
              </a:rPr>
              <a:t>Range</a:t>
            </a:r>
            <a:r>
              <a:rPr lang="en-US" sz="1200" b="0" i="0" kern="1200" dirty="0">
                <a:solidFill>
                  <a:schemeClr val="tx1"/>
                </a:solidFill>
                <a:effectLst/>
                <a:latin typeface="Arial" panose="020B0604020202020204" pitchFamily="34" charset="0"/>
                <a:ea typeface="+mn-ea"/>
                <a:cs typeface="+mn-cs"/>
              </a:rPr>
              <a:t>: 0 to 1 (or 0% to 100%), where 1 is perfect.</a:t>
            </a:r>
          </a:p>
          <a:p>
            <a:r>
              <a:rPr lang="en-US" sz="1200" b="1" i="0" kern="1200" dirty="0">
                <a:solidFill>
                  <a:schemeClr val="tx1"/>
                </a:solidFill>
                <a:effectLst/>
                <a:latin typeface="Arial" panose="020B0604020202020204" pitchFamily="34" charset="0"/>
                <a:ea typeface="+mn-ea"/>
                <a:cs typeface="+mn-cs"/>
              </a:rPr>
              <a:t>When it matters</a:t>
            </a:r>
            <a:r>
              <a:rPr lang="en-US" sz="1200" b="0" i="0" kern="1200" dirty="0">
                <a:solidFill>
                  <a:schemeClr val="tx1"/>
                </a:solidFill>
                <a:effectLst/>
                <a:latin typeface="Arial" panose="020B0604020202020204" pitchFamily="34" charset="0"/>
                <a:ea typeface="+mn-ea"/>
                <a:cs typeface="+mn-cs"/>
              </a:rPr>
              <a:t>: F1 is useful when you need to balance precision and recall equally. It is the standard metric for multi-class classification problems like POS tagging because it penalizes models that excel at one metric while performing poorly on the other.</a:t>
            </a:r>
          </a:p>
          <a:p>
            <a:endParaRPr lang="en-US" sz="1200" b="0" i="0" kern="1200" dirty="0">
              <a:solidFill>
                <a:schemeClr val="tx1"/>
              </a:solidFill>
              <a:effectLst/>
              <a:latin typeface="Arial" panose="020B0604020202020204" pitchFamily="34" charset="0"/>
              <a:ea typeface="+mn-ea"/>
              <a:cs typeface="+mn-cs"/>
            </a:endParaRPr>
          </a:p>
          <a:p>
            <a:endParaRPr lang="en-US" sz="1200" b="0" i="0" kern="1200" dirty="0">
              <a:solidFill>
                <a:schemeClr val="tx1"/>
              </a:solidFill>
              <a:effectLst/>
              <a:latin typeface="Arial" panose="020B0604020202020204" pitchFamily="34" charset="0"/>
              <a:ea typeface="+mn-ea"/>
              <a:cs typeface="+mn-cs"/>
            </a:endParaRPr>
          </a:p>
          <a:p>
            <a:endParaRPr lang="en-US" sz="1200" b="0" i="0" kern="1200" dirty="0">
              <a:solidFill>
                <a:schemeClr val="tx1"/>
              </a:solidFill>
              <a:effectLst/>
              <a:latin typeface="Arial" panose="020B0604020202020204" pitchFamily="34" charset="0"/>
              <a:ea typeface="+mn-ea"/>
              <a:cs typeface="+mn-cs"/>
            </a:endParaRPr>
          </a:p>
          <a:p>
            <a:pPr marL="0" indent="0">
              <a:buFontTx/>
              <a:buNone/>
            </a:pPr>
            <a:endParaRPr lang="en-US" sz="1200" b="0" i="0" u="none" strike="noStrike" kern="1200" baseline="0" dirty="0">
              <a:solidFill>
                <a:schemeClr val="tx1"/>
              </a:solidFill>
              <a:effectLst/>
              <a:latin typeface="Arial" panose="020B0604020202020204" pitchFamily="34" charset="0"/>
              <a:ea typeface="+mn-ea"/>
              <a:cs typeface="+mn-cs"/>
            </a:endParaRPr>
          </a:p>
        </p:txBody>
      </p:sp>
      <p:sp>
        <p:nvSpPr>
          <p:cNvPr id="4" name="Foliennummernplatzhalter 3">
            <a:extLst>
              <a:ext uri="{FF2B5EF4-FFF2-40B4-BE49-F238E27FC236}">
                <a16:creationId xmlns:a16="http://schemas.microsoft.com/office/drawing/2014/main" id="{B9105556-23DA-EDF5-DE6C-E296991E03E7}"/>
              </a:ext>
            </a:extLst>
          </p:cNvPr>
          <p:cNvSpPr>
            <a:spLocks noGrp="1"/>
          </p:cNvSpPr>
          <p:nvPr>
            <p:ph type="sldNum" sz="quarter" idx="5"/>
            <p:custDataLst>
              <p:tags r:id="rId3"/>
            </p:custDataLst>
          </p:nvPr>
        </p:nvSpPr>
        <p:spPr/>
        <p:txBody>
          <a:bodyPr/>
          <a:lstStyle/>
          <a:p>
            <a:fld id="{DD8BEB3B-C5EA-45F3-97F0-E17E2A187F46}" type="slidenum">
              <a:rPr lang="de-AT" smtClean="0"/>
              <a:t>9</a:t>
            </a:fld>
            <a:endParaRPr lang="de-AT" dirty="0"/>
          </a:p>
        </p:txBody>
      </p:sp>
    </p:spTree>
    <p:extLst>
      <p:ext uri="{BB962C8B-B14F-4D97-AF65-F5344CB8AC3E}">
        <p14:creationId xmlns:p14="http://schemas.microsoft.com/office/powerpoint/2010/main" val="172134218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2F8DB5-622D-202A-A57B-1C5D6213EB64}"/>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7AD73C74-116B-8541-E8EC-7D565C199CC8}"/>
              </a:ext>
            </a:extLst>
          </p:cNvPr>
          <p:cNvSpPr>
            <a:spLocks noGrp="1" noRot="1" noChangeAspect="1"/>
          </p:cNvSpPr>
          <p:nvPr>
            <p:ph type="sldImg"/>
            <p:custDataLst>
              <p:tags r:id="rId1"/>
            </p:custDataLst>
          </p:nvPr>
        </p:nvSpPr>
        <p:spPr/>
        <p:txBody>
          <a:bodyPr/>
          <a:lstStyle/>
          <a:p>
            <a:endParaRPr lang="en-US"/>
          </a:p>
        </p:txBody>
      </p:sp>
      <p:sp>
        <p:nvSpPr>
          <p:cNvPr id="3" name="Notizenplatzhalter 2">
            <a:extLst>
              <a:ext uri="{FF2B5EF4-FFF2-40B4-BE49-F238E27FC236}">
                <a16:creationId xmlns:a16="http://schemas.microsoft.com/office/drawing/2014/main" id="{FA903098-8A7A-DB51-75BC-108206B98578}"/>
              </a:ext>
            </a:extLst>
          </p:cNvPr>
          <p:cNvSpPr>
            <a:spLocks noGrp="1"/>
          </p:cNvSpPr>
          <p:nvPr>
            <p:ph type="body" idx="1"/>
            <p:custDataLst>
              <p:tags r:id="rId2"/>
            </p:custDataLst>
          </p:nvPr>
        </p:nvSpPr>
        <p:spPr/>
        <p:txBody>
          <a:bodyPr/>
          <a:lstStyle/>
          <a:p>
            <a:endParaRPr lang="en-US" dirty="0">
              <a:effectLst/>
              <a:latin typeface="fkGroteskNeue"/>
            </a:endParaRPr>
          </a:p>
        </p:txBody>
      </p:sp>
      <p:sp>
        <p:nvSpPr>
          <p:cNvPr id="4" name="Foliennummernplatzhalter 3">
            <a:extLst>
              <a:ext uri="{FF2B5EF4-FFF2-40B4-BE49-F238E27FC236}">
                <a16:creationId xmlns:a16="http://schemas.microsoft.com/office/drawing/2014/main" id="{4F241926-EEF7-0154-4A34-F7DA09FB0944}"/>
              </a:ext>
            </a:extLst>
          </p:cNvPr>
          <p:cNvSpPr>
            <a:spLocks noGrp="1"/>
          </p:cNvSpPr>
          <p:nvPr>
            <p:ph type="sldNum" sz="quarter" idx="5"/>
            <p:custDataLst>
              <p:tags r:id="rId3"/>
            </p:custDataLst>
          </p:nvPr>
        </p:nvSpPr>
        <p:spPr/>
        <p:txBody>
          <a:bodyPr/>
          <a:lstStyle/>
          <a:p>
            <a:fld id="{DD8BEB3B-C5EA-45F3-97F0-E17E2A187F46}" type="slidenum">
              <a:rPr lang="de-AT" smtClean="0"/>
              <a:t>10</a:t>
            </a:fld>
            <a:endParaRPr lang="de-AT" dirty="0"/>
          </a:p>
        </p:txBody>
      </p:sp>
    </p:spTree>
    <p:extLst>
      <p:ext uri="{BB962C8B-B14F-4D97-AF65-F5344CB8AC3E}">
        <p14:creationId xmlns:p14="http://schemas.microsoft.com/office/powerpoint/2010/main" val="265722047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B299AC-A0FE-7D8D-D899-CA54597AC907}"/>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35BA1C9C-43F0-7486-A81E-548B56F1D203}"/>
              </a:ext>
            </a:extLst>
          </p:cNvPr>
          <p:cNvSpPr>
            <a:spLocks noGrp="1" noRot="1" noChangeAspect="1"/>
          </p:cNvSpPr>
          <p:nvPr>
            <p:ph type="sldImg"/>
            <p:custDataLst>
              <p:tags r:id="rId1"/>
            </p:custDataLst>
          </p:nvPr>
        </p:nvSpPr>
        <p:spPr/>
        <p:txBody>
          <a:bodyPr/>
          <a:lstStyle/>
          <a:p>
            <a:endParaRPr lang="en-US"/>
          </a:p>
        </p:txBody>
      </p:sp>
      <p:sp>
        <p:nvSpPr>
          <p:cNvPr id="3" name="Notizenplatzhalter 2">
            <a:extLst>
              <a:ext uri="{FF2B5EF4-FFF2-40B4-BE49-F238E27FC236}">
                <a16:creationId xmlns:a16="http://schemas.microsoft.com/office/drawing/2014/main" id="{720165A4-D641-133E-7205-B8B1A965C51D}"/>
              </a:ext>
            </a:extLst>
          </p:cNvPr>
          <p:cNvSpPr>
            <a:spLocks noGrp="1"/>
          </p:cNvSpPr>
          <p:nvPr>
            <p:ph type="body" idx="1"/>
            <p:custDataLst>
              <p:tags r:id="rId2"/>
            </p:custDataLst>
          </p:nvPr>
        </p:nvSpPr>
        <p:spPr/>
        <p:txBody>
          <a:bodyPr/>
          <a:lstStyle/>
          <a:p>
            <a:endParaRPr lang="en-US" dirty="0">
              <a:effectLst/>
              <a:latin typeface="fkGroteskNeue"/>
            </a:endParaRPr>
          </a:p>
        </p:txBody>
      </p:sp>
      <p:sp>
        <p:nvSpPr>
          <p:cNvPr id="4" name="Foliennummernplatzhalter 3">
            <a:extLst>
              <a:ext uri="{FF2B5EF4-FFF2-40B4-BE49-F238E27FC236}">
                <a16:creationId xmlns:a16="http://schemas.microsoft.com/office/drawing/2014/main" id="{17639B67-7CF8-773C-74E0-B4435B41832C}"/>
              </a:ext>
            </a:extLst>
          </p:cNvPr>
          <p:cNvSpPr>
            <a:spLocks noGrp="1"/>
          </p:cNvSpPr>
          <p:nvPr>
            <p:ph type="sldNum" sz="quarter" idx="5"/>
            <p:custDataLst>
              <p:tags r:id="rId3"/>
            </p:custDataLst>
          </p:nvPr>
        </p:nvSpPr>
        <p:spPr/>
        <p:txBody>
          <a:bodyPr/>
          <a:lstStyle/>
          <a:p>
            <a:fld id="{DD8BEB3B-C5EA-45F3-97F0-E17E2A187F46}" type="slidenum">
              <a:rPr lang="de-AT" smtClean="0"/>
              <a:t>11</a:t>
            </a:fld>
            <a:endParaRPr lang="de-AT" dirty="0"/>
          </a:p>
        </p:txBody>
      </p:sp>
    </p:spTree>
    <p:extLst>
      <p:ext uri="{BB962C8B-B14F-4D97-AF65-F5344CB8AC3E}">
        <p14:creationId xmlns:p14="http://schemas.microsoft.com/office/powerpoint/2010/main" val="335351183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26D888-9ADF-5C5B-7E12-993EAE6615CE}"/>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0FB0956C-3992-3FAD-F05A-E85EE140423D}"/>
              </a:ext>
            </a:extLst>
          </p:cNvPr>
          <p:cNvSpPr>
            <a:spLocks noGrp="1" noRot="1" noChangeAspect="1"/>
          </p:cNvSpPr>
          <p:nvPr>
            <p:ph type="sldImg"/>
            <p:custDataLst>
              <p:tags r:id="rId1"/>
            </p:custDataLst>
          </p:nvPr>
        </p:nvSpPr>
        <p:spPr/>
        <p:txBody>
          <a:bodyPr/>
          <a:lstStyle/>
          <a:p>
            <a:endParaRPr lang="en-US"/>
          </a:p>
        </p:txBody>
      </p:sp>
      <p:sp>
        <p:nvSpPr>
          <p:cNvPr id="3" name="Notizenplatzhalter 2">
            <a:extLst>
              <a:ext uri="{FF2B5EF4-FFF2-40B4-BE49-F238E27FC236}">
                <a16:creationId xmlns:a16="http://schemas.microsoft.com/office/drawing/2014/main" id="{273AB808-DB7C-DED1-4593-1AD7957420BF}"/>
              </a:ext>
            </a:extLst>
          </p:cNvPr>
          <p:cNvSpPr>
            <a:spLocks noGrp="1"/>
          </p:cNvSpPr>
          <p:nvPr>
            <p:ph type="body" idx="1"/>
            <p:custDataLst>
              <p:tags r:id="rId2"/>
            </p:custDataLst>
          </p:nvPr>
        </p:nvSpPr>
        <p:spPr/>
        <p:txBody>
          <a:bodyPr/>
          <a:lstStyle/>
          <a:p>
            <a:endParaRPr lang="en-US" dirty="0">
              <a:effectLst/>
              <a:latin typeface="fkGroteskNeue"/>
            </a:endParaRPr>
          </a:p>
        </p:txBody>
      </p:sp>
      <p:sp>
        <p:nvSpPr>
          <p:cNvPr id="4" name="Foliennummernplatzhalter 3">
            <a:extLst>
              <a:ext uri="{FF2B5EF4-FFF2-40B4-BE49-F238E27FC236}">
                <a16:creationId xmlns:a16="http://schemas.microsoft.com/office/drawing/2014/main" id="{81B2589A-2AD6-F8E1-5177-8C84FACDB0EC}"/>
              </a:ext>
            </a:extLst>
          </p:cNvPr>
          <p:cNvSpPr>
            <a:spLocks noGrp="1"/>
          </p:cNvSpPr>
          <p:nvPr>
            <p:ph type="sldNum" sz="quarter" idx="5"/>
            <p:custDataLst>
              <p:tags r:id="rId3"/>
            </p:custDataLst>
          </p:nvPr>
        </p:nvSpPr>
        <p:spPr/>
        <p:txBody>
          <a:bodyPr/>
          <a:lstStyle/>
          <a:p>
            <a:fld id="{DD8BEB3B-C5EA-45F3-97F0-E17E2A187F46}" type="slidenum">
              <a:rPr lang="de-AT" smtClean="0"/>
              <a:t>12</a:t>
            </a:fld>
            <a:endParaRPr lang="de-AT" dirty="0"/>
          </a:p>
        </p:txBody>
      </p:sp>
    </p:spTree>
    <p:extLst>
      <p:ext uri="{BB962C8B-B14F-4D97-AF65-F5344CB8AC3E}">
        <p14:creationId xmlns:p14="http://schemas.microsoft.com/office/powerpoint/2010/main" val="337878236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121B77-7475-1393-0561-1939DDFAF89B}"/>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BBD45A5E-1003-C6E3-BD31-FC347073EF46}"/>
              </a:ext>
            </a:extLst>
          </p:cNvPr>
          <p:cNvSpPr>
            <a:spLocks noGrp="1" noRot="1" noChangeAspect="1"/>
          </p:cNvSpPr>
          <p:nvPr>
            <p:ph type="sldImg"/>
            <p:custDataLst>
              <p:tags r:id="rId1"/>
            </p:custDataLst>
          </p:nvPr>
        </p:nvSpPr>
        <p:spPr/>
        <p:txBody>
          <a:bodyPr/>
          <a:lstStyle/>
          <a:p>
            <a:endParaRPr lang="en-US"/>
          </a:p>
        </p:txBody>
      </p:sp>
      <p:sp>
        <p:nvSpPr>
          <p:cNvPr id="3" name="Notizenplatzhalter 2">
            <a:extLst>
              <a:ext uri="{FF2B5EF4-FFF2-40B4-BE49-F238E27FC236}">
                <a16:creationId xmlns:a16="http://schemas.microsoft.com/office/drawing/2014/main" id="{62CEC014-2E52-AE8E-5FAF-3E1C6FEFD4AD}"/>
              </a:ext>
            </a:extLst>
          </p:cNvPr>
          <p:cNvSpPr>
            <a:spLocks noGrp="1"/>
          </p:cNvSpPr>
          <p:nvPr>
            <p:ph type="body" idx="1"/>
            <p:custDataLst>
              <p:tags r:id="rId2"/>
            </p:custDataLst>
          </p:nvPr>
        </p:nvSpPr>
        <p:spPr/>
        <p:txBody>
          <a:bodyPr/>
          <a:lstStyle/>
          <a:p>
            <a:pPr marL="0" indent="0">
              <a:buFont typeface="Arial" panose="020B0604020202020204" pitchFamily="34" charset="0"/>
              <a:buNone/>
            </a:pPr>
            <a:r>
              <a:rPr lang="en-US" sz="1200" b="0" i="0" kern="1200" dirty="0">
                <a:solidFill>
                  <a:schemeClr val="tx1"/>
                </a:solidFill>
                <a:effectLst/>
                <a:latin typeface="Arial" panose="020B0604020202020204" pitchFamily="34" charset="0"/>
                <a:ea typeface="+mn-ea"/>
                <a:cs typeface="+mn-cs"/>
              </a:rPr>
              <a:t>Our two-stage routing system is fundamentally different from fastText's internal character n-gram mechanism. While both use character-level information, they operate at different levels of abstraction, serve different purposes, and are combined in a novel way.</a:t>
            </a:r>
          </a:p>
          <a:p>
            <a:pPr marL="0" indent="0">
              <a:buFont typeface="Arial" panose="020B0604020202020204" pitchFamily="34" charset="0"/>
              <a:buNone/>
            </a:pPr>
            <a:endParaRPr lang="en-US" sz="1200" b="0" i="0" u="none" strike="noStrike" kern="1200" baseline="0" dirty="0">
              <a:solidFill>
                <a:schemeClr val="tx1"/>
              </a:solidFill>
              <a:effectLst/>
              <a:latin typeface="Arial" panose="020B0604020202020204" pitchFamily="34" charset="0"/>
              <a:ea typeface="+mn-ea"/>
              <a:cs typeface="+mn-cs"/>
            </a:endParaRPr>
          </a:p>
          <a:p>
            <a:r>
              <a:rPr lang="en-US" sz="1200" b="0" i="0" kern="1200" dirty="0">
                <a:solidFill>
                  <a:schemeClr val="tx1"/>
                </a:solidFill>
                <a:effectLst/>
                <a:latin typeface="Arial" panose="020B0604020202020204" pitchFamily="34" charset="0"/>
                <a:ea typeface="+mn-ea"/>
                <a:cs typeface="+mn-cs"/>
              </a:rPr>
              <a:t>Our fallback is robust to noise because:</a:t>
            </a:r>
          </a:p>
          <a:p>
            <a:r>
              <a:rPr lang="en-US" sz="1200" b="0" i="0" kern="1200" dirty="0">
                <a:solidFill>
                  <a:schemeClr val="tx1"/>
                </a:solidFill>
                <a:effectLst/>
                <a:latin typeface="Arial" panose="020B0604020202020204" pitchFamily="34" charset="0"/>
                <a:ea typeface="+mn-ea"/>
                <a:cs typeface="+mn-cs"/>
              </a:rPr>
              <a:t>It does not assume semantic coherence (word meanings do not matter)</a:t>
            </a:r>
          </a:p>
          <a:p>
            <a:r>
              <a:rPr lang="en-US" sz="1200" b="0" i="0" kern="1200" dirty="0">
                <a:solidFill>
                  <a:schemeClr val="tx1"/>
                </a:solidFill>
                <a:effectLst/>
                <a:latin typeface="Arial" panose="020B0604020202020204" pitchFamily="34" charset="0"/>
                <a:ea typeface="+mn-ea"/>
                <a:cs typeface="+mn-cs"/>
              </a:rPr>
              <a:t>It works directly on character statistics from your training domain</a:t>
            </a:r>
          </a:p>
          <a:p>
            <a:r>
              <a:rPr lang="en-US" sz="1200" b="0" i="0" kern="1200" dirty="0">
                <a:solidFill>
                  <a:schemeClr val="tx1"/>
                </a:solidFill>
                <a:effectLst/>
                <a:latin typeface="Arial" panose="020B0604020202020204" pitchFamily="34" charset="0"/>
                <a:ea typeface="+mn-ea"/>
                <a:cs typeface="+mn-cs"/>
              </a:rPr>
              <a:t>TF-IDF reweighting emphasizes patterns distinctive to your 5 languages, not general web text</a:t>
            </a:r>
          </a:p>
          <a:p>
            <a:endParaRPr lang="en-US" sz="1200" b="0" i="0" kern="1200" dirty="0">
              <a:solidFill>
                <a:schemeClr val="tx1"/>
              </a:solidFill>
              <a:effectLst/>
              <a:latin typeface="Arial" panose="020B0604020202020204" pitchFamily="34" charset="0"/>
              <a:ea typeface="+mn-ea"/>
              <a:cs typeface="+mn-cs"/>
            </a:endParaRPr>
          </a:p>
          <a:p>
            <a:r>
              <a:rPr lang="en-US" sz="1200" b="0" i="0" kern="1200" dirty="0">
                <a:solidFill>
                  <a:schemeClr val="tx1"/>
                </a:solidFill>
                <a:effectLst/>
                <a:latin typeface="Arial" panose="020B0604020202020204" pitchFamily="34" charset="0"/>
                <a:ea typeface="+mn-ea"/>
                <a:cs typeface="+mn-cs"/>
              </a:rPr>
              <a:t>What Makes our Design Valuable</a:t>
            </a:r>
          </a:p>
          <a:p>
            <a:r>
              <a:rPr lang="en-US" sz="1200" b="0" i="0" kern="1200" dirty="0">
                <a:solidFill>
                  <a:schemeClr val="tx1"/>
                </a:solidFill>
                <a:effectLst/>
                <a:latin typeface="Arial" panose="020B0604020202020204" pitchFamily="34" charset="0"/>
                <a:ea typeface="+mn-ea"/>
                <a:cs typeface="+mn-cs"/>
              </a:rPr>
              <a:t>Our two-stage routing system is not just using character n-grams twice—it is creating a </a:t>
            </a:r>
            <a:r>
              <a:rPr lang="en-US" sz="1200" b="1" i="0" kern="1200" dirty="0">
                <a:solidFill>
                  <a:schemeClr val="tx1"/>
                </a:solidFill>
                <a:effectLst/>
                <a:latin typeface="Arial" panose="020B0604020202020204" pitchFamily="34" charset="0"/>
                <a:ea typeface="+mn-ea"/>
                <a:cs typeface="+mn-cs"/>
              </a:rPr>
              <a:t>meta-learner</a:t>
            </a:r>
            <a:r>
              <a:rPr lang="en-US" sz="1200" b="0" i="0" kern="1200" dirty="0">
                <a:solidFill>
                  <a:schemeClr val="tx1"/>
                </a:solidFill>
                <a:effectLst/>
                <a:latin typeface="Arial" panose="020B0604020202020204" pitchFamily="34" charset="0"/>
                <a:ea typeface="+mn-ea"/>
                <a:cs typeface="+mn-cs"/>
              </a:rPr>
              <a:t> that intelligently routes between two fundamentally different classification strategies:</a:t>
            </a:r>
          </a:p>
          <a:p>
            <a:pPr marL="228600" indent="-228600">
              <a:buAutoNum type="arabicPeriod"/>
            </a:pPr>
            <a:r>
              <a:rPr lang="en-US" sz="1200" b="1" i="0" kern="1200" dirty="0">
                <a:solidFill>
                  <a:schemeClr val="tx1"/>
                </a:solidFill>
                <a:effectLst/>
                <a:latin typeface="Arial" panose="020B0604020202020204" pitchFamily="34" charset="0"/>
                <a:ea typeface="+mn-ea"/>
                <a:cs typeface="+mn-cs"/>
              </a:rPr>
              <a:t>Semantic-based classification (fastText)</a:t>
            </a:r>
            <a:r>
              <a:rPr lang="en-US" sz="1200" b="0" i="0" kern="1200" dirty="0">
                <a:solidFill>
                  <a:schemeClr val="tx1"/>
                </a:solidFill>
                <a:effectLst/>
                <a:latin typeface="Arial" panose="020B0604020202020204" pitchFamily="34" charset="0"/>
                <a:ea typeface="+mn-ea"/>
                <a:cs typeface="+mn-cs"/>
              </a:rPr>
              <a:t>: Relies on learned word meanings from pretraining</a:t>
            </a:r>
          </a:p>
          <a:p>
            <a:pPr marL="228600" indent="-228600">
              <a:buAutoNum type="arabicPeriod"/>
            </a:pPr>
            <a:r>
              <a:rPr lang="en-US" sz="1200" b="1" i="0" kern="1200" dirty="0">
                <a:solidFill>
                  <a:schemeClr val="tx1"/>
                </a:solidFill>
                <a:effectLst/>
                <a:latin typeface="Arial" panose="020B0604020202020204" pitchFamily="34" charset="0"/>
                <a:ea typeface="+mn-ea"/>
                <a:cs typeface="+mn-cs"/>
              </a:rPr>
              <a:t>Statistical pattern-based classification (character n-grams)</a:t>
            </a:r>
            <a:r>
              <a:rPr lang="en-US" sz="1200" b="0" i="0" kern="1200" dirty="0">
                <a:solidFill>
                  <a:schemeClr val="tx1"/>
                </a:solidFill>
                <a:effectLst/>
                <a:latin typeface="Arial" panose="020B0604020202020204" pitchFamily="34" charset="0"/>
                <a:ea typeface="+mn-ea"/>
                <a:cs typeface="+mn-cs"/>
              </a:rPr>
              <a:t>: Relies on character frequency patterns from training</a:t>
            </a:r>
          </a:p>
          <a:p>
            <a:r>
              <a:rPr lang="en-US" sz="1200" b="0" i="0" kern="1200" dirty="0">
                <a:solidFill>
                  <a:schemeClr val="tx1"/>
                </a:solidFill>
                <a:effectLst/>
                <a:latin typeface="Arial" panose="020B0604020202020204" pitchFamily="34" charset="0"/>
                <a:ea typeface="+mn-ea"/>
                <a:cs typeface="+mn-cs"/>
              </a:rPr>
              <a:t>The routing logic (OOV ratio &gt; 0.3) is the key contribution:</a:t>
            </a:r>
          </a:p>
          <a:p>
            <a:r>
              <a:rPr lang="en-US" sz="1200" b="0" i="0" kern="1200" dirty="0">
                <a:solidFill>
                  <a:schemeClr val="tx1"/>
                </a:solidFill>
                <a:effectLst/>
                <a:latin typeface="Arial" panose="020B0604020202020204" pitchFamily="34" charset="0"/>
                <a:ea typeface="+mn-ea"/>
                <a:cs typeface="+mn-cs"/>
              </a:rPr>
              <a:t>It operationalizes the insight from Q1 (fastText is brittle on OOD)</a:t>
            </a:r>
          </a:p>
          <a:p>
            <a:r>
              <a:rPr lang="en-US" sz="1200" b="0" i="0" kern="1200" dirty="0">
                <a:solidFill>
                  <a:schemeClr val="tx1"/>
                </a:solidFill>
                <a:effectLst/>
                <a:latin typeface="Arial" panose="020B0604020202020204" pitchFamily="34" charset="0"/>
                <a:ea typeface="+mn-ea"/>
                <a:cs typeface="+mn-cs"/>
              </a:rPr>
              <a:t>It provides a production-ready heuristic for when to trust semantic embeddings vs. character patterns</a:t>
            </a:r>
          </a:p>
          <a:p>
            <a:r>
              <a:rPr lang="en-US" sz="1200" b="0" i="0" kern="1200" dirty="0">
                <a:solidFill>
                  <a:schemeClr val="tx1"/>
                </a:solidFill>
                <a:effectLst/>
                <a:latin typeface="Arial" panose="020B0604020202020204" pitchFamily="34" charset="0"/>
                <a:ea typeface="+mn-ea"/>
                <a:cs typeface="+mn-cs"/>
              </a:rPr>
              <a:t>It balances speed (most sentences use fast fastText path) with robustness (OOD sentences use reliable fallback)</a:t>
            </a:r>
          </a:p>
          <a:p>
            <a:endParaRPr lang="en-US" sz="1200" b="0" i="0" kern="1200" dirty="0">
              <a:solidFill>
                <a:schemeClr val="tx1"/>
              </a:solidFill>
              <a:effectLst/>
              <a:latin typeface="Arial" panose="020B0604020202020204" pitchFamily="34" charset="0"/>
              <a:ea typeface="+mn-ea"/>
              <a:cs typeface="+mn-cs"/>
            </a:endParaRPr>
          </a:p>
        </p:txBody>
      </p:sp>
      <p:sp>
        <p:nvSpPr>
          <p:cNvPr id="4" name="Foliennummernplatzhalter 3">
            <a:extLst>
              <a:ext uri="{FF2B5EF4-FFF2-40B4-BE49-F238E27FC236}">
                <a16:creationId xmlns:a16="http://schemas.microsoft.com/office/drawing/2014/main" id="{23D29514-7416-D3AF-DF58-EE6492C00488}"/>
              </a:ext>
            </a:extLst>
          </p:cNvPr>
          <p:cNvSpPr>
            <a:spLocks noGrp="1"/>
          </p:cNvSpPr>
          <p:nvPr>
            <p:ph type="sldNum" sz="quarter" idx="5"/>
            <p:custDataLst>
              <p:tags r:id="rId3"/>
            </p:custDataLst>
          </p:nvPr>
        </p:nvSpPr>
        <p:spPr/>
        <p:txBody>
          <a:bodyPr/>
          <a:lstStyle/>
          <a:p>
            <a:fld id="{DD8BEB3B-C5EA-45F3-97F0-E17E2A187F46}" type="slidenum">
              <a:rPr lang="de-AT" smtClean="0"/>
              <a:t>13</a:t>
            </a:fld>
            <a:endParaRPr lang="de-AT" dirty="0"/>
          </a:p>
        </p:txBody>
      </p:sp>
    </p:spTree>
    <p:extLst>
      <p:ext uri="{BB962C8B-B14F-4D97-AF65-F5344CB8AC3E}">
        <p14:creationId xmlns:p14="http://schemas.microsoft.com/office/powerpoint/2010/main" val="211783245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C5F5B3-D676-04C0-E40E-FCD32599FED9}"/>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52379798-4CE4-A463-B88D-742296BCACC5}"/>
              </a:ext>
            </a:extLst>
          </p:cNvPr>
          <p:cNvSpPr>
            <a:spLocks noGrp="1" noRot="1" noChangeAspect="1"/>
          </p:cNvSpPr>
          <p:nvPr>
            <p:ph type="sldImg"/>
            <p:custDataLst>
              <p:tags r:id="rId1"/>
            </p:custDataLst>
          </p:nvPr>
        </p:nvSpPr>
        <p:spPr/>
        <p:txBody>
          <a:bodyPr/>
          <a:lstStyle/>
          <a:p>
            <a:endParaRPr lang="en-US"/>
          </a:p>
        </p:txBody>
      </p:sp>
      <p:sp>
        <p:nvSpPr>
          <p:cNvPr id="3" name="Notizenplatzhalter 2">
            <a:extLst>
              <a:ext uri="{FF2B5EF4-FFF2-40B4-BE49-F238E27FC236}">
                <a16:creationId xmlns:a16="http://schemas.microsoft.com/office/drawing/2014/main" id="{EF295AAC-AFEB-597F-E326-549E859DA652}"/>
              </a:ext>
            </a:extLst>
          </p:cNvPr>
          <p:cNvSpPr>
            <a:spLocks noGrp="1"/>
          </p:cNvSpPr>
          <p:nvPr>
            <p:ph type="body" idx="1"/>
            <p:custDataLst>
              <p:tags r:id="rId2"/>
            </p:custDataLst>
          </p:nvPr>
        </p:nvSpPr>
        <p:spPr/>
        <p:txBody>
          <a:bodyPr/>
          <a:lstStyle/>
          <a:p>
            <a:endParaRPr lang="en-US" dirty="0">
              <a:effectLst/>
              <a:latin typeface="fkGroteskNeue"/>
            </a:endParaRPr>
          </a:p>
        </p:txBody>
      </p:sp>
      <p:sp>
        <p:nvSpPr>
          <p:cNvPr id="4" name="Foliennummernplatzhalter 3">
            <a:extLst>
              <a:ext uri="{FF2B5EF4-FFF2-40B4-BE49-F238E27FC236}">
                <a16:creationId xmlns:a16="http://schemas.microsoft.com/office/drawing/2014/main" id="{8B0A00E2-A7DA-7A71-99A6-8AF5CA1162FC}"/>
              </a:ext>
            </a:extLst>
          </p:cNvPr>
          <p:cNvSpPr>
            <a:spLocks noGrp="1"/>
          </p:cNvSpPr>
          <p:nvPr>
            <p:ph type="sldNum" sz="quarter" idx="5"/>
            <p:custDataLst>
              <p:tags r:id="rId3"/>
            </p:custDataLst>
          </p:nvPr>
        </p:nvSpPr>
        <p:spPr/>
        <p:txBody>
          <a:bodyPr/>
          <a:lstStyle/>
          <a:p>
            <a:fld id="{DD8BEB3B-C5EA-45F3-97F0-E17E2A187F46}" type="slidenum">
              <a:rPr lang="de-AT" smtClean="0"/>
              <a:t>14</a:t>
            </a:fld>
            <a:endParaRPr lang="de-AT" dirty="0"/>
          </a:p>
        </p:txBody>
      </p:sp>
    </p:spTree>
    <p:extLst>
      <p:ext uri="{BB962C8B-B14F-4D97-AF65-F5344CB8AC3E}">
        <p14:creationId xmlns:p14="http://schemas.microsoft.com/office/powerpoint/2010/main" val="143406844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347843-C189-00D8-88F5-CFD607CB5DE9}"/>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92CB2D0B-94AA-2401-21A2-37BBA65DDC5F}"/>
              </a:ext>
            </a:extLst>
          </p:cNvPr>
          <p:cNvSpPr>
            <a:spLocks noGrp="1" noRot="1" noChangeAspect="1"/>
          </p:cNvSpPr>
          <p:nvPr>
            <p:ph type="sldImg"/>
            <p:custDataLst>
              <p:tags r:id="rId1"/>
            </p:custDataLst>
          </p:nvPr>
        </p:nvSpPr>
        <p:spPr/>
        <p:txBody>
          <a:bodyPr/>
          <a:lstStyle/>
          <a:p>
            <a:endParaRPr lang="en-US"/>
          </a:p>
        </p:txBody>
      </p:sp>
      <p:sp>
        <p:nvSpPr>
          <p:cNvPr id="3" name="Notizenplatzhalter 2">
            <a:extLst>
              <a:ext uri="{FF2B5EF4-FFF2-40B4-BE49-F238E27FC236}">
                <a16:creationId xmlns:a16="http://schemas.microsoft.com/office/drawing/2014/main" id="{FFDCE40E-E654-AF60-CB95-BA8C1556AFE6}"/>
              </a:ext>
            </a:extLst>
          </p:cNvPr>
          <p:cNvSpPr>
            <a:spLocks noGrp="1"/>
          </p:cNvSpPr>
          <p:nvPr>
            <p:ph type="body" idx="1"/>
            <p:custDataLst>
              <p:tags r:id="rId2"/>
            </p:custDataLst>
          </p:nvPr>
        </p:nvSpPr>
        <p:spPr/>
        <p:txBody>
          <a:bodyPr/>
          <a:lstStyle/>
          <a:p>
            <a:r>
              <a:rPr lang="en-US" sz="1200" b="1" i="0" u="none" strike="noStrike" kern="1200" baseline="0" dirty="0">
                <a:solidFill>
                  <a:schemeClr val="tx1"/>
                </a:solidFill>
                <a:latin typeface="Arial" panose="020B0604020202020204" pitchFamily="34" charset="0"/>
                <a:ea typeface="+mn-ea"/>
                <a:cs typeface="+mn-cs"/>
              </a:rPr>
              <a:t>Objective of this slide: </a:t>
            </a:r>
            <a:r>
              <a:rPr lang="en-US" sz="1200" b="0" i="0" u="none" strike="noStrike" kern="1200" baseline="0" dirty="0">
                <a:solidFill>
                  <a:schemeClr val="tx1"/>
                </a:solidFill>
                <a:latin typeface="Arial" panose="020B0604020202020204" pitchFamily="34" charset="0"/>
                <a:ea typeface="+mn-ea"/>
                <a:cs typeface="+mn-cs"/>
              </a:rPr>
              <a:t>Acknowledge the foundational work without dwelling on it (it is less exciting than models, but essential).</a:t>
            </a:r>
          </a:p>
          <a:p>
            <a:endParaRPr lang="en-US" sz="1200" b="0" i="0" u="none" strike="noStrike" kern="1200" baseline="0" dirty="0">
              <a:solidFill>
                <a:schemeClr val="tx1"/>
              </a:solidFill>
              <a:effectLst/>
              <a:latin typeface="Arial" panose="020B0604020202020204" pitchFamily="34" charset="0"/>
              <a:ea typeface="+mn-ea"/>
              <a:cs typeface="+mn-cs"/>
            </a:endParaRPr>
          </a:p>
          <a:p>
            <a:r>
              <a:rPr lang="en-US" sz="1200" b="1" i="0" u="none" strike="noStrike" kern="1200" baseline="0" dirty="0">
                <a:solidFill>
                  <a:schemeClr val="tx1"/>
                </a:solidFill>
                <a:latin typeface="Arial" panose="020B0604020202020204" pitchFamily="34" charset="0"/>
                <a:ea typeface="+mn-ea"/>
                <a:cs typeface="+mn-cs"/>
              </a:rPr>
              <a:t>The task: </a:t>
            </a:r>
            <a:r>
              <a:rPr lang="en-US" sz="1200" b="0" i="0" u="none" strike="noStrike" kern="1200" baseline="0" dirty="0">
                <a:solidFill>
                  <a:schemeClr val="tx1"/>
                </a:solidFill>
                <a:latin typeface="Arial" panose="020B0604020202020204" pitchFamily="34" charset="0"/>
                <a:ea typeface="+mn-ea"/>
                <a:cs typeface="+mn-cs"/>
              </a:rPr>
              <a:t>“Milestone 1 was about preparing the data. We downloaded raw Wikipedia dumps for 10 languages, cleaned them, tokenized them, and annotated them with linguistic metadata.”</a:t>
            </a:r>
          </a:p>
          <a:p>
            <a:endParaRPr lang="en-US" sz="1200" b="0" i="0" u="none" strike="noStrike" kern="1200" baseline="0" dirty="0">
              <a:solidFill>
                <a:schemeClr val="tx1"/>
              </a:solidFill>
              <a:latin typeface="Arial" panose="020B0604020202020204" pitchFamily="34" charset="0"/>
              <a:ea typeface="+mn-ea"/>
              <a:cs typeface="+mn-cs"/>
            </a:endParaRPr>
          </a:p>
          <a:p>
            <a:r>
              <a:rPr lang="en-US" sz="1200" b="1" i="0" u="none" strike="noStrike" kern="1200" baseline="0" dirty="0">
                <a:solidFill>
                  <a:schemeClr val="tx1"/>
                </a:solidFill>
                <a:latin typeface="Arial" panose="020B0604020202020204" pitchFamily="34" charset="0"/>
                <a:ea typeface="+mn-ea"/>
                <a:cs typeface="+mn-cs"/>
              </a:rPr>
              <a:t>Why this matters: </a:t>
            </a:r>
          </a:p>
          <a:p>
            <a:pPr marL="171450" indent="-171450">
              <a:buFontTx/>
              <a:buChar char="-"/>
            </a:pPr>
            <a:r>
              <a:rPr lang="en-US" sz="1200" b="0" i="0" u="none" strike="noStrike" kern="1200" baseline="0" dirty="0">
                <a:solidFill>
                  <a:schemeClr val="tx1"/>
                </a:solidFill>
                <a:latin typeface="Arial" panose="020B0604020202020204" pitchFamily="34" charset="0"/>
                <a:ea typeface="+mn-ea"/>
                <a:cs typeface="+mn-cs"/>
              </a:rPr>
              <a:t>“High-quality data is a prerequisite for good models. If we had noisy, imbalanced, or poorly annotated data, the baselines would have failed.” </a:t>
            </a:r>
          </a:p>
          <a:p>
            <a:pPr marL="171450" indent="-171450">
              <a:buFontTx/>
              <a:buChar char="-"/>
            </a:pPr>
            <a:r>
              <a:rPr lang="en-US" sz="1200" b="0" i="0" u="none" strike="noStrike" kern="1200" baseline="0" dirty="0">
                <a:solidFill>
                  <a:schemeClr val="tx1"/>
                </a:solidFill>
                <a:latin typeface="Arial" panose="020B0604020202020204" pitchFamily="34" charset="0"/>
                <a:ea typeface="+mn-ea"/>
                <a:cs typeface="+mn-cs"/>
              </a:rPr>
              <a:t>“By using Stanza, we ensured linguistic fidelity: lemmas and parse trees are not used in this task, but they would be useful for downstream linguistic analysis or error diagnosis.”</a:t>
            </a:r>
          </a:p>
          <a:p>
            <a:pPr marL="0" indent="0">
              <a:buFontTx/>
              <a:buNone/>
            </a:pPr>
            <a:endParaRPr lang="en-US" dirty="0">
              <a:effectLst/>
              <a:latin typeface="fkGroteskNeue"/>
            </a:endParaRPr>
          </a:p>
          <a:p>
            <a:r>
              <a:rPr lang="en-US" sz="1200" b="1" i="0" u="none" strike="noStrike" kern="1200" baseline="0" dirty="0">
                <a:solidFill>
                  <a:schemeClr val="tx1"/>
                </a:solidFill>
                <a:latin typeface="Arial" panose="020B0604020202020204" pitchFamily="34" charset="0"/>
                <a:ea typeface="+mn-ea"/>
                <a:cs typeface="+mn-cs"/>
              </a:rPr>
              <a:t>Note: </a:t>
            </a:r>
            <a:r>
              <a:rPr lang="en-US" sz="1200" b="0" i="0" u="none" strike="noStrike" kern="1200" baseline="0" dirty="0">
                <a:solidFill>
                  <a:schemeClr val="tx1"/>
                </a:solidFill>
                <a:latin typeface="Arial" panose="020B0604020202020204" pitchFamily="34" charset="0"/>
                <a:ea typeface="+mn-ea"/>
                <a:cs typeface="+mn-cs"/>
              </a:rPr>
              <a:t>This slide is here for completeness, but spend less time on it than on results. Your audience cares more about model performance and insights.</a:t>
            </a:r>
          </a:p>
          <a:p>
            <a:endParaRPr lang="en-US" sz="1200" b="0" i="0" u="none" strike="noStrike" kern="1200" baseline="0" dirty="0">
              <a:solidFill>
                <a:schemeClr val="tx1"/>
              </a:solidFill>
              <a:latin typeface="Arial" panose="020B0604020202020204" pitchFamily="34" charset="0"/>
              <a:ea typeface="+mn-ea"/>
              <a:cs typeface="+mn-cs"/>
            </a:endParaRPr>
          </a:p>
          <a:p>
            <a:r>
              <a:rPr lang="en-US" sz="1200" b="1" i="0" u="none" strike="noStrike" kern="1200" baseline="0" dirty="0">
                <a:solidFill>
                  <a:schemeClr val="tx1"/>
                </a:solidFill>
                <a:latin typeface="Arial" panose="020B0604020202020204" pitchFamily="34" charset="0"/>
                <a:ea typeface="+mn-ea"/>
                <a:cs typeface="+mn-cs"/>
              </a:rPr>
              <a:t>What POS Tags Are</a:t>
            </a:r>
          </a:p>
          <a:p>
            <a:r>
              <a:rPr lang="en-US" sz="1200" b="0" i="0" u="none" strike="noStrike" kern="1200" baseline="0" dirty="0">
                <a:solidFill>
                  <a:schemeClr val="tx1"/>
                </a:solidFill>
                <a:latin typeface="Arial" panose="020B0604020202020204" pitchFamily="34" charset="0"/>
                <a:ea typeface="+mn-ea"/>
                <a:cs typeface="+mn-cs"/>
              </a:rPr>
              <a:t>POS tags are linguistic labels that identify the grammatical function of each word in a sentence. Common POS categories include:</a:t>
            </a:r>
          </a:p>
          <a:p>
            <a:endParaRPr lang="en-US" sz="1200" b="0" i="0" u="none" strike="noStrike" kern="1200" baseline="0" dirty="0">
              <a:solidFill>
                <a:schemeClr val="tx1"/>
              </a:solidFill>
              <a:latin typeface="Arial" panose="020B0604020202020204" pitchFamily="34" charset="0"/>
              <a:ea typeface="+mn-ea"/>
              <a:cs typeface="+mn-cs"/>
            </a:endParaRPr>
          </a:p>
          <a:p>
            <a:r>
              <a:rPr lang="en-US" sz="1200" b="0" i="0" u="none" strike="noStrike" kern="1200" baseline="0" dirty="0">
                <a:solidFill>
                  <a:schemeClr val="tx1"/>
                </a:solidFill>
                <a:latin typeface="Arial" panose="020B0604020202020204" pitchFamily="34" charset="0"/>
                <a:ea typeface="+mn-ea"/>
                <a:cs typeface="+mn-cs"/>
              </a:rPr>
              <a:t>Nouns (NN) — words representing persons, places, or things</a:t>
            </a:r>
          </a:p>
          <a:p>
            <a:r>
              <a:rPr lang="en-US" sz="1200" b="0" i="0" u="none" strike="noStrike" kern="1200" baseline="0" dirty="0">
                <a:solidFill>
                  <a:schemeClr val="tx1"/>
                </a:solidFill>
                <a:latin typeface="Arial" panose="020B0604020202020204" pitchFamily="34" charset="0"/>
                <a:ea typeface="+mn-ea"/>
                <a:cs typeface="+mn-cs"/>
              </a:rPr>
              <a:t>Verbs (VB) — action or state words</a:t>
            </a:r>
          </a:p>
          <a:p>
            <a:r>
              <a:rPr lang="en-US" sz="1200" b="0" i="0" u="none" strike="noStrike" kern="1200" baseline="0" dirty="0">
                <a:solidFill>
                  <a:schemeClr val="tx1"/>
                </a:solidFill>
                <a:latin typeface="Arial" panose="020B0604020202020204" pitchFamily="34" charset="0"/>
                <a:ea typeface="+mn-ea"/>
                <a:cs typeface="+mn-cs"/>
              </a:rPr>
              <a:t>Adjectives (JJ) — words describing nouns</a:t>
            </a:r>
          </a:p>
          <a:p>
            <a:r>
              <a:rPr lang="en-US" sz="1200" b="0" i="0" u="none" strike="noStrike" kern="1200" baseline="0" dirty="0">
                <a:solidFill>
                  <a:schemeClr val="tx1"/>
                </a:solidFill>
                <a:latin typeface="Arial" panose="020B0604020202020204" pitchFamily="34" charset="0"/>
                <a:ea typeface="+mn-ea"/>
                <a:cs typeface="+mn-cs"/>
              </a:rPr>
              <a:t>Adverbs (RB) — words modifying verbs, adjectives, or other adverbs</a:t>
            </a:r>
          </a:p>
          <a:p>
            <a:r>
              <a:rPr lang="en-US" sz="1200" b="0" i="0" u="none" strike="noStrike" kern="1200" baseline="0" dirty="0">
                <a:solidFill>
                  <a:schemeClr val="tx1"/>
                </a:solidFill>
                <a:latin typeface="Arial" panose="020B0604020202020204" pitchFamily="34" charset="0"/>
                <a:ea typeface="+mn-ea"/>
                <a:cs typeface="+mn-cs"/>
              </a:rPr>
              <a:t>Pronouns (PRP) — words replacing nouns</a:t>
            </a:r>
          </a:p>
          <a:p>
            <a:r>
              <a:rPr lang="en-US" sz="1200" b="0" i="0" u="none" strike="noStrike" kern="1200" baseline="0" dirty="0">
                <a:solidFill>
                  <a:schemeClr val="tx1"/>
                </a:solidFill>
                <a:latin typeface="Arial" panose="020B0604020202020204" pitchFamily="34" charset="0"/>
                <a:ea typeface="+mn-ea"/>
                <a:cs typeface="+mn-cs"/>
              </a:rPr>
              <a:t>Prepositions (IN) — words showing relationships between words</a:t>
            </a:r>
          </a:p>
          <a:p>
            <a:r>
              <a:rPr lang="en-US" sz="1200" b="0" i="0" u="none" strike="noStrike" kern="1200" baseline="0" dirty="0">
                <a:solidFill>
                  <a:schemeClr val="tx1"/>
                </a:solidFill>
                <a:latin typeface="Arial" panose="020B0604020202020204" pitchFamily="34" charset="0"/>
                <a:ea typeface="+mn-ea"/>
                <a:cs typeface="+mn-cs"/>
              </a:rPr>
              <a:t>Determiners (DT) — articles and demonstratives (a, the, this, that)</a:t>
            </a:r>
          </a:p>
          <a:p>
            <a:r>
              <a:rPr lang="en-US" sz="1200" b="0" i="0" u="none" strike="noStrike" kern="1200" baseline="0" dirty="0">
                <a:solidFill>
                  <a:schemeClr val="tx1"/>
                </a:solidFill>
                <a:latin typeface="Arial" panose="020B0604020202020204" pitchFamily="34" charset="0"/>
                <a:ea typeface="+mn-ea"/>
                <a:cs typeface="+mn-cs"/>
              </a:rPr>
              <a:t>Conjunctions (CC) — connecting words (and, but, or)</a:t>
            </a:r>
          </a:p>
          <a:p>
            <a:endParaRPr lang="en-US" sz="1200" b="0" i="0" u="none" strike="noStrike" kern="1200" baseline="0" dirty="0">
              <a:solidFill>
                <a:schemeClr val="tx1"/>
              </a:solidFill>
              <a:effectLst/>
              <a:latin typeface="Arial" panose="020B0604020202020204" pitchFamily="34" charset="0"/>
              <a:ea typeface="+mn-ea"/>
              <a:cs typeface="+mn-cs"/>
            </a:endParaRPr>
          </a:p>
        </p:txBody>
      </p:sp>
      <p:sp>
        <p:nvSpPr>
          <p:cNvPr id="4" name="Foliennummernplatzhalter 3">
            <a:extLst>
              <a:ext uri="{FF2B5EF4-FFF2-40B4-BE49-F238E27FC236}">
                <a16:creationId xmlns:a16="http://schemas.microsoft.com/office/drawing/2014/main" id="{EE7F7954-D12B-95F7-28A7-3A376D6C1A7B}"/>
              </a:ext>
            </a:extLst>
          </p:cNvPr>
          <p:cNvSpPr>
            <a:spLocks noGrp="1"/>
          </p:cNvSpPr>
          <p:nvPr>
            <p:ph type="sldNum" sz="quarter" idx="5"/>
            <p:custDataLst>
              <p:tags r:id="rId3"/>
            </p:custDataLst>
          </p:nvPr>
        </p:nvSpPr>
        <p:spPr/>
        <p:txBody>
          <a:bodyPr/>
          <a:lstStyle/>
          <a:p>
            <a:fld id="{DD8BEB3B-C5EA-45F3-97F0-E17E2A187F46}" type="slidenum">
              <a:rPr lang="de-AT" smtClean="0"/>
              <a:t>15</a:t>
            </a:fld>
            <a:endParaRPr lang="de-AT" dirty="0"/>
          </a:p>
        </p:txBody>
      </p:sp>
    </p:spTree>
    <p:extLst>
      <p:ext uri="{BB962C8B-B14F-4D97-AF65-F5344CB8AC3E}">
        <p14:creationId xmlns:p14="http://schemas.microsoft.com/office/powerpoint/2010/main" val="226960398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7873E0-4301-E329-E6D7-BA0494830E2F}"/>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A8239A2B-D15C-FFB1-EE26-A2F5C4052C53}"/>
              </a:ext>
            </a:extLst>
          </p:cNvPr>
          <p:cNvSpPr>
            <a:spLocks noGrp="1" noRot="1" noChangeAspect="1"/>
          </p:cNvSpPr>
          <p:nvPr>
            <p:ph type="sldImg"/>
            <p:custDataLst>
              <p:tags r:id="rId1"/>
            </p:custDataLst>
          </p:nvPr>
        </p:nvSpPr>
        <p:spPr/>
        <p:txBody>
          <a:bodyPr/>
          <a:lstStyle/>
          <a:p>
            <a:endParaRPr lang="en-US"/>
          </a:p>
        </p:txBody>
      </p:sp>
      <p:sp>
        <p:nvSpPr>
          <p:cNvPr id="3" name="Notizenplatzhalter 2">
            <a:extLst>
              <a:ext uri="{FF2B5EF4-FFF2-40B4-BE49-F238E27FC236}">
                <a16:creationId xmlns:a16="http://schemas.microsoft.com/office/drawing/2014/main" id="{9758256C-E853-2F68-78A1-E6B488EE5800}"/>
              </a:ext>
            </a:extLst>
          </p:cNvPr>
          <p:cNvSpPr>
            <a:spLocks noGrp="1"/>
          </p:cNvSpPr>
          <p:nvPr>
            <p:ph type="body" idx="1"/>
            <p:custDataLst>
              <p:tags r:id="rId2"/>
            </p:custDataLst>
          </p:nvPr>
        </p:nvSpPr>
        <p:spPr/>
        <p:txBody>
          <a:bodyPr/>
          <a:lstStyle/>
          <a:p>
            <a:r>
              <a:rPr lang="en-US" sz="1200" b="1" i="0" u="none" strike="noStrike" kern="1200" baseline="0" dirty="0">
                <a:solidFill>
                  <a:schemeClr val="tx1"/>
                </a:solidFill>
                <a:latin typeface="Arial" panose="020B0604020202020204" pitchFamily="34" charset="0"/>
                <a:ea typeface="+mn-ea"/>
                <a:cs typeface="+mn-cs"/>
              </a:rPr>
              <a:t>Objective of this slide: </a:t>
            </a:r>
            <a:r>
              <a:rPr lang="en-US" sz="1200" b="0" i="0" u="none" strike="noStrike" kern="1200" baseline="0" dirty="0">
                <a:solidFill>
                  <a:schemeClr val="tx1"/>
                </a:solidFill>
                <a:latin typeface="Arial" panose="020B0604020202020204" pitchFamily="34" charset="0"/>
                <a:ea typeface="+mn-ea"/>
                <a:cs typeface="+mn-cs"/>
              </a:rPr>
              <a:t>Recap Milestone 2 achievements and frame the transition to the final solution.</a:t>
            </a:r>
          </a:p>
          <a:p>
            <a:endParaRPr lang="en-US" sz="1200" b="0" i="0" u="none" strike="noStrike" kern="1200" baseline="0" dirty="0">
              <a:solidFill>
                <a:schemeClr val="tx1"/>
              </a:solidFill>
              <a:effectLst/>
              <a:latin typeface="Arial" panose="020B0604020202020204" pitchFamily="34" charset="0"/>
              <a:ea typeface="+mn-ea"/>
              <a:cs typeface="+mn-cs"/>
            </a:endParaRPr>
          </a:p>
          <a:p>
            <a:r>
              <a:rPr lang="en-US" sz="1200" b="1" i="0" u="none" strike="noStrike" kern="1200" baseline="0" dirty="0">
                <a:solidFill>
                  <a:schemeClr val="tx1"/>
                </a:solidFill>
                <a:latin typeface="Arial" panose="020B0604020202020204" pitchFamily="34" charset="0"/>
                <a:ea typeface="+mn-ea"/>
                <a:cs typeface="+mn-cs"/>
              </a:rPr>
              <a:t>Refactored codebase: </a:t>
            </a:r>
            <a:r>
              <a:rPr lang="en-US" sz="1200" b="0" i="0" u="none" strike="noStrike" kern="1200" baseline="0" dirty="0">
                <a:solidFill>
                  <a:schemeClr val="tx1"/>
                </a:solidFill>
                <a:latin typeface="Arial" panose="020B0604020202020204" pitchFamily="34" charset="0"/>
                <a:ea typeface="+mn-ea"/>
                <a:cs typeface="+mn-cs"/>
              </a:rPr>
              <a:t>- “We took the original monolithic evaluation script and refactored it into modular packages, improving readability and maintainability.”</a:t>
            </a:r>
          </a:p>
          <a:p>
            <a:endParaRPr lang="en-US" sz="1200" b="0" i="0" u="none" strike="noStrike" kern="1200" baseline="0" dirty="0">
              <a:solidFill>
                <a:schemeClr val="tx1"/>
              </a:solidFill>
              <a:latin typeface="Arial" panose="020B0604020202020204" pitchFamily="34" charset="0"/>
              <a:ea typeface="+mn-ea"/>
              <a:cs typeface="+mn-cs"/>
            </a:endParaRPr>
          </a:p>
          <a:p>
            <a:r>
              <a:rPr lang="en-US" sz="1200" b="1" i="0" u="none" strike="noStrike" kern="1200" baseline="0" dirty="0">
                <a:solidFill>
                  <a:schemeClr val="tx1"/>
                </a:solidFill>
                <a:latin typeface="Arial" panose="020B0604020202020204" pitchFamily="34" charset="0"/>
                <a:ea typeface="+mn-ea"/>
                <a:cs typeface="+mn-cs"/>
              </a:rPr>
              <a:t>Key insight from Milestone 2: </a:t>
            </a:r>
            <a:r>
              <a:rPr lang="en-US" sz="1200" b="0" i="0" u="none" strike="noStrike" kern="1200" baseline="0" dirty="0">
                <a:solidFill>
                  <a:schemeClr val="tx1"/>
                </a:solidFill>
                <a:latin typeface="Arial" panose="020B0604020202020204" pitchFamily="34" charset="0"/>
                <a:ea typeface="+mn-ea"/>
                <a:cs typeface="+mn-cs"/>
              </a:rPr>
              <a:t>- “Character n-gram logistic regression is the Goldilocks solution: not too simple (rules), not too heavy (XLM-R), and it works.”</a:t>
            </a:r>
            <a:endParaRPr lang="en-US" sz="1200" b="0" i="0" u="none" strike="noStrike" kern="1200" baseline="0" dirty="0">
              <a:solidFill>
                <a:schemeClr val="tx1"/>
              </a:solidFill>
              <a:effectLst/>
              <a:latin typeface="Arial" panose="020B0604020202020204" pitchFamily="34" charset="0"/>
              <a:ea typeface="+mn-ea"/>
              <a:cs typeface="+mn-cs"/>
            </a:endParaRPr>
          </a:p>
        </p:txBody>
      </p:sp>
      <p:sp>
        <p:nvSpPr>
          <p:cNvPr id="4" name="Foliennummernplatzhalter 3">
            <a:extLst>
              <a:ext uri="{FF2B5EF4-FFF2-40B4-BE49-F238E27FC236}">
                <a16:creationId xmlns:a16="http://schemas.microsoft.com/office/drawing/2014/main" id="{C5D1B660-524B-429B-8BF0-57F2E34D18E3}"/>
              </a:ext>
            </a:extLst>
          </p:cNvPr>
          <p:cNvSpPr>
            <a:spLocks noGrp="1"/>
          </p:cNvSpPr>
          <p:nvPr>
            <p:ph type="sldNum" sz="quarter" idx="5"/>
            <p:custDataLst>
              <p:tags r:id="rId3"/>
            </p:custDataLst>
          </p:nvPr>
        </p:nvSpPr>
        <p:spPr/>
        <p:txBody>
          <a:bodyPr/>
          <a:lstStyle/>
          <a:p>
            <a:fld id="{DD8BEB3B-C5EA-45F3-97F0-E17E2A187F46}" type="slidenum">
              <a:rPr lang="de-AT" smtClean="0"/>
              <a:t>16</a:t>
            </a:fld>
            <a:endParaRPr lang="de-AT" dirty="0"/>
          </a:p>
        </p:txBody>
      </p:sp>
    </p:spTree>
    <p:extLst>
      <p:ext uri="{BB962C8B-B14F-4D97-AF65-F5344CB8AC3E}">
        <p14:creationId xmlns:p14="http://schemas.microsoft.com/office/powerpoint/2010/main" val="378389042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91287F-AC06-3D93-2BE6-9F303EF77483}"/>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77B77167-A844-4C38-8244-3FA1E912A15A}"/>
              </a:ext>
            </a:extLst>
          </p:cNvPr>
          <p:cNvSpPr>
            <a:spLocks noGrp="1" noRot="1" noChangeAspect="1"/>
          </p:cNvSpPr>
          <p:nvPr>
            <p:ph type="sldImg"/>
            <p:custDataLst>
              <p:tags r:id="rId1"/>
            </p:custDataLst>
          </p:nvPr>
        </p:nvSpPr>
        <p:spPr/>
        <p:txBody>
          <a:bodyPr/>
          <a:lstStyle/>
          <a:p>
            <a:endParaRPr lang="en-US"/>
          </a:p>
        </p:txBody>
      </p:sp>
      <p:sp>
        <p:nvSpPr>
          <p:cNvPr id="3" name="Notizenplatzhalter 2">
            <a:extLst>
              <a:ext uri="{FF2B5EF4-FFF2-40B4-BE49-F238E27FC236}">
                <a16:creationId xmlns:a16="http://schemas.microsoft.com/office/drawing/2014/main" id="{D7E00CD5-E95B-76DE-9954-36A62EC783AD}"/>
              </a:ext>
            </a:extLst>
          </p:cNvPr>
          <p:cNvSpPr>
            <a:spLocks noGrp="1"/>
          </p:cNvSpPr>
          <p:nvPr>
            <p:ph type="body" idx="1"/>
            <p:custDataLst>
              <p:tags r:id="rId2"/>
            </p:custDataLst>
          </p:nvPr>
        </p:nvSpPr>
        <p:spPr/>
        <p:txBody>
          <a:bodyPr/>
          <a:lstStyle/>
          <a:p>
            <a:r>
              <a:rPr lang="en-US" sz="1200" b="1" i="0" u="none" strike="noStrike" kern="1200" baseline="0" dirty="0">
                <a:solidFill>
                  <a:schemeClr val="tx1"/>
                </a:solidFill>
                <a:latin typeface="Arial" panose="020B0604020202020204" pitchFamily="34" charset="0"/>
                <a:ea typeface="+mn-ea"/>
                <a:cs typeface="+mn-cs"/>
              </a:rPr>
              <a:t>Objective of this slide: </a:t>
            </a:r>
            <a:r>
              <a:rPr lang="en-US" sz="1200" b="0" i="0" u="none" strike="noStrike" kern="1200" baseline="0" dirty="0">
                <a:solidFill>
                  <a:schemeClr val="tx1"/>
                </a:solidFill>
                <a:latin typeface="Arial" panose="020B0604020202020204" pitchFamily="34" charset="0"/>
                <a:ea typeface="+mn-ea"/>
                <a:cs typeface="+mn-cs"/>
              </a:rPr>
              <a:t>Recap Question 1 and tie it to the larger narrative.</a:t>
            </a:r>
          </a:p>
          <a:p>
            <a:endParaRPr lang="en-US" sz="1200" b="0" i="0" u="none" strike="noStrike" kern="1200" baseline="0" dirty="0">
              <a:solidFill>
                <a:schemeClr val="tx1"/>
              </a:solidFill>
              <a:effectLst/>
              <a:latin typeface="Arial" panose="020B0604020202020204" pitchFamily="34" charset="0"/>
              <a:ea typeface="+mn-ea"/>
              <a:cs typeface="+mn-cs"/>
            </a:endParaRPr>
          </a:p>
          <a:p>
            <a:r>
              <a:rPr lang="en-US" sz="1200" b="1" i="0" u="none" strike="noStrike" kern="1200" baseline="0" dirty="0">
                <a:solidFill>
                  <a:schemeClr val="tx1"/>
                </a:solidFill>
                <a:latin typeface="Arial" panose="020B0604020202020204" pitchFamily="34" charset="0"/>
                <a:ea typeface="+mn-ea"/>
                <a:cs typeface="+mn-cs"/>
              </a:rPr>
              <a:t>The fix: </a:t>
            </a:r>
            <a:r>
              <a:rPr lang="en-US" sz="1200" b="0" i="0" u="none" strike="noStrike" kern="1200" baseline="0" dirty="0">
                <a:solidFill>
                  <a:schemeClr val="tx1"/>
                </a:solidFill>
                <a:latin typeface="Arial" panose="020B0604020202020204" pitchFamily="34" charset="0"/>
                <a:ea typeface="+mn-ea"/>
                <a:cs typeface="+mn-cs"/>
              </a:rPr>
              <a:t>- “We implemented a mitigation in the evaluation script: --enable-fasttext-char-backoff routes high-OOV sentences to character n-grams, recovering Yoruba F1 from 0.50 to 1.0.”</a:t>
            </a:r>
            <a:endParaRPr lang="en-US" sz="1200" b="0" i="0" u="none" strike="noStrike" kern="1200" baseline="0" dirty="0">
              <a:solidFill>
                <a:schemeClr val="tx1"/>
              </a:solidFill>
              <a:effectLst/>
              <a:latin typeface="Arial" panose="020B0604020202020204" pitchFamily="34" charset="0"/>
              <a:ea typeface="+mn-ea"/>
              <a:cs typeface="+mn-cs"/>
            </a:endParaRPr>
          </a:p>
        </p:txBody>
      </p:sp>
      <p:sp>
        <p:nvSpPr>
          <p:cNvPr id="4" name="Foliennummernplatzhalter 3">
            <a:extLst>
              <a:ext uri="{FF2B5EF4-FFF2-40B4-BE49-F238E27FC236}">
                <a16:creationId xmlns:a16="http://schemas.microsoft.com/office/drawing/2014/main" id="{D29C4F59-687B-3D17-D497-BE257347B269}"/>
              </a:ext>
            </a:extLst>
          </p:cNvPr>
          <p:cNvSpPr>
            <a:spLocks noGrp="1"/>
          </p:cNvSpPr>
          <p:nvPr>
            <p:ph type="sldNum" sz="quarter" idx="5"/>
            <p:custDataLst>
              <p:tags r:id="rId3"/>
            </p:custDataLst>
          </p:nvPr>
        </p:nvSpPr>
        <p:spPr/>
        <p:txBody>
          <a:bodyPr/>
          <a:lstStyle/>
          <a:p>
            <a:fld id="{DD8BEB3B-C5EA-45F3-97F0-E17E2A187F46}" type="slidenum">
              <a:rPr lang="de-AT" smtClean="0"/>
              <a:t>17</a:t>
            </a:fld>
            <a:endParaRPr lang="de-AT" dirty="0"/>
          </a:p>
        </p:txBody>
      </p:sp>
    </p:spTree>
    <p:extLst>
      <p:ext uri="{BB962C8B-B14F-4D97-AF65-F5344CB8AC3E}">
        <p14:creationId xmlns:p14="http://schemas.microsoft.com/office/powerpoint/2010/main" val="347609864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F9FC2F-7BEF-2026-9D9E-54C0947ED9E5}"/>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B00CFF8C-C573-66D8-1093-7650ACA90214}"/>
              </a:ext>
            </a:extLst>
          </p:cNvPr>
          <p:cNvSpPr>
            <a:spLocks noGrp="1" noRot="1" noChangeAspect="1"/>
          </p:cNvSpPr>
          <p:nvPr>
            <p:ph type="sldImg"/>
            <p:custDataLst>
              <p:tags r:id="rId1"/>
            </p:custDataLst>
          </p:nvPr>
        </p:nvSpPr>
        <p:spPr/>
        <p:txBody>
          <a:bodyPr/>
          <a:lstStyle/>
          <a:p>
            <a:endParaRPr lang="en-US"/>
          </a:p>
        </p:txBody>
      </p:sp>
      <p:sp>
        <p:nvSpPr>
          <p:cNvPr id="3" name="Notizenplatzhalter 2">
            <a:extLst>
              <a:ext uri="{FF2B5EF4-FFF2-40B4-BE49-F238E27FC236}">
                <a16:creationId xmlns:a16="http://schemas.microsoft.com/office/drawing/2014/main" id="{B9A06D24-2D96-1660-3B39-BAAB7EECB262}"/>
              </a:ext>
            </a:extLst>
          </p:cNvPr>
          <p:cNvSpPr>
            <a:spLocks noGrp="1"/>
          </p:cNvSpPr>
          <p:nvPr>
            <p:ph type="body" idx="1"/>
            <p:custDataLst>
              <p:tags r:id="rId2"/>
            </p:custDataLst>
          </p:nvPr>
        </p:nvSpPr>
        <p:spPr/>
        <p:txBody>
          <a:bodyPr/>
          <a:lstStyle/>
          <a:p>
            <a:r>
              <a:rPr lang="en-US" sz="1200" b="1" i="0" u="none" strike="noStrike" kern="1200" baseline="0" dirty="0">
                <a:solidFill>
                  <a:schemeClr val="tx1"/>
                </a:solidFill>
                <a:latin typeface="Arial" panose="020B0604020202020204" pitchFamily="34" charset="0"/>
                <a:ea typeface="+mn-ea"/>
                <a:cs typeface="+mn-cs"/>
              </a:rPr>
              <a:t>Character n-gram (TF–IDF + logistic regression): </a:t>
            </a:r>
          </a:p>
          <a:p>
            <a:pPr marL="171450" indent="-171450">
              <a:buFontTx/>
              <a:buChar char="-"/>
            </a:pPr>
            <a:r>
              <a:rPr lang="en-US" sz="1200" b="1" i="0" u="none" strike="noStrike" kern="1200" baseline="0" dirty="0">
                <a:solidFill>
                  <a:schemeClr val="tx1"/>
                </a:solidFill>
                <a:latin typeface="Arial" panose="020B0604020202020204" pitchFamily="34" charset="0"/>
                <a:ea typeface="+mn-ea"/>
                <a:cs typeface="+mn-cs"/>
              </a:rPr>
              <a:t>Hardware: </a:t>
            </a:r>
            <a:r>
              <a:rPr lang="en-US" sz="1200" b="0" i="0" u="none" strike="noStrike" kern="1200" baseline="0" dirty="0">
                <a:solidFill>
                  <a:schemeClr val="tx1"/>
                </a:solidFill>
                <a:latin typeface="Arial" panose="020B0604020202020204" pitchFamily="34" charset="0"/>
                <a:ea typeface="+mn-ea"/>
                <a:cs typeface="+mn-cs"/>
              </a:rPr>
              <a:t>“Pure CPU. The model is 10–20 MB—fits on a Raspberry Pi.” </a:t>
            </a:r>
          </a:p>
          <a:p>
            <a:pPr marL="171450" indent="-171450">
              <a:buFontTx/>
              <a:buChar char="-"/>
            </a:pPr>
            <a:r>
              <a:rPr lang="en-US" sz="1200" b="1" i="0" u="none" strike="noStrike" kern="1200" baseline="0" dirty="0">
                <a:solidFill>
                  <a:schemeClr val="tx1"/>
                </a:solidFill>
                <a:latin typeface="Arial" panose="020B0604020202020204" pitchFamily="34" charset="0"/>
                <a:ea typeface="+mn-ea"/>
                <a:cs typeface="+mn-cs"/>
              </a:rPr>
              <a:t>Latency: </a:t>
            </a:r>
            <a:r>
              <a:rPr lang="en-US" sz="1200" b="0" i="0" u="none" strike="noStrike" kern="1200" baseline="0" dirty="0">
                <a:solidFill>
                  <a:schemeClr val="tx1"/>
                </a:solidFill>
                <a:latin typeface="Arial" panose="020B0604020202020204" pitchFamily="34" charset="0"/>
                <a:ea typeface="+mn-ea"/>
                <a:cs typeface="+mn-cs"/>
              </a:rPr>
              <a:t>“Less than 5 milliseconds per sentence on a single CPU core. For batch processing, scales linearly.” </a:t>
            </a:r>
          </a:p>
          <a:p>
            <a:pPr marL="171450" indent="-171450">
              <a:buFontTx/>
              <a:buChar char="-"/>
            </a:pPr>
            <a:r>
              <a:rPr lang="en-US" sz="1200" b="1" i="0" u="none" strike="noStrike" kern="1200" baseline="0" dirty="0">
                <a:solidFill>
                  <a:schemeClr val="tx1"/>
                </a:solidFill>
                <a:latin typeface="Arial" panose="020B0604020202020204" pitchFamily="34" charset="0"/>
                <a:ea typeface="+mn-ea"/>
                <a:cs typeface="+mn-cs"/>
              </a:rPr>
              <a:t>Why it’s fast: </a:t>
            </a:r>
            <a:r>
              <a:rPr lang="en-US" sz="1200" b="0" i="0" u="none" strike="noStrike" kern="1200" baseline="0" dirty="0">
                <a:solidFill>
                  <a:schemeClr val="tx1"/>
                </a:solidFill>
                <a:latin typeface="Arial" panose="020B0604020202020204" pitchFamily="34" charset="0"/>
                <a:ea typeface="+mn-ea"/>
                <a:cs typeface="+mn-cs"/>
              </a:rPr>
              <a:t>“Feature extraction (converting text to n-grams) is a simple string operation. No deep compute.” </a:t>
            </a:r>
          </a:p>
          <a:p>
            <a:pPr marL="171450" indent="-171450">
              <a:buFontTx/>
              <a:buChar char="-"/>
            </a:pPr>
            <a:r>
              <a:rPr lang="en-US" sz="1200" b="1" i="0" u="none" strike="noStrike" kern="1200" baseline="0" dirty="0">
                <a:solidFill>
                  <a:schemeClr val="tx1"/>
                </a:solidFill>
                <a:latin typeface="Arial" panose="020B0604020202020204" pitchFamily="34" charset="0"/>
                <a:ea typeface="+mn-ea"/>
                <a:cs typeface="+mn-cs"/>
              </a:rPr>
              <a:t>Deployment scenario: </a:t>
            </a:r>
            <a:r>
              <a:rPr lang="en-US" sz="1200" b="0" i="0" u="none" strike="noStrike" kern="1200" baseline="0" dirty="0">
                <a:solidFill>
                  <a:schemeClr val="tx1"/>
                </a:solidFill>
                <a:latin typeface="Arial" panose="020B0604020202020204" pitchFamily="34" charset="0"/>
                <a:ea typeface="+mn-ea"/>
                <a:cs typeface="+mn-cs"/>
              </a:rPr>
              <a:t>“You run language ID on edge devices, mobile phones, or cost-constrained cloud instances. Default choice.”</a:t>
            </a:r>
          </a:p>
          <a:p>
            <a:pPr marL="0" indent="0">
              <a:buFontTx/>
              <a:buNone/>
            </a:pPr>
            <a:endParaRPr lang="en-US" sz="1200" b="0" i="0" u="none" strike="noStrike" kern="1200" baseline="0" dirty="0">
              <a:solidFill>
                <a:schemeClr val="tx1"/>
              </a:solidFill>
              <a:latin typeface="Arial" panose="020B0604020202020204" pitchFamily="34" charset="0"/>
              <a:ea typeface="+mn-ea"/>
              <a:cs typeface="+mn-cs"/>
            </a:endParaRPr>
          </a:p>
          <a:p>
            <a:r>
              <a:rPr lang="en-US" sz="1200" b="1" i="0" u="none" strike="noStrike" kern="1200" baseline="0" dirty="0">
                <a:solidFill>
                  <a:schemeClr val="tx1"/>
                </a:solidFill>
                <a:latin typeface="Arial" panose="020B0604020202020204" pitchFamily="34" charset="0"/>
                <a:ea typeface="+mn-ea"/>
                <a:cs typeface="+mn-cs"/>
              </a:rPr>
              <a:t>XLM-R fine-tuning: </a:t>
            </a:r>
          </a:p>
          <a:p>
            <a:pPr marL="171450" indent="-171450">
              <a:buFontTx/>
              <a:buChar char="-"/>
            </a:pPr>
            <a:r>
              <a:rPr lang="en-US" sz="1200" b="1" i="0" u="none" strike="noStrike" kern="1200" baseline="0" dirty="0">
                <a:solidFill>
                  <a:schemeClr val="tx1"/>
                </a:solidFill>
                <a:latin typeface="Arial" panose="020B0604020202020204" pitchFamily="34" charset="0"/>
                <a:ea typeface="+mn-ea"/>
                <a:cs typeface="+mn-cs"/>
              </a:rPr>
              <a:t>Hardware: </a:t>
            </a:r>
            <a:r>
              <a:rPr lang="en-US" sz="1200" b="0" i="0" u="none" strike="noStrike" kern="1200" baseline="0" dirty="0">
                <a:solidFill>
                  <a:schemeClr val="tx1"/>
                </a:solidFill>
                <a:latin typeface="Arial" panose="020B0604020202020204" pitchFamily="34" charset="0"/>
                <a:ea typeface="+mn-ea"/>
                <a:cs typeface="+mn-cs"/>
              </a:rPr>
              <a:t>“GPU strongly recommended. The base model needs 1–2 GB VRAM for inference. CPU-only inference is 10× slower.” </a:t>
            </a:r>
          </a:p>
          <a:p>
            <a:pPr marL="171450" indent="-171450">
              <a:buFontTx/>
              <a:buChar char="-"/>
            </a:pPr>
            <a:r>
              <a:rPr lang="en-US" sz="1200" b="1" i="0" u="none" strike="noStrike" kern="1200" baseline="0" dirty="0">
                <a:solidFill>
                  <a:schemeClr val="tx1"/>
                </a:solidFill>
                <a:latin typeface="Arial" panose="020B0604020202020204" pitchFamily="34" charset="0"/>
                <a:ea typeface="+mn-ea"/>
                <a:cs typeface="+mn-cs"/>
              </a:rPr>
              <a:t>Latency: </a:t>
            </a:r>
            <a:r>
              <a:rPr lang="en-US" sz="1200" b="0" i="0" u="none" strike="noStrike" kern="1200" baseline="0" dirty="0">
                <a:solidFill>
                  <a:schemeClr val="tx1"/>
                </a:solidFill>
                <a:latin typeface="Arial" panose="020B0604020202020204" pitchFamily="34" charset="0"/>
                <a:ea typeface="+mn-ea"/>
                <a:cs typeface="+mn-cs"/>
              </a:rPr>
              <a:t>“30–80 milliseconds per sentence on a mid-range GPU (A10, T4). 300+ ms on CPU without quantization.” </a:t>
            </a:r>
          </a:p>
          <a:p>
            <a:pPr marL="171450" indent="-171450">
              <a:buFontTx/>
              <a:buChar char="-"/>
            </a:pPr>
            <a:r>
              <a:rPr lang="en-US" sz="1200" b="1" i="0" u="none" strike="noStrike" kern="1200" baseline="0" dirty="0">
                <a:solidFill>
                  <a:schemeClr val="tx1"/>
                </a:solidFill>
                <a:latin typeface="Arial" panose="020B0604020202020204" pitchFamily="34" charset="0"/>
                <a:ea typeface="+mn-ea"/>
                <a:cs typeface="+mn-cs"/>
              </a:rPr>
              <a:t>Why it’s slow: </a:t>
            </a:r>
            <a:r>
              <a:rPr lang="en-US" sz="1200" b="0" i="0" u="none" strike="noStrike" kern="1200" baseline="0" dirty="0">
                <a:solidFill>
                  <a:schemeClr val="tx1"/>
                </a:solidFill>
                <a:latin typeface="Arial" panose="020B0604020202020204" pitchFamily="34" charset="0"/>
                <a:ea typeface="+mn-ea"/>
                <a:cs typeface="+mn-cs"/>
              </a:rPr>
              <a:t>“Transformer attention is O(n²) in sequence length, and we are doing 12 transformer layers.” </a:t>
            </a:r>
          </a:p>
          <a:p>
            <a:pPr marL="171450" indent="-171450">
              <a:buFontTx/>
              <a:buChar char="-"/>
            </a:pPr>
            <a:r>
              <a:rPr lang="en-US" sz="1200" b="1" i="0" u="none" strike="noStrike" kern="1200" baseline="0" dirty="0">
                <a:solidFill>
                  <a:schemeClr val="tx1"/>
                </a:solidFill>
                <a:latin typeface="Arial" panose="020B0604020202020204" pitchFamily="34" charset="0"/>
                <a:ea typeface="+mn-ea"/>
                <a:cs typeface="+mn-cs"/>
              </a:rPr>
              <a:t>Deployment scenario: </a:t>
            </a:r>
            <a:r>
              <a:rPr lang="en-US" sz="1200" b="0" i="0" u="none" strike="noStrike" kern="1200" baseline="0" dirty="0">
                <a:solidFill>
                  <a:schemeClr val="tx1"/>
                </a:solidFill>
                <a:latin typeface="Arial" panose="020B0604020202020204" pitchFamily="34" charset="0"/>
                <a:ea typeface="+mn-ea"/>
                <a:cs typeface="+mn-cs"/>
              </a:rPr>
              <a:t>“High-throughput cloud services where you have GPU pools and can amortize costs. Robustness-critical settings (e.g., content moderation on code-switched text).”</a:t>
            </a:r>
          </a:p>
          <a:p>
            <a:pPr marL="0" indent="0">
              <a:buFontTx/>
              <a:buNone/>
            </a:pPr>
            <a:endParaRPr lang="en-US" sz="1200" b="0" i="0" u="none" strike="noStrike" kern="1200" baseline="0" dirty="0">
              <a:solidFill>
                <a:schemeClr val="tx1"/>
              </a:solidFill>
              <a:effectLst/>
              <a:latin typeface="fkGroteskNeue"/>
              <a:ea typeface="+mn-ea"/>
              <a:cs typeface="+mn-cs"/>
            </a:endParaRPr>
          </a:p>
          <a:p>
            <a:r>
              <a:rPr lang="en-US" sz="1200" b="1" i="0" u="none" strike="noStrike" kern="1200" baseline="0" dirty="0">
                <a:solidFill>
                  <a:schemeClr val="tx1"/>
                </a:solidFill>
                <a:latin typeface="Arial" panose="020B0604020202020204" pitchFamily="34" charset="0"/>
                <a:ea typeface="+mn-ea"/>
                <a:cs typeface="+mn-cs"/>
              </a:rPr>
              <a:t>The decision matrix: </a:t>
            </a:r>
          </a:p>
          <a:p>
            <a:pPr marL="171450" indent="-171450">
              <a:buFontTx/>
              <a:buChar char="-"/>
            </a:pPr>
            <a:r>
              <a:rPr lang="en-US" sz="1200" b="0" i="0" u="none" strike="noStrike" kern="1200" baseline="0" dirty="0">
                <a:solidFill>
                  <a:schemeClr val="tx1"/>
                </a:solidFill>
                <a:latin typeface="Arial" panose="020B0604020202020204" pitchFamily="34" charset="0"/>
                <a:ea typeface="+mn-ea"/>
                <a:cs typeface="+mn-cs"/>
              </a:rPr>
              <a:t>“If you are processing millions of messages per day and cost is a constraint: </a:t>
            </a:r>
            <a:r>
              <a:rPr lang="en-US" sz="1200" b="1" i="0" u="none" strike="noStrike" kern="1200" baseline="0" dirty="0">
                <a:solidFill>
                  <a:schemeClr val="tx1"/>
                </a:solidFill>
                <a:latin typeface="Arial" panose="020B0604020202020204" pitchFamily="34" charset="0"/>
                <a:ea typeface="+mn-ea"/>
                <a:cs typeface="+mn-cs"/>
              </a:rPr>
              <a:t>n-gram model.</a:t>
            </a:r>
            <a:r>
              <a:rPr lang="en-US" sz="1200" b="0" i="0" u="none" strike="noStrike" kern="1200" baseline="0" dirty="0">
                <a:solidFill>
                  <a:schemeClr val="tx1"/>
                </a:solidFill>
                <a:latin typeface="Arial" panose="020B0604020202020204" pitchFamily="34" charset="0"/>
                <a:ea typeface="+mn-ea"/>
                <a:cs typeface="+mn-cs"/>
              </a:rPr>
              <a:t>” </a:t>
            </a:r>
          </a:p>
          <a:p>
            <a:pPr marL="171450" indent="-171450">
              <a:buFontTx/>
              <a:buChar char="-"/>
            </a:pPr>
            <a:r>
              <a:rPr lang="en-US" sz="1200" b="0" i="0" u="none" strike="noStrike" kern="1200" baseline="0" dirty="0">
                <a:solidFill>
                  <a:schemeClr val="tx1"/>
                </a:solidFill>
                <a:latin typeface="Arial" panose="020B0604020202020204" pitchFamily="34" charset="0"/>
                <a:ea typeface="+mn-ea"/>
                <a:cs typeface="+mn-cs"/>
              </a:rPr>
              <a:t>“If you are doing live language ID on phones: </a:t>
            </a:r>
            <a:r>
              <a:rPr lang="en-US" sz="1200" b="1" i="0" u="none" strike="noStrike" kern="1200" baseline="0" dirty="0">
                <a:solidFill>
                  <a:schemeClr val="tx1"/>
                </a:solidFill>
                <a:latin typeface="Arial" panose="020B0604020202020204" pitchFamily="34" charset="0"/>
                <a:ea typeface="+mn-ea"/>
                <a:cs typeface="+mn-cs"/>
              </a:rPr>
              <a:t>n-gram model.</a:t>
            </a:r>
            <a:r>
              <a:rPr lang="en-US" sz="1200" b="0" i="0" u="none" strike="noStrike" kern="1200" baseline="0" dirty="0">
                <a:solidFill>
                  <a:schemeClr val="tx1"/>
                </a:solidFill>
                <a:latin typeface="Arial" panose="020B0604020202020204" pitchFamily="34" charset="0"/>
                <a:ea typeface="+mn-ea"/>
                <a:cs typeface="+mn-cs"/>
              </a:rPr>
              <a:t>” </a:t>
            </a:r>
          </a:p>
          <a:p>
            <a:pPr marL="171450" indent="-171450">
              <a:buFontTx/>
              <a:buChar char="-"/>
            </a:pPr>
            <a:r>
              <a:rPr lang="en-US" sz="1200" b="0" i="0" u="none" strike="noStrike" kern="1200" baseline="0" dirty="0">
                <a:solidFill>
                  <a:schemeClr val="tx1"/>
                </a:solidFill>
                <a:latin typeface="Arial" panose="020B0604020202020204" pitchFamily="34" charset="0"/>
                <a:ea typeface="+mn-ea"/>
                <a:cs typeface="+mn-cs"/>
              </a:rPr>
              <a:t>“If you are moderating hate speech and cannot afford false negatives on rare languages: </a:t>
            </a:r>
            <a:r>
              <a:rPr lang="en-US" sz="1200" b="1" i="0" u="none" strike="noStrike" kern="1200" baseline="0" dirty="0">
                <a:solidFill>
                  <a:schemeClr val="tx1"/>
                </a:solidFill>
                <a:latin typeface="Arial" panose="020B0604020202020204" pitchFamily="34" charset="0"/>
                <a:ea typeface="+mn-ea"/>
                <a:cs typeface="+mn-cs"/>
              </a:rPr>
              <a:t>XLM-R or ensemble.</a:t>
            </a:r>
            <a:r>
              <a:rPr lang="en-US" sz="1200" b="0" i="0" u="none" strike="noStrike" kern="1200" baseline="0" dirty="0">
                <a:solidFill>
                  <a:schemeClr val="tx1"/>
                </a:solidFill>
                <a:latin typeface="Arial" panose="020B0604020202020204" pitchFamily="34" charset="0"/>
                <a:ea typeface="+mn-ea"/>
                <a:cs typeface="+mn-cs"/>
              </a:rPr>
              <a:t>” </a:t>
            </a:r>
          </a:p>
          <a:p>
            <a:pPr marL="171450" indent="-171450">
              <a:buFontTx/>
              <a:buChar char="-"/>
            </a:pPr>
            <a:r>
              <a:rPr lang="en-US" sz="1200" b="0" i="0" u="none" strike="noStrike" kern="1200" baseline="0" dirty="0">
                <a:solidFill>
                  <a:schemeClr val="tx1"/>
                </a:solidFill>
                <a:latin typeface="Arial" panose="020B0604020202020204" pitchFamily="34" charset="0"/>
                <a:ea typeface="+mn-ea"/>
                <a:cs typeface="+mn-cs"/>
              </a:rPr>
              <a:t>“If you have domain-shifted text (not Wikipedia): </a:t>
            </a:r>
            <a:r>
              <a:rPr lang="en-US" sz="1200" b="1" i="0" u="none" strike="noStrike" kern="1200" baseline="0" dirty="0">
                <a:solidFill>
                  <a:schemeClr val="tx1"/>
                </a:solidFill>
                <a:latin typeface="Arial" panose="020B0604020202020204" pitchFamily="34" charset="0"/>
                <a:ea typeface="+mn-ea"/>
                <a:cs typeface="+mn-cs"/>
              </a:rPr>
              <a:t>n-gram first, XLM-R for hard cases.</a:t>
            </a:r>
            <a:r>
              <a:rPr lang="en-US" sz="1200" b="0" i="0" u="none" strike="noStrike" kern="1200" baseline="0" dirty="0">
                <a:solidFill>
                  <a:schemeClr val="tx1"/>
                </a:solidFill>
                <a:latin typeface="Arial" panose="020B0604020202020204" pitchFamily="34" charset="0"/>
                <a:ea typeface="+mn-ea"/>
                <a:cs typeface="+mn-cs"/>
              </a:rPr>
              <a:t>”</a:t>
            </a:r>
          </a:p>
          <a:p>
            <a:pPr marL="0" indent="0">
              <a:buFontTx/>
              <a:buNone/>
            </a:pPr>
            <a:endParaRPr lang="en-US" sz="1200" b="0" i="0" u="none" strike="noStrike" kern="1200" baseline="0" dirty="0">
              <a:solidFill>
                <a:schemeClr val="tx1"/>
              </a:solidFill>
              <a:latin typeface="Arial" panose="020B0604020202020204" pitchFamily="34" charset="0"/>
              <a:ea typeface="+mn-ea"/>
              <a:cs typeface="+mn-cs"/>
            </a:endParaRPr>
          </a:p>
          <a:p>
            <a:r>
              <a:rPr lang="en-US" sz="1200" b="1" i="0" u="none" strike="noStrike" kern="1200" baseline="0" dirty="0">
                <a:solidFill>
                  <a:schemeClr val="tx1"/>
                </a:solidFill>
                <a:latin typeface="Arial" panose="020B0604020202020204" pitchFamily="34" charset="0"/>
                <a:ea typeface="+mn-ea"/>
                <a:cs typeface="+mn-cs"/>
              </a:rPr>
              <a:t>Translating latency into real numbers: </a:t>
            </a:r>
          </a:p>
          <a:p>
            <a:pPr marL="171450" indent="-171450">
              <a:buFontTx/>
              <a:buChar char="-"/>
            </a:pPr>
            <a:r>
              <a:rPr lang="en-US" sz="1200" b="0" i="0" u="none" strike="noStrike" kern="1200" baseline="0" dirty="0">
                <a:solidFill>
                  <a:schemeClr val="tx1"/>
                </a:solidFill>
                <a:latin typeface="Arial" panose="020B0604020202020204" pitchFamily="34" charset="0"/>
                <a:ea typeface="+mn-ea"/>
                <a:cs typeface="+mn-cs"/>
              </a:rPr>
              <a:t>“Let us say you process 1 million messages per hour.” </a:t>
            </a:r>
          </a:p>
          <a:p>
            <a:pPr marL="171450" indent="-171450">
              <a:buFontTx/>
              <a:buChar char="-"/>
            </a:pPr>
            <a:r>
              <a:rPr lang="en-US" sz="1200" b="0" i="0" u="none" strike="noStrike" kern="1200" baseline="0" dirty="0">
                <a:solidFill>
                  <a:schemeClr val="tx1"/>
                </a:solidFill>
                <a:latin typeface="Arial" panose="020B0604020202020204" pitchFamily="34" charset="0"/>
                <a:ea typeface="+mn-ea"/>
                <a:cs typeface="+mn-cs"/>
              </a:rPr>
              <a:t>n-gram: 5,000 seconds = 1.4 hours of compute (doable on one machine). </a:t>
            </a:r>
          </a:p>
          <a:p>
            <a:pPr marL="171450" indent="-171450">
              <a:buFontTx/>
              <a:buChar char="-"/>
            </a:pPr>
            <a:r>
              <a:rPr lang="en-US" sz="1200" b="0" i="0" u="none" strike="noStrike" kern="1200" baseline="0" dirty="0">
                <a:solidFill>
                  <a:schemeClr val="tx1"/>
                </a:solidFill>
                <a:latin typeface="Arial" panose="020B0604020202020204" pitchFamily="34" charset="0"/>
                <a:ea typeface="+mn-ea"/>
                <a:cs typeface="+mn-cs"/>
              </a:rPr>
              <a:t>XLM-R on CPU: 300,000 seconds = 83 hours (need a GPU farm). </a:t>
            </a:r>
          </a:p>
          <a:p>
            <a:pPr marL="171450" indent="-171450">
              <a:buFontTx/>
              <a:buChar char="-"/>
            </a:pPr>
            <a:r>
              <a:rPr lang="en-US" sz="1200" b="0" i="0" u="none" strike="noStrike" kern="1200" baseline="0" dirty="0">
                <a:solidFill>
                  <a:schemeClr val="tx1"/>
                </a:solidFill>
                <a:latin typeface="Arial" panose="020B0604020202020204" pitchFamily="34" charset="0"/>
                <a:ea typeface="+mn-ea"/>
                <a:cs typeface="+mn-cs"/>
              </a:rPr>
              <a:t>XLM-R on 4 GPUs: 7,500 seconds = 2 hours. </a:t>
            </a:r>
          </a:p>
          <a:p>
            <a:pPr marL="171450" indent="-171450">
              <a:buFontTx/>
              <a:buChar char="-"/>
            </a:pPr>
            <a:r>
              <a:rPr lang="en-US" sz="1200" b="0" i="0" u="none" strike="noStrike" kern="1200" baseline="0" dirty="0">
                <a:solidFill>
                  <a:schemeClr val="tx1"/>
                </a:solidFill>
                <a:latin typeface="Arial" panose="020B0604020202020204" pitchFamily="34" charset="0"/>
                <a:ea typeface="+mn-ea"/>
                <a:cs typeface="+mn-cs"/>
              </a:rPr>
              <a:t>“The hardware requirements explode.”</a:t>
            </a:r>
          </a:p>
          <a:p>
            <a:pPr marL="0" indent="0">
              <a:buFontTx/>
              <a:buNone/>
            </a:pPr>
            <a:endParaRPr lang="en-US" sz="1200" b="0" i="0" u="none" strike="noStrike" kern="1200" baseline="0" dirty="0">
              <a:solidFill>
                <a:schemeClr val="tx1"/>
              </a:solidFill>
              <a:latin typeface="Arial" panose="020B0604020202020204" pitchFamily="34" charset="0"/>
              <a:ea typeface="+mn-ea"/>
              <a:cs typeface="+mn-cs"/>
            </a:endParaRPr>
          </a:p>
          <a:p>
            <a:r>
              <a:rPr lang="en-US" sz="1200" b="1" i="0" u="none" strike="noStrike" kern="1200" baseline="0" dirty="0">
                <a:solidFill>
                  <a:schemeClr val="tx1"/>
                </a:solidFill>
                <a:latin typeface="Arial" panose="020B0604020202020204" pitchFamily="34" charset="0"/>
                <a:ea typeface="+mn-ea"/>
                <a:cs typeface="+mn-cs"/>
              </a:rPr>
              <a:t>Key takeaway: </a:t>
            </a:r>
            <a:r>
              <a:rPr lang="en-US" sz="1200" b="0" i="0" u="none" strike="noStrike" kern="1200" baseline="0" dirty="0">
                <a:solidFill>
                  <a:schemeClr val="tx1"/>
                </a:solidFill>
                <a:latin typeface="Arial" panose="020B0604020202020204" pitchFamily="34" charset="0"/>
                <a:ea typeface="+mn-ea"/>
                <a:cs typeface="+mn-cs"/>
              </a:rPr>
              <a:t>“</a:t>
            </a:r>
            <a:r>
              <a:rPr lang="en-US" sz="1200" b="1" i="0" u="none" strike="noStrike" kern="1200" baseline="0" dirty="0">
                <a:solidFill>
                  <a:schemeClr val="tx1"/>
                </a:solidFill>
                <a:latin typeface="Arial" panose="020B0604020202020204" pitchFamily="34" charset="0"/>
                <a:ea typeface="+mn-ea"/>
                <a:cs typeface="+mn-cs"/>
              </a:rPr>
              <a:t>Default to the n-gram model for general serving. XLM-R is a specialist tool for hard domains or when you have GPU infrastructure.</a:t>
            </a:r>
            <a:r>
              <a:rPr lang="en-US" sz="1200" b="0" i="0" u="none" strike="noStrike" kern="1200" baseline="0" dirty="0">
                <a:solidFill>
                  <a:schemeClr val="tx1"/>
                </a:solidFill>
                <a:latin typeface="Arial" panose="020B0604020202020204" pitchFamily="34" charset="0"/>
                <a:ea typeface="+mn-ea"/>
                <a:cs typeface="+mn-cs"/>
              </a:rPr>
              <a:t>”</a:t>
            </a:r>
            <a:endParaRPr lang="en-US" sz="1200" b="0" i="0" u="none" strike="noStrike" kern="1200" baseline="0" dirty="0">
              <a:solidFill>
                <a:schemeClr val="tx1"/>
              </a:solidFill>
              <a:effectLst/>
              <a:latin typeface="Arial" panose="020B0604020202020204" pitchFamily="34" charset="0"/>
              <a:ea typeface="+mn-ea"/>
              <a:cs typeface="+mn-cs"/>
            </a:endParaRPr>
          </a:p>
        </p:txBody>
      </p:sp>
      <p:sp>
        <p:nvSpPr>
          <p:cNvPr id="4" name="Foliennummernplatzhalter 3">
            <a:extLst>
              <a:ext uri="{FF2B5EF4-FFF2-40B4-BE49-F238E27FC236}">
                <a16:creationId xmlns:a16="http://schemas.microsoft.com/office/drawing/2014/main" id="{1E518F44-F2B7-E025-205E-B5D6FED4224A}"/>
              </a:ext>
            </a:extLst>
          </p:cNvPr>
          <p:cNvSpPr>
            <a:spLocks noGrp="1"/>
          </p:cNvSpPr>
          <p:nvPr>
            <p:ph type="sldNum" sz="quarter" idx="5"/>
            <p:custDataLst>
              <p:tags r:id="rId3"/>
            </p:custDataLst>
          </p:nvPr>
        </p:nvSpPr>
        <p:spPr/>
        <p:txBody>
          <a:bodyPr/>
          <a:lstStyle/>
          <a:p>
            <a:fld id="{DD8BEB3B-C5EA-45F3-97F0-E17E2A187F46}" type="slidenum">
              <a:rPr lang="de-AT" smtClean="0"/>
              <a:t>18</a:t>
            </a:fld>
            <a:endParaRPr lang="de-AT" dirty="0"/>
          </a:p>
        </p:txBody>
      </p:sp>
    </p:spTree>
    <p:extLst>
      <p:ext uri="{BB962C8B-B14F-4D97-AF65-F5344CB8AC3E}">
        <p14:creationId xmlns:p14="http://schemas.microsoft.com/office/powerpoint/2010/main" val="202158557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BC4902-A261-FEB6-4927-C656D11C2915}"/>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CC05E6D0-9745-322D-18A7-1F88F2CD22C5}"/>
              </a:ext>
            </a:extLst>
          </p:cNvPr>
          <p:cNvSpPr>
            <a:spLocks noGrp="1" noRot="1" noChangeAspect="1"/>
          </p:cNvSpPr>
          <p:nvPr>
            <p:ph type="sldImg"/>
            <p:custDataLst>
              <p:tags r:id="rId1"/>
            </p:custDataLst>
          </p:nvPr>
        </p:nvSpPr>
        <p:spPr/>
        <p:txBody>
          <a:bodyPr/>
          <a:lstStyle/>
          <a:p>
            <a:endParaRPr lang="en-US"/>
          </a:p>
        </p:txBody>
      </p:sp>
      <p:sp>
        <p:nvSpPr>
          <p:cNvPr id="3" name="Notizenplatzhalter 2">
            <a:extLst>
              <a:ext uri="{FF2B5EF4-FFF2-40B4-BE49-F238E27FC236}">
                <a16:creationId xmlns:a16="http://schemas.microsoft.com/office/drawing/2014/main" id="{8905C377-1913-3E86-332A-8D8EA3E5C26C}"/>
              </a:ext>
            </a:extLst>
          </p:cNvPr>
          <p:cNvSpPr>
            <a:spLocks noGrp="1"/>
          </p:cNvSpPr>
          <p:nvPr>
            <p:ph type="body" idx="1"/>
            <p:custDataLst>
              <p:tags r:id="rId2"/>
            </p:custDataLst>
          </p:nvPr>
        </p:nvSpPr>
        <p:spPr/>
        <p:txBody>
          <a:bodyPr/>
          <a:lstStyle/>
          <a:p>
            <a:r>
              <a:rPr lang="en-US" sz="1200" b="1" i="0" u="none" strike="noStrike" kern="1200" baseline="0" dirty="0">
                <a:solidFill>
                  <a:schemeClr val="tx1"/>
                </a:solidFill>
                <a:latin typeface="Arial" panose="020B0604020202020204" pitchFamily="34" charset="0"/>
                <a:ea typeface="+mn-ea"/>
                <a:cs typeface="+mn-cs"/>
              </a:rPr>
              <a:t>Objective of this slide: </a:t>
            </a:r>
            <a:r>
              <a:rPr lang="en-US" sz="1200" b="0" i="0" u="none" strike="noStrike" kern="1200" baseline="0" dirty="0">
                <a:solidFill>
                  <a:schemeClr val="tx1"/>
                </a:solidFill>
                <a:latin typeface="Arial" panose="020B0604020202020204" pitchFamily="34" charset="0"/>
                <a:ea typeface="+mn-ea"/>
                <a:cs typeface="+mn-cs"/>
              </a:rPr>
              <a:t>Humanize the models by showing what they get wrong and why.</a:t>
            </a:r>
          </a:p>
          <a:p>
            <a:endParaRPr lang="en-US" sz="1200" b="0" i="0" u="none" strike="noStrike" kern="1200" baseline="0" dirty="0">
              <a:solidFill>
                <a:schemeClr val="tx1"/>
              </a:solidFill>
              <a:effectLst/>
              <a:latin typeface="Arial" panose="020B0604020202020204" pitchFamily="34" charset="0"/>
              <a:ea typeface="+mn-ea"/>
              <a:cs typeface="+mn-cs"/>
            </a:endParaRPr>
          </a:p>
          <a:p>
            <a:r>
              <a:rPr lang="en-US" sz="1200" b="1" i="0" u="none" strike="noStrike" kern="1200" baseline="0" dirty="0">
                <a:solidFill>
                  <a:schemeClr val="tx1"/>
                </a:solidFill>
                <a:latin typeface="Arial" panose="020B0604020202020204" pitchFamily="34" charset="0"/>
                <a:ea typeface="+mn-ea"/>
                <a:cs typeface="+mn-cs"/>
              </a:rPr>
              <a:t>Rule-based heuristics: </a:t>
            </a:r>
          </a:p>
          <a:p>
            <a:pPr marL="171450" indent="-171450">
              <a:buFontTx/>
              <a:buChar char="-"/>
            </a:pPr>
            <a:r>
              <a:rPr lang="en-US" sz="1200" b="0" i="0" u="none" strike="noStrike" kern="1200" baseline="0" dirty="0">
                <a:solidFill>
                  <a:schemeClr val="tx1"/>
                </a:solidFill>
                <a:latin typeface="Arial" panose="020B0604020202020204" pitchFamily="34" charset="0"/>
                <a:ea typeface="+mn-ea"/>
                <a:cs typeface="+mn-cs"/>
              </a:rPr>
              <a:t>“Our hand-written rules failed predictably: Latin script is ambiguous.” </a:t>
            </a:r>
          </a:p>
          <a:p>
            <a:pPr marL="171450" indent="-171450">
              <a:buFontTx/>
              <a:buChar char="-"/>
            </a:pPr>
            <a:r>
              <a:rPr lang="en-US" sz="1200" b="0" i="0" u="none" strike="noStrike" kern="1200" baseline="0" dirty="0">
                <a:solidFill>
                  <a:schemeClr val="tx1"/>
                </a:solidFill>
                <a:latin typeface="Arial" panose="020B0604020202020204" pitchFamily="34" charset="0"/>
                <a:ea typeface="+mn-ea"/>
                <a:cs typeface="+mn-cs"/>
              </a:rPr>
              <a:t>Example error: “A Kazakh sentence in Latin transliteration, say ‘Mektep talimdı alg…’, has no diacritics. Our rules default to German because German also uses bare Latin.” </a:t>
            </a:r>
          </a:p>
          <a:p>
            <a:pPr marL="171450" indent="-171450">
              <a:buFontTx/>
              <a:buChar char="-"/>
            </a:pPr>
            <a:r>
              <a:rPr lang="en-US" sz="1200" b="0" i="0" u="none" strike="noStrike" kern="1200" baseline="0" dirty="0">
                <a:solidFill>
                  <a:schemeClr val="tx1"/>
                </a:solidFill>
                <a:latin typeface="Arial" panose="020B0604020202020204" pitchFamily="34" charset="0"/>
                <a:ea typeface="+mn-ea"/>
                <a:cs typeface="+mn-cs"/>
              </a:rPr>
              <a:t>Another example: “Numeric lists like ‘1. Something 2. Something’ have no script cues, so the heuristic rules cannot identify the language. They guess randomly or default.”</a:t>
            </a:r>
          </a:p>
          <a:p>
            <a:pPr marL="0" indent="0">
              <a:buFontTx/>
              <a:buNone/>
            </a:pPr>
            <a:endParaRPr lang="en-US" sz="1200" b="0" i="0" u="none" strike="noStrike" kern="1200" baseline="0" dirty="0">
              <a:solidFill>
                <a:schemeClr val="tx1"/>
              </a:solidFill>
              <a:latin typeface="Arial" panose="020B0604020202020204" pitchFamily="34" charset="0"/>
              <a:ea typeface="+mn-ea"/>
              <a:cs typeface="+mn-cs"/>
            </a:endParaRPr>
          </a:p>
          <a:p>
            <a:r>
              <a:rPr lang="en-US" sz="1200" b="1" i="0" u="none" strike="noStrike" kern="1200" baseline="0" dirty="0">
                <a:solidFill>
                  <a:schemeClr val="tx1"/>
                </a:solidFill>
                <a:latin typeface="Arial" panose="020B0604020202020204" pitchFamily="34" charset="0"/>
                <a:ea typeface="+mn-ea"/>
                <a:cs typeface="+mn-cs"/>
              </a:rPr>
              <a:t>Character n-gram logistic regression: </a:t>
            </a:r>
          </a:p>
          <a:p>
            <a:pPr marL="171450" indent="-171450">
              <a:buFontTx/>
              <a:buChar char="-"/>
            </a:pPr>
            <a:r>
              <a:rPr lang="en-US" sz="1200" b="0" i="0" u="none" strike="noStrike" kern="1200" baseline="0" dirty="0">
                <a:solidFill>
                  <a:schemeClr val="tx1"/>
                </a:solidFill>
                <a:latin typeface="Arial" panose="020B0604020202020204" pitchFamily="34" charset="0"/>
                <a:ea typeface="+mn-ea"/>
                <a:cs typeface="+mn-cs"/>
              </a:rPr>
              <a:t>“The n-gram model is much more accurate but still has a few weak spots.” </a:t>
            </a:r>
          </a:p>
          <a:p>
            <a:pPr marL="171450" indent="-171450">
              <a:buFontTx/>
              <a:buChar char="-"/>
            </a:pPr>
            <a:r>
              <a:rPr lang="en-US" sz="1200" b="0" i="0" u="none" strike="noStrike" kern="1200" baseline="0" dirty="0">
                <a:solidFill>
                  <a:schemeClr val="tx1"/>
                </a:solidFill>
                <a:latin typeface="Arial" panose="020B0604020202020204" pitchFamily="34" charset="0"/>
                <a:ea typeface="+mn-ea"/>
                <a:cs typeface="+mn-cs"/>
              </a:rPr>
              <a:t>Yoruba ambiguity: “Yoruba uses Latin with tones marked by diacritics (ẹ, ọ, ń). Without diacritics (e.g., user-generated content on Twitter), it looks like English or other Latin languages.” </a:t>
            </a:r>
          </a:p>
          <a:p>
            <a:pPr marL="171450" indent="-171450">
              <a:buFontTx/>
              <a:buChar char="-"/>
            </a:pPr>
            <a:r>
              <a:rPr lang="en-US" sz="1200" b="0" i="0" u="none" strike="noStrike" kern="1200" baseline="0" dirty="0">
                <a:solidFill>
                  <a:schemeClr val="tx1"/>
                </a:solidFill>
                <a:latin typeface="Arial" panose="020B0604020202020204" pitchFamily="34" charset="0"/>
                <a:ea typeface="+mn-ea"/>
                <a:cs typeface="+mn-cs"/>
              </a:rPr>
              <a:t>Numeric content: “Short numbers or URLs (e.g., ‘2025-01-10 https://example.com’) have almost no language signal.”</a:t>
            </a:r>
          </a:p>
          <a:p>
            <a:pPr marL="0" indent="0">
              <a:buFontTx/>
              <a:buNone/>
            </a:pPr>
            <a:endParaRPr lang="en-US" sz="1200" b="0" i="0" u="none" strike="noStrike" kern="1200" baseline="0" dirty="0">
              <a:solidFill>
                <a:schemeClr val="tx1"/>
              </a:solidFill>
              <a:latin typeface="Arial" panose="020B0604020202020204" pitchFamily="34" charset="0"/>
              <a:ea typeface="+mn-ea"/>
              <a:cs typeface="+mn-cs"/>
            </a:endParaRPr>
          </a:p>
          <a:p>
            <a:r>
              <a:rPr lang="en-US" sz="1200" b="1" i="0" u="none" strike="noStrike" kern="1200" baseline="0" dirty="0">
                <a:solidFill>
                  <a:schemeClr val="tx1"/>
                </a:solidFill>
                <a:latin typeface="Arial" panose="020B0604020202020204" pitchFamily="34" charset="0"/>
                <a:ea typeface="+mn-ea"/>
                <a:cs typeface="+mn-cs"/>
              </a:rPr>
              <a:t>XLM-R fine-tuning: </a:t>
            </a:r>
          </a:p>
          <a:p>
            <a:pPr marL="171450" indent="-171450">
              <a:buFontTx/>
              <a:buChar char="-"/>
            </a:pPr>
            <a:r>
              <a:rPr lang="en-US" sz="1200" b="0" i="0" u="none" strike="noStrike" kern="1200" baseline="0" dirty="0">
                <a:solidFill>
                  <a:schemeClr val="tx1"/>
                </a:solidFill>
                <a:latin typeface="Arial" panose="020B0604020202020204" pitchFamily="34" charset="0"/>
                <a:ea typeface="+mn-ea"/>
                <a:cs typeface="+mn-cs"/>
              </a:rPr>
              <a:t>“Transformer errors are more subtle because the model learns context.” </a:t>
            </a:r>
          </a:p>
          <a:p>
            <a:pPr marL="171450" indent="-171450">
              <a:buFontTx/>
              <a:buChar char="-"/>
            </a:pPr>
            <a:r>
              <a:rPr lang="en-US" sz="1200" b="0" i="0" u="none" strike="noStrike" kern="1200" baseline="0" dirty="0">
                <a:solidFill>
                  <a:schemeClr val="tx1"/>
                </a:solidFill>
                <a:latin typeface="Arial" panose="020B0604020202020204" pitchFamily="34" charset="0"/>
                <a:ea typeface="+mn-ea"/>
                <a:cs typeface="+mn-cs"/>
              </a:rPr>
              <a:t>Over-indexing on high-resource patterns: “If the model saw lots of German text during training (Wikipedia is biased toward Germanic languages), it may over-predict German for Swahili or Wolof sentences dominated by borrowed German words (like ‘Telefon’, ‘Auto’).” </a:t>
            </a:r>
          </a:p>
          <a:p>
            <a:pPr marL="171450" indent="-171450">
              <a:buFontTx/>
              <a:buChar char="-"/>
            </a:pPr>
            <a:r>
              <a:rPr lang="en-US" sz="1200" b="0" i="0" u="none" strike="noStrike" kern="1200" baseline="0" dirty="0">
                <a:solidFill>
                  <a:schemeClr val="tx1"/>
                </a:solidFill>
                <a:latin typeface="Arial" panose="020B0604020202020204" pitchFamily="34" charset="0"/>
                <a:ea typeface="+mn-ea"/>
                <a:cs typeface="+mn-cs"/>
              </a:rPr>
              <a:t>Example: “A Swahili sentence ‘Telefoni yangu ina simu mitatu’ (My phone has three SIM cards) might be mislabeled as German because of ‘Telefoni’, even though the rest is distinctly Swahili.”</a:t>
            </a:r>
          </a:p>
          <a:p>
            <a:pPr marL="0" indent="0">
              <a:buFontTx/>
              <a:buNone/>
            </a:pPr>
            <a:endParaRPr lang="en-US" sz="1200" b="0" i="0" u="none" strike="noStrike" kern="1200" baseline="0" dirty="0">
              <a:solidFill>
                <a:schemeClr val="tx1"/>
              </a:solidFill>
              <a:latin typeface="Arial" panose="020B0604020202020204" pitchFamily="34" charset="0"/>
              <a:ea typeface="+mn-ea"/>
              <a:cs typeface="+mn-cs"/>
            </a:endParaRPr>
          </a:p>
          <a:p>
            <a:r>
              <a:rPr lang="en-US" sz="1200" b="1" i="0" u="none" strike="noStrike" kern="1200" baseline="0" dirty="0">
                <a:solidFill>
                  <a:schemeClr val="tx1"/>
                </a:solidFill>
                <a:latin typeface="Arial" panose="020B0604020202020204" pitchFamily="34" charset="0"/>
                <a:ea typeface="+mn-ea"/>
                <a:cs typeface="+mn-cs"/>
              </a:rPr>
              <a:t>fastText OOD errors: </a:t>
            </a:r>
          </a:p>
          <a:p>
            <a:pPr marL="171450" indent="-171450">
              <a:buFontTx/>
              <a:buChar char="-"/>
            </a:pPr>
            <a:r>
              <a:rPr lang="en-US" sz="1200" b="0" i="0" u="none" strike="noStrike" kern="1200" baseline="0" dirty="0">
                <a:solidFill>
                  <a:schemeClr val="tx1"/>
                </a:solidFill>
                <a:latin typeface="Arial" panose="020B0604020202020204" pitchFamily="34" charset="0"/>
                <a:ea typeface="+mn-ea"/>
                <a:cs typeface="+mn-cs"/>
              </a:rPr>
              <a:t>“The most revealing errors: short, transliterated posts.” </a:t>
            </a:r>
          </a:p>
          <a:p>
            <a:pPr marL="171450" indent="-171450">
              <a:buFontTx/>
              <a:buChar char="-"/>
            </a:pPr>
            <a:r>
              <a:rPr lang="en-US" sz="1200" b="0" i="0" u="none" strike="noStrike" kern="1200" baseline="0" dirty="0">
                <a:solidFill>
                  <a:schemeClr val="tx1"/>
                </a:solidFill>
                <a:latin typeface="Arial" panose="020B0604020202020204" pitchFamily="34" charset="0"/>
                <a:ea typeface="+mn-ea"/>
                <a:cs typeface="+mn-cs"/>
              </a:rPr>
              <a:t>Example: “A Kazakh tweet ‘Qalyptau kut kut!’ (a transliteration with no diacritics) was labeled Yoruba. Why? Both languages have sparse data, similar orthography, and the post is too short to disambiguate.” </a:t>
            </a:r>
          </a:p>
          <a:p>
            <a:pPr marL="171450" indent="-171450">
              <a:buFontTx/>
              <a:buChar char="-"/>
            </a:pPr>
            <a:r>
              <a:rPr lang="en-US" sz="1200" b="0" i="0" u="none" strike="noStrike" kern="1200" baseline="0" dirty="0">
                <a:solidFill>
                  <a:schemeClr val="tx1"/>
                </a:solidFill>
                <a:latin typeface="Arial" panose="020B0604020202020204" pitchFamily="34" charset="0"/>
                <a:ea typeface="+mn-ea"/>
                <a:cs typeface="+mn-cs"/>
              </a:rPr>
              <a:t>Slang and abbreviations: “TikTok-style abbreviations (e.g., ‘smh’, ‘ffs’) have no language markers. fastText struggles because these tokens are not in Wikipedia.”</a:t>
            </a:r>
          </a:p>
          <a:p>
            <a:pPr marL="0" indent="0">
              <a:buFontTx/>
              <a:buNone/>
            </a:pPr>
            <a:endParaRPr lang="en-US" sz="1200" b="0" i="0" u="none" strike="noStrike" kern="1200" baseline="0" dirty="0">
              <a:solidFill>
                <a:schemeClr val="tx1"/>
              </a:solidFill>
              <a:latin typeface="Arial" panose="020B0604020202020204" pitchFamily="34" charset="0"/>
              <a:ea typeface="+mn-ea"/>
              <a:cs typeface="+mn-cs"/>
            </a:endParaRPr>
          </a:p>
          <a:p>
            <a:r>
              <a:rPr lang="en-US" sz="1200" b="1" i="0" u="none" strike="noStrike" kern="1200" baseline="0" dirty="0">
                <a:solidFill>
                  <a:schemeClr val="tx1"/>
                </a:solidFill>
                <a:latin typeface="Arial" panose="020B0604020202020204" pitchFamily="34" charset="0"/>
                <a:ea typeface="+mn-ea"/>
                <a:cs typeface="+mn-cs"/>
              </a:rPr>
              <a:t>Why this matters: </a:t>
            </a:r>
          </a:p>
          <a:p>
            <a:pPr marL="171450" indent="-171450">
              <a:buFontTx/>
              <a:buChar char="-"/>
            </a:pPr>
            <a:r>
              <a:rPr lang="en-US" sz="1200" b="0" i="0" u="none" strike="noStrike" kern="1200" baseline="0" dirty="0">
                <a:solidFill>
                  <a:schemeClr val="tx1"/>
                </a:solidFill>
                <a:latin typeface="Arial" panose="020B0604020202020204" pitchFamily="34" charset="0"/>
                <a:ea typeface="+mn-ea"/>
                <a:cs typeface="+mn-cs"/>
              </a:rPr>
              <a:t>“Understanding errors is crucial for building trust. If you deploy language ID, stakeholders need to know where it is fragile.” </a:t>
            </a:r>
          </a:p>
          <a:p>
            <a:pPr marL="171450" indent="-171450">
              <a:buFontTx/>
              <a:buChar char="-"/>
            </a:pPr>
            <a:r>
              <a:rPr lang="en-US" sz="1200" b="0" i="0" u="none" strike="noStrike" kern="1200" baseline="0" dirty="0">
                <a:solidFill>
                  <a:schemeClr val="tx1"/>
                </a:solidFill>
                <a:latin typeface="Arial" panose="020B0604020202020204" pitchFamily="34" charset="0"/>
                <a:ea typeface="+mn-ea"/>
                <a:cs typeface="+mn-cs"/>
              </a:rPr>
              <a:t>“For example: ‘Do not use this for numeric lists alone; pair it with other signals.’ ”</a:t>
            </a:r>
            <a:endParaRPr lang="en-US" dirty="0">
              <a:effectLst/>
              <a:latin typeface="fkGroteskNeue"/>
            </a:endParaRPr>
          </a:p>
        </p:txBody>
      </p:sp>
      <p:sp>
        <p:nvSpPr>
          <p:cNvPr id="4" name="Foliennummernplatzhalter 3">
            <a:extLst>
              <a:ext uri="{FF2B5EF4-FFF2-40B4-BE49-F238E27FC236}">
                <a16:creationId xmlns:a16="http://schemas.microsoft.com/office/drawing/2014/main" id="{AA8F7EE5-742B-A00C-E8B3-D29B9CAC5ACC}"/>
              </a:ext>
            </a:extLst>
          </p:cNvPr>
          <p:cNvSpPr>
            <a:spLocks noGrp="1"/>
          </p:cNvSpPr>
          <p:nvPr>
            <p:ph type="sldNum" sz="quarter" idx="5"/>
            <p:custDataLst>
              <p:tags r:id="rId3"/>
            </p:custDataLst>
          </p:nvPr>
        </p:nvSpPr>
        <p:spPr/>
        <p:txBody>
          <a:bodyPr/>
          <a:lstStyle/>
          <a:p>
            <a:fld id="{DD8BEB3B-C5EA-45F3-97F0-E17E2A187F46}" type="slidenum">
              <a:rPr lang="de-AT" smtClean="0"/>
              <a:t>19</a:t>
            </a:fld>
            <a:endParaRPr lang="de-AT" dirty="0"/>
          </a:p>
        </p:txBody>
      </p:sp>
    </p:spTree>
    <p:extLst>
      <p:ext uri="{BB962C8B-B14F-4D97-AF65-F5344CB8AC3E}">
        <p14:creationId xmlns:p14="http://schemas.microsoft.com/office/powerpoint/2010/main" val="422326488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FC8D7D-7E3E-A438-03B9-01D8752560FE}"/>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B183B0F0-7072-5407-E535-DD06CB0BC7B7}"/>
              </a:ext>
            </a:extLst>
          </p:cNvPr>
          <p:cNvSpPr>
            <a:spLocks noGrp="1" noRot="1" noChangeAspect="1"/>
          </p:cNvSpPr>
          <p:nvPr>
            <p:ph type="sldImg"/>
            <p:custDataLst>
              <p:tags r:id="rId1"/>
            </p:custDataLst>
          </p:nvPr>
        </p:nvSpPr>
        <p:spPr/>
        <p:txBody>
          <a:bodyPr/>
          <a:lstStyle/>
          <a:p>
            <a:endParaRPr lang="en-US"/>
          </a:p>
        </p:txBody>
      </p:sp>
      <p:sp>
        <p:nvSpPr>
          <p:cNvPr id="3" name="Notizenplatzhalter 2">
            <a:extLst>
              <a:ext uri="{FF2B5EF4-FFF2-40B4-BE49-F238E27FC236}">
                <a16:creationId xmlns:a16="http://schemas.microsoft.com/office/drawing/2014/main" id="{9E52AB43-3256-2136-60E9-284E709BAD88}"/>
              </a:ext>
            </a:extLst>
          </p:cNvPr>
          <p:cNvSpPr>
            <a:spLocks noGrp="1"/>
          </p:cNvSpPr>
          <p:nvPr>
            <p:ph type="body" idx="1"/>
            <p:custDataLst>
              <p:tags r:id="rId2"/>
            </p:custDataLst>
          </p:nvPr>
        </p:nvSpPr>
        <p:spPr/>
        <p:txBody>
          <a:bodyPr/>
          <a:lstStyle/>
          <a:p>
            <a:r>
              <a:rPr lang="en-US" sz="1200" b="1" i="0" u="none" strike="noStrike" kern="1200" baseline="0" dirty="0">
                <a:solidFill>
                  <a:schemeClr val="tx1"/>
                </a:solidFill>
                <a:latin typeface="Arial" panose="020B0604020202020204" pitchFamily="34" charset="0"/>
                <a:ea typeface="+mn-ea"/>
                <a:cs typeface="+mn-cs"/>
              </a:rPr>
              <a:t>Visual Confusion Matrices (10-Language Wikipedia)</a:t>
            </a:r>
          </a:p>
          <a:p>
            <a:endParaRPr lang="en-US" sz="1200" b="1" i="0" u="none" strike="noStrike" kern="1200" baseline="0" dirty="0">
              <a:solidFill>
                <a:schemeClr val="tx1"/>
              </a:solidFill>
              <a:latin typeface="Arial" panose="020B0604020202020204" pitchFamily="34" charset="0"/>
              <a:ea typeface="+mn-ea"/>
              <a:cs typeface="+mn-cs"/>
            </a:endParaRPr>
          </a:p>
          <a:p>
            <a:r>
              <a:rPr lang="en-US" sz="1200" b="1" i="0" u="none" strike="noStrike" kern="1200" baseline="0" dirty="0">
                <a:solidFill>
                  <a:schemeClr val="tx1"/>
                </a:solidFill>
                <a:latin typeface="Arial" panose="020B0604020202020204" pitchFamily="34" charset="0"/>
                <a:ea typeface="+mn-ea"/>
                <a:cs typeface="+mn-cs"/>
              </a:rPr>
              <a:t>Objective of this slide: </a:t>
            </a:r>
            <a:r>
              <a:rPr lang="en-US" sz="1200" b="0" i="0" u="none" strike="noStrike" kern="1200" baseline="0" dirty="0">
                <a:solidFill>
                  <a:schemeClr val="tx1"/>
                </a:solidFill>
                <a:latin typeface="Arial" panose="020B0604020202020204" pitchFamily="34" charset="0"/>
                <a:ea typeface="+mn-ea"/>
                <a:cs typeface="+mn-cs"/>
              </a:rPr>
              <a:t>Show the confusion patterns visually, making error modes tangible.</a:t>
            </a:r>
          </a:p>
          <a:p>
            <a:endParaRPr lang="en-US" sz="1200" b="1" i="0" u="none" strike="noStrike" kern="1200" baseline="0" dirty="0">
              <a:solidFill>
                <a:schemeClr val="tx1"/>
              </a:solidFill>
              <a:latin typeface="Arial" panose="020B0604020202020204" pitchFamily="34" charset="0"/>
              <a:ea typeface="+mn-ea"/>
              <a:cs typeface="+mn-cs"/>
            </a:endParaRPr>
          </a:p>
          <a:p>
            <a:r>
              <a:rPr lang="en-US" sz="1200" b="1" i="0" u="none" strike="noStrike" kern="1200" baseline="0" dirty="0">
                <a:solidFill>
                  <a:schemeClr val="tx1"/>
                </a:solidFill>
                <a:latin typeface="Arial" panose="020B0604020202020204" pitchFamily="34" charset="0"/>
                <a:ea typeface="+mn-ea"/>
                <a:cs typeface="+mn-cs"/>
              </a:rPr>
              <a:t>Rule-based heuristics matrix: </a:t>
            </a:r>
          </a:p>
          <a:p>
            <a:pPr marL="171450" indent="-171450">
              <a:buFontTx/>
              <a:buChar char="-"/>
            </a:pPr>
            <a:r>
              <a:rPr lang="en-US" sz="1200" b="0" i="0" u="none" strike="noStrike" kern="1200" baseline="0" dirty="0">
                <a:solidFill>
                  <a:schemeClr val="tx1"/>
                </a:solidFill>
                <a:latin typeface="Arial" panose="020B0604020202020204" pitchFamily="34" charset="0"/>
                <a:ea typeface="+mn-ea"/>
                <a:cs typeface="+mn-cs"/>
              </a:rPr>
              <a:t>“Looking at the first matrix, you see a concentration of errors in the top-left: German, English, French, Swedish.” </a:t>
            </a:r>
          </a:p>
          <a:p>
            <a:pPr marL="171450" indent="-171450">
              <a:buFontTx/>
              <a:buChar char="-"/>
            </a:pPr>
            <a:r>
              <a:rPr lang="en-US" sz="1200" b="0" i="0" u="none" strike="noStrike" kern="1200" baseline="0" dirty="0">
                <a:solidFill>
                  <a:schemeClr val="tx1"/>
                </a:solidFill>
                <a:latin typeface="Arial" panose="020B0604020202020204" pitchFamily="34" charset="0"/>
                <a:ea typeface="+mn-ea"/>
                <a:cs typeface="+mn-cs"/>
              </a:rPr>
              <a:t>“Cyrillic languages (Kazakh, Urdu) are cleanly separated—script cues work great there.” </a:t>
            </a:r>
          </a:p>
          <a:p>
            <a:pPr marL="171450" indent="-171450">
              <a:buFontTx/>
              <a:buChar char="-"/>
            </a:pPr>
            <a:r>
              <a:rPr lang="en-US" sz="1200" b="0" i="0" u="none" strike="noStrike" kern="1200" baseline="0" dirty="0">
                <a:solidFill>
                  <a:schemeClr val="tx1"/>
                </a:solidFill>
                <a:latin typeface="Arial" panose="020B0604020202020204" pitchFamily="34" charset="0"/>
                <a:ea typeface="+mn-ea"/>
                <a:cs typeface="+mn-cs"/>
              </a:rPr>
              <a:t>“But notice the Yoruba row: it bleeds into German and English. That is the Latin-script overlap problem we mentioned.” </a:t>
            </a:r>
          </a:p>
          <a:p>
            <a:pPr marL="171450" indent="-171450">
              <a:buFontTx/>
              <a:buChar char="-"/>
            </a:pPr>
            <a:r>
              <a:rPr lang="en-US" sz="1200" b="0" i="0" u="none" strike="noStrike" kern="1200" baseline="0" dirty="0">
                <a:solidFill>
                  <a:schemeClr val="tx1"/>
                </a:solidFill>
                <a:latin typeface="Arial" panose="020B0604020202020204" pitchFamily="34" charset="0"/>
                <a:ea typeface="+mn-ea"/>
                <a:cs typeface="+mn-cs"/>
              </a:rPr>
              <a:t>Reading the matrix: “Rows are true labels; columns are predicted labels. A strong diagonal (dark colors on the diagonal) means high accuracy.”</a:t>
            </a:r>
          </a:p>
          <a:p>
            <a:pPr marL="0" indent="0">
              <a:buFontTx/>
              <a:buNone/>
            </a:pPr>
            <a:endParaRPr lang="en-US" sz="1200" b="0" i="0" u="none" strike="noStrike" kern="1200" baseline="0" dirty="0">
              <a:solidFill>
                <a:schemeClr val="tx1"/>
              </a:solidFill>
              <a:effectLst/>
              <a:latin typeface="fkGroteskNeue"/>
              <a:ea typeface="+mn-ea"/>
              <a:cs typeface="+mn-cs"/>
            </a:endParaRPr>
          </a:p>
          <a:p>
            <a:r>
              <a:rPr lang="en-US" sz="1200" b="1" i="0" u="none" strike="noStrike" kern="1200" baseline="0" dirty="0">
                <a:solidFill>
                  <a:schemeClr val="tx1"/>
                </a:solidFill>
                <a:latin typeface="Arial" panose="020B0604020202020204" pitchFamily="34" charset="0"/>
                <a:ea typeface="+mn-ea"/>
                <a:cs typeface="+mn-cs"/>
              </a:rPr>
              <a:t>How to walk through visuals: </a:t>
            </a:r>
          </a:p>
          <a:p>
            <a:pPr marL="171450" indent="-171450">
              <a:buFontTx/>
              <a:buChar char="-"/>
            </a:pPr>
            <a:r>
              <a:rPr lang="en-US" sz="1200" b="0" i="0" u="none" strike="noStrike" kern="1200" baseline="0" dirty="0">
                <a:solidFill>
                  <a:schemeClr val="tx1"/>
                </a:solidFill>
                <a:latin typeface="Arial" panose="020B0604020202020204" pitchFamily="34" charset="0"/>
                <a:ea typeface="+mn-ea"/>
                <a:cs typeface="+mn-cs"/>
              </a:rPr>
              <a:t>“Let me walk you through these left to right, showing how the error patterns change.” </a:t>
            </a:r>
          </a:p>
          <a:p>
            <a:pPr marL="171450" indent="-171450">
              <a:buFontTx/>
              <a:buChar char="-"/>
            </a:pPr>
            <a:r>
              <a:rPr lang="en-US" sz="1200" b="0" i="0" u="none" strike="noStrike" kern="1200" baseline="0" dirty="0">
                <a:solidFill>
                  <a:schemeClr val="tx1"/>
                </a:solidFill>
                <a:latin typeface="Arial" panose="020B0604020202020204" pitchFamily="34" charset="0"/>
                <a:ea typeface="+mn-ea"/>
                <a:cs typeface="+mn-cs"/>
              </a:rPr>
              <a:t>Point to specific cells: “See this cell (English row, Yoruba column)? That is the main n-gram confusion. See how it shrinks in the XLM-R matrix? That is the contextual learning at work.” </a:t>
            </a:r>
          </a:p>
          <a:p>
            <a:pPr marL="171450" indent="-171450">
              <a:buFontTx/>
              <a:buChar char="-"/>
            </a:pPr>
            <a:r>
              <a:rPr lang="en-US" sz="1200" b="0" i="0" u="none" strike="noStrike" kern="1200" baseline="0" dirty="0">
                <a:solidFill>
                  <a:schemeClr val="tx1"/>
                </a:solidFill>
                <a:latin typeface="Arial" panose="020B0604020202020204" pitchFamily="34" charset="0"/>
                <a:ea typeface="+mn-ea"/>
                <a:cs typeface="+mn-cs"/>
              </a:rPr>
              <a:t>Summarize: “Rule-based → character n-grams → XLM-R shows a clear progression in error reduction, but with diminishing returns.”</a:t>
            </a:r>
            <a:endParaRPr lang="en-US" sz="1200" b="0" i="0" u="none" strike="noStrike" kern="1200" baseline="0" dirty="0">
              <a:solidFill>
                <a:schemeClr val="tx1"/>
              </a:solidFill>
              <a:effectLst/>
              <a:latin typeface="Arial" panose="020B0604020202020204" pitchFamily="34" charset="0"/>
              <a:ea typeface="+mn-ea"/>
              <a:cs typeface="+mn-cs"/>
            </a:endParaRPr>
          </a:p>
        </p:txBody>
      </p:sp>
      <p:sp>
        <p:nvSpPr>
          <p:cNvPr id="4" name="Foliennummernplatzhalter 3">
            <a:extLst>
              <a:ext uri="{FF2B5EF4-FFF2-40B4-BE49-F238E27FC236}">
                <a16:creationId xmlns:a16="http://schemas.microsoft.com/office/drawing/2014/main" id="{EAE9919F-E292-5C6A-B221-20362DB5C3D3}"/>
              </a:ext>
            </a:extLst>
          </p:cNvPr>
          <p:cNvSpPr>
            <a:spLocks noGrp="1"/>
          </p:cNvSpPr>
          <p:nvPr>
            <p:ph type="sldNum" sz="quarter" idx="5"/>
            <p:custDataLst>
              <p:tags r:id="rId3"/>
            </p:custDataLst>
          </p:nvPr>
        </p:nvSpPr>
        <p:spPr/>
        <p:txBody>
          <a:bodyPr/>
          <a:lstStyle/>
          <a:p>
            <a:fld id="{DD8BEB3B-C5EA-45F3-97F0-E17E2A187F46}" type="slidenum">
              <a:rPr lang="de-AT" smtClean="0"/>
              <a:t>20</a:t>
            </a:fld>
            <a:endParaRPr lang="de-AT" dirty="0"/>
          </a:p>
        </p:txBody>
      </p:sp>
    </p:spTree>
    <p:extLst>
      <p:ext uri="{BB962C8B-B14F-4D97-AF65-F5344CB8AC3E}">
        <p14:creationId xmlns:p14="http://schemas.microsoft.com/office/powerpoint/2010/main" val="75531645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C8D810-9391-233A-D0A5-21FF62BA2C5B}"/>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9269312D-DA02-1A3F-FFCC-D30DA4F46EE3}"/>
              </a:ext>
            </a:extLst>
          </p:cNvPr>
          <p:cNvSpPr>
            <a:spLocks noGrp="1" noRot="1" noChangeAspect="1"/>
          </p:cNvSpPr>
          <p:nvPr>
            <p:ph type="sldImg"/>
            <p:custDataLst>
              <p:tags r:id="rId1"/>
            </p:custDataLst>
          </p:nvPr>
        </p:nvSpPr>
        <p:spPr/>
        <p:txBody>
          <a:bodyPr/>
          <a:lstStyle/>
          <a:p>
            <a:endParaRPr lang="en-US"/>
          </a:p>
        </p:txBody>
      </p:sp>
      <p:sp>
        <p:nvSpPr>
          <p:cNvPr id="3" name="Notizenplatzhalter 2">
            <a:extLst>
              <a:ext uri="{FF2B5EF4-FFF2-40B4-BE49-F238E27FC236}">
                <a16:creationId xmlns:a16="http://schemas.microsoft.com/office/drawing/2014/main" id="{54ACE01A-15BF-32EA-079E-0D922BB42188}"/>
              </a:ext>
            </a:extLst>
          </p:cNvPr>
          <p:cNvSpPr>
            <a:spLocks noGrp="1"/>
          </p:cNvSpPr>
          <p:nvPr>
            <p:ph type="body" idx="1"/>
            <p:custDataLst>
              <p:tags r:id="rId2"/>
            </p:custDataLst>
          </p:nvPr>
        </p:nvSpPr>
        <p:spPr/>
        <p:txBody>
          <a:bodyPr/>
          <a:lstStyle/>
          <a:p>
            <a:r>
              <a:rPr lang="en-US" sz="1200" b="1" i="0" u="none" strike="noStrike" kern="1200" baseline="0" dirty="0">
                <a:solidFill>
                  <a:schemeClr val="tx1"/>
                </a:solidFill>
                <a:latin typeface="Arial" panose="020B0604020202020204" pitchFamily="34" charset="0"/>
                <a:ea typeface="+mn-ea"/>
                <a:cs typeface="+mn-cs"/>
              </a:rPr>
              <a:t>Visual Confusion Matrices (10-Language Wikipedia)</a:t>
            </a:r>
          </a:p>
          <a:p>
            <a:endParaRPr lang="en-US" sz="1200" b="1" i="0" u="none" strike="noStrike" kern="1200" baseline="0" dirty="0">
              <a:solidFill>
                <a:schemeClr val="tx1"/>
              </a:solidFill>
              <a:latin typeface="Arial" panose="020B0604020202020204" pitchFamily="34" charset="0"/>
              <a:ea typeface="+mn-ea"/>
              <a:cs typeface="+mn-cs"/>
            </a:endParaRPr>
          </a:p>
          <a:p>
            <a:r>
              <a:rPr lang="en-US" sz="1200" b="1" i="0" u="none" strike="noStrike" kern="1200" baseline="0" dirty="0">
                <a:solidFill>
                  <a:schemeClr val="tx1"/>
                </a:solidFill>
                <a:latin typeface="Arial" panose="020B0604020202020204" pitchFamily="34" charset="0"/>
                <a:ea typeface="+mn-ea"/>
                <a:cs typeface="+mn-cs"/>
              </a:rPr>
              <a:t>Objective of this slide: </a:t>
            </a:r>
            <a:r>
              <a:rPr lang="en-US" sz="1200" b="0" i="0" u="none" strike="noStrike" kern="1200" baseline="0" dirty="0">
                <a:solidFill>
                  <a:schemeClr val="tx1"/>
                </a:solidFill>
                <a:latin typeface="Arial" panose="020B0604020202020204" pitchFamily="34" charset="0"/>
                <a:ea typeface="+mn-ea"/>
                <a:cs typeface="+mn-cs"/>
              </a:rPr>
              <a:t>Show the confusion patterns visually, making error modes tangible.</a:t>
            </a:r>
          </a:p>
          <a:p>
            <a:endParaRPr lang="en-US" dirty="0">
              <a:effectLst/>
              <a:latin typeface="fkGroteskNeue"/>
            </a:endParaRPr>
          </a:p>
          <a:p>
            <a:r>
              <a:rPr lang="en-US" sz="1200" b="1" i="0" u="none" strike="noStrike" kern="1200" baseline="0" dirty="0">
                <a:solidFill>
                  <a:schemeClr val="tx1"/>
                </a:solidFill>
                <a:latin typeface="Arial" panose="020B0604020202020204" pitchFamily="34" charset="0"/>
                <a:ea typeface="+mn-ea"/>
                <a:cs typeface="+mn-cs"/>
              </a:rPr>
              <a:t>Character n-gram logistic regression matrix: </a:t>
            </a:r>
          </a:p>
          <a:p>
            <a:pPr marL="171450" indent="-171450">
              <a:buFontTx/>
              <a:buChar char="-"/>
            </a:pPr>
            <a:r>
              <a:rPr lang="en-US" sz="1200" b="0" i="0" u="none" strike="noStrike" kern="1200" baseline="0" dirty="0">
                <a:solidFill>
                  <a:schemeClr val="tx1"/>
                </a:solidFill>
                <a:latin typeface="Arial" panose="020B0604020202020204" pitchFamily="34" charset="0"/>
                <a:ea typeface="+mn-ea"/>
                <a:cs typeface="+mn-cs"/>
              </a:rPr>
              <a:t>“The second matrix is much cleaner. The diagonal is much darker (higher accuracy).” </a:t>
            </a:r>
          </a:p>
          <a:p>
            <a:pPr marL="171450" indent="-171450">
              <a:buFontTx/>
              <a:buChar char="-"/>
            </a:pPr>
            <a:r>
              <a:rPr lang="en-US" sz="1200" b="0" i="0" u="none" strike="noStrike" kern="1200" baseline="0" dirty="0">
                <a:solidFill>
                  <a:schemeClr val="tx1"/>
                </a:solidFill>
                <a:latin typeface="Arial" panose="020B0604020202020204" pitchFamily="34" charset="0"/>
                <a:ea typeface="+mn-ea"/>
                <a:cs typeface="+mn-cs"/>
              </a:rPr>
              <a:t>“You still see some English &lt;-&gt; Swedish confusion (off-diagonal block), and Yoruba has a small leak, but overall, it is a dramatic improvement.” </a:t>
            </a:r>
          </a:p>
          <a:p>
            <a:pPr marL="171450" indent="-171450">
              <a:buFontTx/>
              <a:buChar char="-"/>
            </a:pPr>
            <a:r>
              <a:rPr lang="en-US" sz="1200" b="0" i="0" u="none" strike="noStrike" kern="1200" baseline="0" dirty="0">
                <a:solidFill>
                  <a:schemeClr val="tx1"/>
                </a:solidFill>
                <a:latin typeface="Arial" panose="020B0604020202020204" pitchFamily="34" charset="0"/>
                <a:ea typeface="+mn-ea"/>
                <a:cs typeface="+mn-cs"/>
              </a:rPr>
              <a:t>“Cyrillic languages remain perfectly separated—character n-grams are great at capturing script patterns.”</a:t>
            </a:r>
            <a:endParaRPr lang="en-US" dirty="0">
              <a:effectLst/>
              <a:latin typeface="fkGroteskNeue"/>
            </a:endParaRPr>
          </a:p>
        </p:txBody>
      </p:sp>
      <p:sp>
        <p:nvSpPr>
          <p:cNvPr id="4" name="Foliennummernplatzhalter 3">
            <a:extLst>
              <a:ext uri="{FF2B5EF4-FFF2-40B4-BE49-F238E27FC236}">
                <a16:creationId xmlns:a16="http://schemas.microsoft.com/office/drawing/2014/main" id="{5A62B050-09F6-7FC0-1026-B6D998EF00DD}"/>
              </a:ext>
            </a:extLst>
          </p:cNvPr>
          <p:cNvSpPr>
            <a:spLocks noGrp="1"/>
          </p:cNvSpPr>
          <p:nvPr>
            <p:ph type="sldNum" sz="quarter" idx="5"/>
            <p:custDataLst>
              <p:tags r:id="rId3"/>
            </p:custDataLst>
          </p:nvPr>
        </p:nvSpPr>
        <p:spPr/>
        <p:txBody>
          <a:bodyPr/>
          <a:lstStyle/>
          <a:p>
            <a:fld id="{DD8BEB3B-C5EA-45F3-97F0-E17E2A187F46}" type="slidenum">
              <a:rPr lang="de-AT" smtClean="0"/>
              <a:t>21</a:t>
            </a:fld>
            <a:endParaRPr lang="de-AT" dirty="0"/>
          </a:p>
        </p:txBody>
      </p:sp>
    </p:spTree>
    <p:extLst>
      <p:ext uri="{BB962C8B-B14F-4D97-AF65-F5344CB8AC3E}">
        <p14:creationId xmlns:p14="http://schemas.microsoft.com/office/powerpoint/2010/main" val="238564331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1C3E27-C3E7-DABD-7429-D8FD8C9023ED}"/>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448402B8-4698-5A9F-4552-AFDCC89ADB74}"/>
              </a:ext>
            </a:extLst>
          </p:cNvPr>
          <p:cNvSpPr>
            <a:spLocks noGrp="1" noRot="1" noChangeAspect="1"/>
          </p:cNvSpPr>
          <p:nvPr>
            <p:ph type="sldImg"/>
            <p:custDataLst>
              <p:tags r:id="rId1"/>
            </p:custDataLst>
          </p:nvPr>
        </p:nvSpPr>
        <p:spPr/>
        <p:txBody>
          <a:bodyPr/>
          <a:lstStyle/>
          <a:p>
            <a:endParaRPr lang="en-US"/>
          </a:p>
        </p:txBody>
      </p:sp>
      <p:sp>
        <p:nvSpPr>
          <p:cNvPr id="3" name="Notizenplatzhalter 2">
            <a:extLst>
              <a:ext uri="{FF2B5EF4-FFF2-40B4-BE49-F238E27FC236}">
                <a16:creationId xmlns:a16="http://schemas.microsoft.com/office/drawing/2014/main" id="{E0633FC9-4870-0709-326D-6E9393F06EB2}"/>
              </a:ext>
            </a:extLst>
          </p:cNvPr>
          <p:cNvSpPr>
            <a:spLocks noGrp="1"/>
          </p:cNvSpPr>
          <p:nvPr>
            <p:ph type="body" idx="1"/>
            <p:custDataLst>
              <p:tags r:id="rId2"/>
            </p:custDataLst>
          </p:nvPr>
        </p:nvSpPr>
        <p:spPr/>
        <p:txBody>
          <a:bodyPr/>
          <a:lstStyle/>
          <a:p>
            <a:r>
              <a:rPr lang="en-US" sz="1200" b="1" i="0" u="none" strike="noStrike" kern="1200" baseline="0" dirty="0">
                <a:solidFill>
                  <a:schemeClr val="tx1"/>
                </a:solidFill>
                <a:latin typeface="Arial" panose="020B0604020202020204" pitchFamily="34" charset="0"/>
                <a:ea typeface="+mn-ea"/>
                <a:cs typeface="+mn-cs"/>
              </a:rPr>
              <a:t>Visual Confusion Matrices (10-Language Wikipedia)</a:t>
            </a:r>
          </a:p>
          <a:p>
            <a:endParaRPr lang="en-US" sz="1200" b="1" i="0" u="none" strike="noStrike" kern="1200" baseline="0" dirty="0">
              <a:solidFill>
                <a:schemeClr val="tx1"/>
              </a:solidFill>
              <a:latin typeface="Arial" panose="020B0604020202020204" pitchFamily="34" charset="0"/>
              <a:ea typeface="+mn-ea"/>
              <a:cs typeface="+mn-cs"/>
            </a:endParaRPr>
          </a:p>
          <a:p>
            <a:r>
              <a:rPr lang="en-US" sz="1200" b="1" i="0" u="none" strike="noStrike" kern="1200" baseline="0" dirty="0">
                <a:solidFill>
                  <a:schemeClr val="tx1"/>
                </a:solidFill>
                <a:latin typeface="Arial" panose="020B0604020202020204" pitchFamily="34" charset="0"/>
                <a:ea typeface="+mn-ea"/>
                <a:cs typeface="+mn-cs"/>
              </a:rPr>
              <a:t>Objective of this slide: </a:t>
            </a:r>
            <a:r>
              <a:rPr lang="en-US" sz="1200" b="0" i="0" u="none" strike="noStrike" kern="1200" baseline="0" dirty="0">
                <a:solidFill>
                  <a:schemeClr val="tx1"/>
                </a:solidFill>
                <a:latin typeface="Arial" panose="020B0604020202020204" pitchFamily="34" charset="0"/>
                <a:ea typeface="+mn-ea"/>
                <a:cs typeface="+mn-cs"/>
              </a:rPr>
              <a:t>Show the confusion patterns visually, making error modes tangible.</a:t>
            </a:r>
          </a:p>
          <a:p>
            <a:endParaRPr lang="en-US" dirty="0">
              <a:effectLst/>
              <a:latin typeface="fkGroteskNeue"/>
            </a:endParaRPr>
          </a:p>
          <a:p>
            <a:r>
              <a:rPr lang="en-US" sz="1200" b="1" i="0" u="none" strike="noStrike" kern="1200" baseline="0" dirty="0">
                <a:solidFill>
                  <a:schemeClr val="tx1"/>
                </a:solidFill>
                <a:latin typeface="Arial" panose="020B0604020202020204" pitchFamily="34" charset="0"/>
                <a:ea typeface="+mn-ea"/>
                <a:cs typeface="+mn-cs"/>
              </a:rPr>
              <a:t>XLM-R fine-tuning matrix: </a:t>
            </a:r>
          </a:p>
          <a:p>
            <a:pPr marL="171450" indent="-171450">
              <a:buFontTx/>
              <a:buChar char="-"/>
            </a:pPr>
            <a:r>
              <a:rPr lang="en-US" sz="1200" b="0" i="0" u="none" strike="noStrike" kern="1200" baseline="0" dirty="0">
                <a:solidFill>
                  <a:schemeClr val="tx1"/>
                </a:solidFill>
                <a:latin typeface="Arial" panose="020B0604020202020204" pitchFamily="34" charset="0"/>
                <a:ea typeface="+mn-ea"/>
                <a:cs typeface="+mn-cs"/>
              </a:rPr>
              <a:t>“The third matrix is comparable to the second—similarly dark diagonal, similar error patterns.” </a:t>
            </a:r>
          </a:p>
          <a:p>
            <a:pPr marL="171450" indent="-171450">
              <a:buFontTx/>
              <a:buChar char="-"/>
            </a:pPr>
            <a:r>
              <a:rPr lang="en-US" sz="1200" b="0" i="0" u="none" strike="noStrike" kern="1200" baseline="0" dirty="0">
                <a:solidFill>
                  <a:schemeClr val="tx1"/>
                </a:solidFill>
                <a:latin typeface="Arial" panose="020B0604020202020204" pitchFamily="34" charset="0"/>
                <a:ea typeface="+mn-ea"/>
                <a:cs typeface="+mn-cs"/>
              </a:rPr>
              <a:t>“XLM-R does slightly better at French/Swedish separation (you might notice a slightly darker off-diagonal block there compared to n-grams).” </a:t>
            </a:r>
          </a:p>
          <a:p>
            <a:pPr marL="171450" indent="-171450">
              <a:buFontTx/>
              <a:buChar char="-"/>
            </a:pPr>
            <a:r>
              <a:rPr lang="en-US" sz="1200" b="0" i="0" u="none" strike="noStrike" kern="1200" baseline="0" dirty="0">
                <a:solidFill>
                  <a:schemeClr val="tx1"/>
                </a:solidFill>
                <a:latin typeface="Arial" panose="020B0604020202020204" pitchFamily="34" charset="0"/>
                <a:ea typeface="+mn-ea"/>
                <a:cs typeface="+mn-cs"/>
              </a:rPr>
              <a:t>“But the gains are marginal given the added compute cost.”</a:t>
            </a:r>
            <a:endParaRPr lang="en-US" dirty="0">
              <a:effectLst/>
              <a:latin typeface="fkGroteskNeue"/>
            </a:endParaRPr>
          </a:p>
        </p:txBody>
      </p:sp>
      <p:sp>
        <p:nvSpPr>
          <p:cNvPr id="4" name="Foliennummernplatzhalter 3">
            <a:extLst>
              <a:ext uri="{FF2B5EF4-FFF2-40B4-BE49-F238E27FC236}">
                <a16:creationId xmlns:a16="http://schemas.microsoft.com/office/drawing/2014/main" id="{2CA15449-1D85-9C42-DD60-91E50DBB180A}"/>
              </a:ext>
            </a:extLst>
          </p:cNvPr>
          <p:cNvSpPr>
            <a:spLocks noGrp="1"/>
          </p:cNvSpPr>
          <p:nvPr>
            <p:ph type="sldNum" sz="quarter" idx="5"/>
            <p:custDataLst>
              <p:tags r:id="rId3"/>
            </p:custDataLst>
          </p:nvPr>
        </p:nvSpPr>
        <p:spPr/>
        <p:txBody>
          <a:bodyPr/>
          <a:lstStyle/>
          <a:p>
            <a:fld id="{DD8BEB3B-C5EA-45F3-97F0-E17E2A187F46}" type="slidenum">
              <a:rPr lang="de-AT" smtClean="0"/>
              <a:t>22</a:t>
            </a:fld>
            <a:endParaRPr lang="de-AT" dirty="0"/>
          </a:p>
        </p:txBody>
      </p:sp>
    </p:spTree>
    <p:extLst>
      <p:ext uri="{BB962C8B-B14F-4D97-AF65-F5344CB8AC3E}">
        <p14:creationId xmlns:p14="http://schemas.microsoft.com/office/powerpoint/2010/main" val="274263623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3021B8-F09D-2E1D-225C-9673DEDC2BEB}"/>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7E376506-389B-C644-C19F-63C0292F9C21}"/>
              </a:ext>
            </a:extLst>
          </p:cNvPr>
          <p:cNvSpPr>
            <a:spLocks noGrp="1" noRot="1" noChangeAspect="1"/>
          </p:cNvSpPr>
          <p:nvPr>
            <p:ph type="sldImg"/>
            <p:custDataLst>
              <p:tags r:id="rId1"/>
            </p:custDataLst>
          </p:nvPr>
        </p:nvSpPr>
        <p:spPr/>
        <p:txBody>
          <a:bodyPr/>
          <a:lstStyle/>
          <a:p>
            <a:endParaRPr lang="en-US"/>
          </a:p>
        </p:txBody>
      </p:sp>
      <p:sp>
        <p:nvSpPr>
          <p:cNvPr id="3" name="Notizenplatzhalter 2">
            <a:extLst>
              <a:ext uri="{FF2B5EF4-FFF2-40B4-BE49-F238E27FC236}">
                <a16:creationId xmlns:a16="http://schemas.microsoft.com/office/drawing/2014/main" id="{F1C16227-B613-F395-9AC4-5660B4D0CFAB}"/>
              </a:ext>
            </a:extLst>
          </p:cNvPr>
          <p:cNvSpPr>
            <a:spLocks noGrp="1"/>
          </p:cNvSpPr>
          <p:nvPr>
            <p:ph type="body" idx="1"/>
            <p:custDataLst>
              <p:tags r:id="rId2"/>
            </p:custDataLst>
          </p:nvPr>
        </p:nvSpPr>
        <p:spPr/>
        <p:txBody>
          <a:bodyPr/>
          <a:lstStyle/>
          <a:p>
            <a:r>
              <a:rPr lang="en-US" sz="1200" b="1" i="0" u="none" strike="noStrike" kern="1200" baseline="0" dirty="0">
                <a:solidFill>
                  <a:schemeClr val="tx1"/>
                </a:solidFill>
                <a:latin typeface="Arial" panose="020B0604020202020204" pitchFamily="34" charset="0"/>
                <a:ea typeface="+mn-ea"/>
                <a:cs typeface="+mn-cs"/>
              </a:rPr>
              <a:t>Objective of this slide: </a:t>
            </a:r>
            <a:r>
              <a:rPr lang="en-US" sz="1200" b="0" i="0" u="none" strike="noStrike" kern="1200" baseline="0" dirty="0">
                <a:solidFill>
                  <a:schemeClr val="tx1"/>
                </a:solidFill>
                <a:latin typeface="Arial" panose="020B0604020202020204" pitchFamily="34" charset="0"/>
                <a:ea typeface="+mn-ea"/>
                <a:cs typeface="+mn-cs"/>
              </a:rPr>
              <a:t>Explain why OOV is problematic and show the empirical evidence.</a:t>
            </a:r>
          </a:p>
          <a:p>
            <a:endParaRPr lang="en-US" sz="1200" b="0" i="0" u="none" strike="noStrike" kern="1200" baseline="0" dirty="0">
              <a:solidFill>
                <a:schemeClr val="tx1"/>
              </a:solidFill>
              <a:effectLst/>
              <a:latin typeface="Arial" panose="020B0604020202020204" pitchFamily="34" charset="0"/>
              <a:ea typeface="+mn-ea"/>
              <a:cs typeface="+mn-cs"/>
            </a:endParaRPr>
          </a:p>
          <a:p>
            <a:r>
              <a:rPr lang="en-US" sz="1200" b="1" i="0" u="none" strike="noStrike" kern="1200" baseline="0" dirty="0">
                <a:solidFill>
                  <a:schemeClr val="tx1"/>
                </a:solidFill>
                <a:latin typeface="Arial" panose="020B0604020202020204" pitchFamily="34" charset="0"/>
                <a:ea typeface="+mn-ea"/>
                <a:cs typeface="+mn-cs"/>
              </a:rPr>
              <a:t>What is OOV? </a:t>
            </a:r>
          </a:p>
          <a:p>
            <a:pPr marL="171450" indent="-171450">
              <a:buFontTx/>
              <a:buChar char="-"/>
            </a:pPr>
            <a:r>
              <a:rPr lang="en-US" sz="1200" b="0" i="0" u="none" strike="noStrike" kern="1200" baseline="0" dirty="0">
                <a:solidFill>
                  <a:schemeClr val="tx1"/>
                </a:solidFill>
                <a:latin typeface="Arial" panose="020B0604020202020204" pitchFamily="34" charset="0"/>
                <a:ea typeface="+mn-ea"/>
                <a:cs typeface="+mn-cs"/>
              </a:rPr>
              <a:t>“OOV means ‘out-of-vocabulary.’ A word is OOV if it does not exist in the vocabulary used to train the embedding model.” </a:t>
            </a:r>
          </a:p>
          <a:p>
            <a:pPr marL="171450" indent="-171450">
              <a:buFontTx/>
              <a:buChar char="-"/>
            </a:pPr>
            <a:r>
              <a:rPr lang="en-US" sz="1200" b="0" i="0" u="none" strike="noStrike" kern="1200" baseline="0" dirty="0">
                <a:solidFill>
                  <a:schemeClr val="tx1"/>
                </a:solidFill>
                <a:latin typeface="Arial" panose="020B0604020202020204" pitchFamily="34" charset="0"/>
                <a:ea typeface="+mn-ea"/>
                <a:cs typeface="+mn-cs"/>
              </a:rPr>
              <a:t>Example: “fastText was trained on Wikipedia. If a social media post contains slang like ‘YOLO’ or ‘ghosting’, those words might not be in the Wikipedia vocabulary.” </a:t>
            </a:r>
          </a:p>
          <a:p>
            <a:pPr marL="171450" indent="-171450">
              <a:buFontTx/>
              <a:buChar char="-"/>
            </a:pPr>
            <a:r>
              <a:rPr lang="en-US" sz="1200" b="0" i="0" u="none" strike="noStrike" kern="1200" baseline="0" dirty="0">
                <a:solidFill>
                  <a:schemeClr val="tx1"/>
                </a:solidFill>
                <a:latin typeface="Arial" panose="020B0604020202020204" pitchFamily="34" charset="0"/>
                <a:ea typeface="+mn-ea"/>
                <a:cs typeface="+mn-cs"/>
              </a:rPr>
              <a:t>Why it breaks embeddings: “If a word is not in the vocabulary, the embedding lookup fails. fastText has a character-level fallback (it builds word vectors from subword n-grams), but this is less robust than seeing the word during training.”</a:t>
            </a:r>
          </a:p>
          <a:p>
            <a:pPr marL="0" indent="0">
              <a:buFontTx/>
              <a:buNone/>
            </a:pPr>
            <a:endParaRPr lang="en-US" sz="1200" b="0" i="0" u="none" strike="noStrike" kern="1200" baseline="0" dirty="0">
              <a:solidFill>
                <a:schemeClr val="tx1"/>
              </a:solidFill>
              <a:latin typeface="Arial" panose="020B0604020202020204" pitchFamily="34" charset="0"/>
              <a:ea typeface="+mn-ea"/>
              <a:cs typeface="+mn-cs"/>
            </a:endParaRPr>
          </a:p>
          <a:p>
            <a:r>
              <a:rPr lang="en-US" sz="1200" b="1" i="0" u="none" strike="noStrike" kern="1200" baseline="0" dirty="0">
                <a:solidFill>
                  <a:schemeClr val="tx1"/>
                </a:solidFill>
                <a:latin typeface="Arial" panose="020B0604020202020204" pitchFamily="34" charset="0"/>
                <a:ea typeface="+mn-ea"/>
                <a:cs typeface="+mn-cs"/>
              </a:rPr>
              <a:t>Latvian vs. Yoruba OOV distributions: </a:t>
            </a:r>
          </a:p>
          <a:p>
            <a:pPr marL="171450" indent="-171450">
              <a:buFontTx/>
              <a:buChar char="-"/>
            </a:pPr>
            <a:r>
              <a:rPr lang="en-US" sz="1200" b="0" i="0" u="none" strike="noStrike" kern="1200" baseline="0" dirty="0">
                <a:solidFill>
                  <a:schemeClr val="tx1"/>
                </a:solidFill>
                <a:latin typeface="Arial" panose="020B0604020202020204" pitchFamily="34" charset="0"/>
                <a:ea typeface="+mn-ea"/>
                <a:cs typeface="+mn-cs"/>
              </a:rPr>
              <a:t>“These histograms show the distribution of OOV rates per sentence in the social media dataset.”</a:t>
            </a:r>
          </a:p>
          <a:p>
            <a:pPr marL="171450" indent="-171450">
              <a:buFontTx/>
              <a:buChar char="-"/>
            </a:pPr>
            <a:r>
              <a:rPr lang="en-US" sz="1200" b="0" i="0" u="none" strike="noStrike" kern="1200" baseline="0" dirty="0">
                <a:solidFill>
                  <a:schemeClr val="tx1"/>
                </a:solidFill>
                <a:latin typeface="Arial" panose="020B0604020202020204" pitchFamily="34" charset="0"/>
                <a:ea typeface="+mn-ea"/>
                <a:cs typeface="+mn-cs"/>
              </a:rPr>
              <a:t>Latvian histogram: “You see a long tail. Most sentences have 10–20% OOV, but some go above 40%. The distribution is spread out.” </a:t>
            </a:r>
          </a:p>
          <a:p>
            <a:pPr marL="171450" indent="-171450">
              <a:buFontTx/>
              <a:buChar char="-"/>
            </a:pPr>
            <a:r>
              <a:rPr lang="en-US" sz="1200" b="0" i="0" u="none" strike="noStrike" kern="1200" baseline="0" dirty="0">
                <a:solidFill>
                  <a:schemeClr val="tx1"/>
                </a:solidFill>
                <a:latin typeface="Arial" panose="020B0604020202020204" pitchFamily="34" charset="0"/>
                <a:ea typeface="+mn-ea"/>
                <a:cs typeface="+mn-cs"/>
              </a:rPr>
              <a:t>Yoruba histogram: “Even worse. Yoruba shows a heavier tail extending above 50%. Many Yoruba social media sentences have very high OOV rates.” </a:t>
            </a:r>
          </a:p>
          <a:p>
            <a:pPr marL="171450" indent="-171450">
              <a:buFontTx/>
              <a:buChar char="-"/>
            </a:pPr>
            <a:r>
              <a:rPr lang="en-US" sz="1200" b="0" i="0" u="none" strike="noStrike" kern="1200" baseline="0" dirty="0">
                <a:solidFill>
                  <a:schemeClr val="tx1"/>
                </a:solidFill>
                <a:latin typeface="Arial" panose="020B0604020202020204" pitchFamily="34" charset="0"/>
                <a:ea typeface="+mn-ea"/>
                <a:cs typeface="+mn-cs"/>
              </a:rPr>
              <a:t>Why the difference? “Latvian is a Baltic language with many inflections and rare words. Wikipedia Latvian is formal; social media Latvian is very different. Yoruba on social media (Twitter, TikTok) uses lots of slang, code-switching, and transliteration. Very different from formal Wikipedia.”</a:t>
            </a:r>
          </a:p>
          <a:p>
            <a:pPr marL="0" indent="0">
              <a:buFontTx/>
              <a:buNone/>
            </a:pPr>
            <a:endParaRPr lang="en-US" sz="1200" b="0" i="0" u="none" strike="noStrike" kern="1200" baseline="0" dirty="0">
              <a:solidFill>
                <a:schemeClr val="tx1"/>
              </a:solidFill>
              <a:effectLst/>
              <a:latin typeface="fkGroteskNeue"/>
              <a:ea typeface="+mn-ea"/>
              <a:cs typeface="+mn-cs"/>
            </a:endParaRPr>
          </a:p>
          <a:p>
            <a:r>
              <a:rPr lang="en-US" sz="1200" b="1" i="0" u="none" strike="noStrike" kern="1200" baseline="0" dirty="0">
                <a:solidFill>
                  <a:schemeClr val="tx1"/>
                </a:solidFill>
                <a:latin typeface="Arial" panose="020B0604020202020204" pitchFamily="34" charset="0"/>
                <a:ea typeface="+mn-ea"/>
                <a:cs typeface="+mn-cs"/>
              </a:rPr>
              <a:t>What this tells us: </a:t>
            </a:r>
          </a:p>
          <a:p>
            <a:pPr marL="171450" indent="-171450">
              <a:buFontTx/>
              <a:buChar char="-"/>
            </a:pPr>
            <a:r>
              <a:rPr lang="en-US" sz="1200" b="0" i="0" u="none" strike="noStrike" kern="1200" baseline="0" dirty="0">
                <a:solidFill>
                  <a:schemeClr val="tx1"/>
                </a:solidFill>
                <a:latin typeface="Arial" panose="020B0604020202020204" pitchFamily="34" charset="0"/>
                <a:ea typeface="+mn-ea"/>
                <a:cs typeface="+mn-cs"/>
              </a:rPr>
              <a:t>“These histograms are red flags. If &gt;25% of tokens are unknown, the embedding approach is fragile.” </a:t>
            </a:r>
          </a:p>
          <a:p>
            <a:pPr marL="171450" indent="-171450">
              <a:buFontTx/>
              <a:buChar char="-"/>
            </a:pPr>
            <a:r>
              <a:rPr lang="en-US" sz="1200" b="0" i="0" u="none" strike="noStrike" kern="1200" baseline="0" dirty="0">
                <a:solidFill>
                  <a:schemeClr val="tx1"/>
                </a:solidFill>
                <a:latin typeface="Arial" panose="020B0604020202020204" pitchFamily="34" charset="0"/>
                <a:ea typeface="+mn-ea"/>
                <a:cs typeface="+mn-cs"/>
              </a:rPr>
              <a:t>“Yoruba’s &gt;37% OOV is especially problematic. It means the embeddings have lost a lot of information.”</a:t>
            </a:r>
          </a:p>
          <a:p>
            <a:pPr marL="171450" indent="-171450">
              <a:buFontTx/>
              <a:buChar char="-"/>
            </a:pPr>
            <a:endParaRPr lang="en-US" sz="1200" b="0" i="0" u="none" strike="noStrike" kern="1200" baseline="0" dirty="0">
              <a:solidFill>
                <a:schemeClr val="tx1"/>
              </a:solidFill>
              <a:latin typeface="Arial" panose="020B0604020202020204" pitchFamily="34" charset="0"/>
              <a:ea typeface="+mn-ea"/>
              <a:cs typeface="+mn-cs"/>
            </a:endParaRPr>
          </a:p>
          <a:p>
            <a:r>
              <a:rPr lang="en-US" sz="1200" b="1" i="0" u="none" strike="noStrike" kern="1200" baseline="0" dirty="0">
                <a:solidFill>
                  <a:schemeClr val="tx1"/>
                </a:solidFill>
                <a:latin typeface="Arial" panose="020B0604020202020204" pitchFamily="34" charset="0"/>
                <a:ea typeface="+mn-ea"/>
                <a:cs typeface="+mn-cs"/>
              </a:rPr>
              <a:t>The diagnostic value: </a:t>
            </a:r>
          </a:p>
          <a:p>
            <a:pPr marL="171450" indent="-171450">
              <a:buFontTx/>
              <a:buChar char="-"/>
            </a:pPr>
            <a:r>
              <a:rPr lang="en-US" sz="1200" b="0" i="0" u="none" strike="noStrike" kern="1200" baseline="0" dirty="0">
                <a:solidFill>
                  <a:schemeClr val="tx1"/>
                </a:solidFill>
                <a:latin typeface="Arial" panose="020B0604020202020204" pitchFamily="34" charset="0"/>
                <a:ea typeface="+mn-ea"/>
                <a:cs typeface="+mn-cs"/>
              </a:rPr>
              <a:t>“Our evaluation script now computes these OOV histograms. If you see a heavy tail, you know: ‘This model will fail on this language on this domain. I need a backup (character n-grams, rules, or a retrained model).’ ”</a:t>
            </a:r>
          </a:p>
          <a:p>
            <a:pPr marL="0" indent="0">
              <a:buFontTx/>
              <a:buNone/>
            </a:pPr>
            <a:endParaRPr lang="en-US" sz="1200" b="0" i="0" u="none" strike="noStrike" kern="1200" baseline="0" dirty="0">
              <a:solidFill>
                <a:schemeClr val="tx1"/>
              </a:solidFill>
              <a:effectLst/>
              <a:latin typeface="Arial" panose="020B0604020202020204" pitchFamily="34" charset="0"/>
              <a:ea typeface="+mn-ea"/>
              <a:cs typeface="+mn-cs"/>
            </a:endParaRPr>
          </a:p>
          <a:p>
            <a:r>
              <a:rPr lang="en-US" sz="1200" b="1" i="0" u="none" strike="noStrike" kern="1200" baseline="0" dirty="0">
                <a:solidFill>
                  <a:schemeClr val="tx1"/>
                </a:solidFill>
                <a:latin typeface="Arial" panose="020B0604020202020204" pitchFamily="34" charset="0"/>
                <a:ea typeface="+mn-ea"/>
                <a:cs typeface="+mn-cs"/>
              </a:rPr>
              <a:t>The mitigation: </a:t>
            </a:r>
          </a:p>
          <a:p>
            <a:pPr marL="171450" indent="-171450">
              <a:buFontTx/>
              <a:buChar char="-"/>
            </a:pPr>
            <a:r>
              <a:rPr lang="en-US" sz="1200" b="0" i="0" u="none" strike="noStrike" kern="1200" baseline="0" dirty="0">
                <a:solidFill>
                  <a:schemeClr val="tx1"/>
                </a:solidFill>
                <a:latin typeface="Arial" panose="020B0604020202020204" pitchFamily="34" charset="0"/>
                <a:ea typeface="+mn-ea"/>
                <a:cs typeface="+mn-cs"/>
              </a:rPr>
              <a:t>“The solution: when OOV is high, fall back to character n-grams. We implemented this as --enable-fasttext-char-backoff with an --oov-threshold flag.” </a:t>
            </a:r>
          </a:p>
          <a:p>
            <a:pPr marL="171450" indent="-171450">
              <a:buFontTx/>
              <a:buChar char="-"/>
            </a:pPr>
            <a:r>
              <a:rPr lang="en-US" sz="1200" b="0" i="0" u="none" strike="noStrike" kern="1200" baseline="0" dirty="0">
                <a:solidFill>
                  <a:schemeClr val="tx1"/>
                </a:solidFill>
                <a:latin typeface="Arial" panose="020B0604020202020204" pitchFamily="34" charset="0"/>
                <a:ea typeface="+mn-ea"/>
                <a:cs typeface="+mn-cs"/>
              </a:rPr>
              <a:t>How it works: “For each sentence, compute OOV rate. If it exceeds the threshold (default 0.35, or 35%), use character n-grams. Otherwise, use fastText embeddings.” </a:t>
            </a:r>
          </a:p>
          <a:p>
            <a:pPr marL="171450" indent="-171450">
              <a:buFontTx/>
              <a:buChar char="-"/>
            </a:pPr>
            <a:r>
              <a:rPr lang="en-US" sz="1200" b="0" i="0" u="none" strike="noStrike" kern="1200" baseline="0" dirty="0">
                <a:solidFill>
                  <a:schemeClr val="tx1"/>
                </a:solidFill>
                <a:latin typeface="Arial" panose="020B0604020202020204" pitchFamily="34" charset="0"/>
                <a:ea typeface="+mn-ea"/>
                <a:cs typeface="+mn-cs"/>
              </a:rPr>
              <a:t>Results: “This ensemble improved Yoruba OOD F1 from 0.50 to 1.0—a perfect recovery.”</a:t>
            </a:r>
          </a:p>
          <a:p>
            <a:pPr marL="0" indent="0">
              <a:buFontTx/>
              <a:buNone/>
            </a:pPr>
            <a:endParaRPr lang="en-US" sz="1200" b="0" i="0" u="none" strike="noStrike" kern="1200" baseline="0" dirty="0">
              <a:solidFill>
                <a:schemeClr val="tx1"/>
              </a:solidFill>
              <a:effectLst/>
              <a:latin typeface="Arial" panose="020B0604020202020204" pitchFamily="34" charset="0"/>
              <a:ea typeface="+mn-ea"/>
              <a:cs typeface="+mn-cs"/>
            </a:endParaRPr>
          </a:p>
        </p:txBody>
      </p:sp>
      <p:sp>
        <p:nvSpPr>
          <p:cNvPr id="4" name="Foliennummernplatzhalter 3">
            <a:extLst>
              <a:ext uri="{FF2B5EF4-FFF2-40B4-BE49-F238E27FC236}">
                <a16:creationId xmlns:a16="http://schemas.microsoft.com/office/drawing/2014/main" id="{7680363D-619B-343A-3C0E-150DD9FD8BF8}"/>
              </a:ext>
            </a:extLst>
          </p:cNvPr>
          <p:cNvSpPr>
            <a:spLocks noGrp="1"/>
          </p:cNvSpPr>
          <p:nvPr>
            <p:ph type="sldNum" sz="quarter" idx="5"/>
            <p:custDataLst>
              <p:tags r:id="rId3"/>
            </p:custDataLst>
          </p:nvPr>
        </p:nvSpPr>
        <p:spPr/>
        <p:txBody>
          <a:bodyPr/>
          <a:lstStyle/>
          <a:p>
            <a:fld id="{DD8BEB3B-C5EA-45F3-97F0-E17E2A187F46}" type="slidenum">
              <a:rPr lang="de-AT" smtClean="0"/>
              <a:t>23</a:t>
            </a:fld>
            <a:endParaRPr lang="de-AT" dirty="0"/>
          </a:p>
        </p:txBody>
      </p:sp>
    </p:spTree>
    <p:extLst>
      <p:ext uri="{BB962C8B-B14F-4D97-AF65-F5344CB8AC3E}">
        <p14:creationId xmlns:p14="http://schemas.microsoft.com/office/powerpoint/2010/main" val="1391590883"/>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tags" Target="../tags/tag9.xml"/><Relationship Id="rId7" Type="http://schemas.openxmlformats.org/officeDocument/2006/relationships/image" Target="../media/image2.svg"/><Relationship Id="rId2" Type="http://schemas.openxmlformats.org/officeDocument/2006/relationships/tags" Target="../tags/tag8.xml"/><Relationship Id="rId1" Type="http://schemas.openxmlformats.org/officeDocument/2006/relationships/tags" Target="../tags/tag7.xml"/><Relationship Id="rId6" Type="http://schemas.openxmlformats.org/officeDocument/2006/relationships/image" Target="../media/image1.png"/><Relationship Id="rId5" Type="http://schemas.openxmlformats.org/officeDocument/2006/relationships/slideMaster" Target="../slideMasters/slideMaster1.xml"/><Relationship Id="rId4" Type="http://schemas.openxmlformats.org/officeDocument/2006/relationships/tags" Target="../tags/tag10.xml"/></Relationships>
</file>

<file path=ppt/slideLayouts/_rels/slideLayout2.xml.rels><?xml version="1.0" encoding="UTF-8" standalone="yes"?>
<Relationships xmlns="http://schemas.openxmlformats.org/package/2006/relationships"><Relationship Id="rId8" Type="http://schemas.openxmlformats.org/officeDocument/2006/relationships/image" Target="../media/image3.jpeg"/><Relationship Id="rId3" Type="http://schemas.openxmlformats.org/officeDocument/2006/relationships/tags" Target="../tags/tag13.xml"/><Relationship Id="rId7" Type="http://schemas.openxmlformats.org/officeDocument/2006/relationships/slideMaster" Target="../slideMasters/slideMaster1.xml"/><Relationship Id="rId2" Type="http://schemas.openxmlformats.org/officeDocument/2006/relationships/tags" Target="../tags/tag12.xml"/><Relationship Id="rId1" Type="http://schemas.openxmlformats.org/officeDocument/2006/relationships/tags" Target="../tags/tag11.xml"/><Relationship Id="rId6" Type="http://schemas.openxmlformats.org/officeDocument/2006/relationships/tags" Target="../tags/tag16.xml"/><Relationship Id="rId5" Type="http://schemas.openxmlformats.org/officeDocument/2006/relationships/tags" Target="../tags/tag15.xml"/><Relationship Id="rId10" Type="http://schemas.openxmlformats.org/officeDocument/2006/relationships/image" Target="../media/image5.svg"/><Relationship Id="rId4" Type="http://schemas.openxmlformats.org/officeDocument/2006/relationships/tags" Target="../tags/tag14.xml"/><Relationship Id="rId9" Type="http://schemas.openxmlformats.org/officeDocument/2006/relationships/image" Target="../media/image4.png"/></Relationships>
</file>

<file path=ppt/slideLayouts/_rels/slideLayout3.xml.rels><?xml version="1.0" encoding="UTF-8" standalone="yes"?>
<Relationships xmlns="http://schemas.openxmlformats.org/package/2006/relationships"><Relationship Id="rId3" Type="http://schemas.openxmlformats.org/officeDocument/2006/relationships/tags" Target="../tags/tag19.xml"/><Relationship Id="rId7" Type="http://schemas.openxmlformats.org/officeDocument/2006/relationships/image" Target="../media/image2.svg"/><Relationship Id="rId2" Type="http://schemas.openxmlformats.org/officeDocument/2006/relationships/tags" Target="../tags/tag18.xml"/><Relationship Id="rId1" Type="http://schemas.openxmlformats.org/officeDocument/2006/relationships/tags" Target="../tags/tag17.xml"/><Relationship Id="rId6" Type="http://schemas.openxmlformats.org/officeDocument/2006/relationships/image" Target="../media/image1.png"/><Relationship Id="rId5" Type="http://schemas.openxmlformats.org/officeDocument/2006/relationships/slideMaster" Target="../slideMasters/slideMaster1.xml"/><Relationship Id="rId4" Type="http://schemas.openxmlformats.org/officeDocument/2006/relationships/tags" Target="../tags/tag20.xml"/></Relationships>
</file>

<file path=ppt/slideLayouts/_rels/slideLayout4.xml.rels><?xml version="1.0" encoding="UTF-8" standalone="yes"?>
<Relationships xmlns="http://schemas.openxmlformats.org/package/2006/relationships"><Relationship Id="rId3" Type="http://schemas.openxmlformats.org/officeDocument/2006/relationships/tags" Target="../tags/tag23.xml"/><Relationship Id="rId7" Type="http://schemas.openxmlformats.org/officeDocument/2006/relationships/image" Target="../media/image2.svg"/><Relationship Id="rId2" Type="http://schemas.openxmlformats.org/officeDocument/2006/relationships/tags" Target="../tags/tag22.xml"/><Relationship Id="rId1" Type="http://schemas.openxmlformats.org/officeDocument/2006/relationships/tags" Target="../tags/tag21.xml"/><Relationship Id="rId6" Type="http://schemas.openxmlformats.org/officeDocument/2006/relationships/image" Target="../media/image1.png"/><Relationship Id="rId5" Type="http://schemas.openxmlformats.org/officeDocument/2006/relationships/slideMaster" Target="../slideMasters/slideMaster1.xml"/><Relationship Id="rId4" Type="http://schemas.openxmlformats.org/officeDocument/2006/relationships/tags" Target="../tags/tag24.xml"/></Relationships>
</file>

<file path=ppt/slideLayouts/_rels/slideLayout5.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tags" Target="../tags/tag27.xml"/><Relationship Id="rId7" Type="http://schemas.openxmlformats.org/officeDocument/2006/relationships/slideMaster" Target="../slideMasters/slideMaster1.xml"/><Relationship Id="rId2" Type="http://schemas.openxmlformats.org/officeDocument/2006/relationships/tags" Target="../tags/tag26.xml"/><Relationship Id="rId1" Type="http://schemas.openxmlformats.org/officeDocument/2006/relationships/tags" Target="../tags/tag25.xml"/><Relationship Id="rId6" Type="http://schemas.openxmlformats.org/officeDocument/2006/relationships/tags" Target="../tags/tag30.xml"/><Relationship Id="rId5" Type="http://schemas.openxmlformats.org/officeDocument/2006/relationships/tags" Target="../tags/tag29.xml"/><Relationship Id="rId4" Type="http://schemas.openxmlformats.org/officeDocument/2006/relationships/tags" Target="../tags/tag28.xml"/><Relationship Id="rId9" Type="http://schemas.openxmlformats.org/officeDocument/2006/relationships/image" Target="../media/image2.svg"/></Relationships>
</file>

<file path=ppt/slideLayouts/_rels/slideLayout6.xml.rels><?xml version="1.0" encoding="UTF-8" standalone="yes"?>
<Relationships xmlns="http://schemas.openxmlformats.org/package/2006/relationships"><Relationship Id="rId3" Type="http://schemas.openxmlformats.org/officeDocument/2006/relationships/tags" Target="../tags/tag33.xml"/><Relationship Id="rId2" Type="http://schemas.openxmlformats.org/officeDocument/2006/relationships/tags" Target="../tags/tag32.xml"/><Relationship Id="rId1" Type="http://schemas.openxmlformats.org/officeDocument/2006/relationships/tags" Target="../tags/tag31.xml"/><Relationship Id="rId6" Type="http://schemas.openxmlformats.org/officeDocument/2006/relationships/image" Target="../media/image2.svg"/><Relationship Id="rId5" Type="http://schemas.openxmlformats.org/officeDocument/2006/relationships/image" Target="../media/image1.png"/><Relationship Id="rId4"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tags" Target="../tags/tag36.xml"/><Relationship Id="rId7" Type="http://schemas.openxmlformats.org/officeDocument/2006/relationships/slideMaster" Target="../slideMasters/slideMaster1.xml"/><Relationship Id="rId2" Type="http://schemas.openxmlformats.org/officeDocument/2006/relationships/tags" Target="../tags/tag35.xml"/><Relationship Id="rId1" Type="http://schemas.openxmlformats.org/officeDocument/2006/relationships/tags" Target="../tags/tag34.xml"/><Relationship Id="rId6" Type="http://schemas.openxmlformats.org/officeDocument/2006/relationships/tags" Target="../tags/tag39.xml"/><Relationship Id="rId5" Type="http://schemas.openxmlformats.org/officeDocument/2006/relationships/tags" Target="../tags/tag38.xml"/><Relationship Id="rId4" Type="http://schemas.openxmlformats.org/officeDocument/2006/relationships/tags" Target="../tags/tag37.xml"/><Relationship Id="rId9" Type="http://schemas.openxmlformats.org/officeDocument/2006/relationships/image" Target="../media/image2.svg"/></Relationships>
</file>

<file path=ppt/slideLayouts/_rels/slideLayout8.xml.rels><?xml version="1.0" encoding="UTF-8" standalone="yes"?>
<Relationships xmlns="http://schemas.openxmlformats.org/package/2006/relationships"><Relationship Id="rId8" Type="http://schemas.openxmlformats.org/officeDocument/2006/relationships/slideMaster" Target="../slideMasters/slideMaster1.xml"/><Relationship Id="rId3" Type="http://schemas.openxmlformats.org/officeDocument/2006/relationships/tags" Target="../tags/tag42.xml"/><Relationship Id="rId7" Type="http://schemas.openxmlformats.org/officeDocument/2006/relationships/tags" Target="../tags/tag46.xml"/><Relationship Id="rId2" Type="http://schemas.openxmlformats.org/officeDocument/2006/relationships/tags" Target="../tags/tag41.xml"/><Relationship Id="rId1" Type="http://schemas.openxmlformats.org/officeDocument/2006/relationships/tags" Target="../tags/tag40.xml"/><Relationship Id="rId6" Type="http://schemas.openxmlformats.org/officeDocument/2006/relationships/tags" Target="../tags/tag45.xml"/><Relationship Id="rId5" Type="http://schemas.openxmlformats.org/officeDocument/2006/relationships/tags" Target="../tags/tag44.xml"/><Relationship Id="rId10" Type="http://schemas.openxmlformats.org/officeDocument/2006/relationships/image" Target="../media/image2.svg"/><Relationship Id="rId4" Type="http://schemas.openxmlformats.org/officeDocument/2006/relationships/tags" Target="../tags/tag43.xml"/><Relationship Id="rId9" Type="http://schemas.openxmlformats.org/officeDocument/2006/relationships/image" Target="../media/image1.png"/></Relationships>
</file>

<file path=ppt/slideLayouts/_rels/slideLayout9.xml.rels><?xml version="1.0" encoding="UTF-8" standalone="yes"?>
<Relationships xmlns="http://schemas.openxmlformats.org/package/2006/relationships"><Relationship Id="rId8" Type="http://schemas.openxmlformats.org/officeDocument/2006/relationships/tags" Target="../tags/tag54.xml"/><Relationship Id="rId3" Type="http://schemas.openxmlformats.org/officeDocument/2006/relationships/tags" Target="../tags/tag49.xml"/><Relationship Id="rId7" Type="http://schemas.openxmlformats.org/officeDocument/2006/relationships/tags" Target="../tags/tag53.xml"/><Relationship Id="rId2" Type="http://schemas.openxmlformats.org/officeDocument/2006/relationships/tags" Target="../tags/tag48.xml"/><Relationship Id="rId1" Type="http://schemas.openxmlformats.org/officeDocument/2006/relationships/tags" Target="../tags/tag47.xml"/><Relationship Id="rId6" Type="http://schemas.openxmlformats.org/officeDocument/2006/relationships/tags" Target="../tags/tag52.xml"/><Relationship Id="rId11" Type="http://schemas.openxmlformats.org/officeDocument/2006/relationships/image" Target="../media/image2.svg"/><Relationship Id="rId5" Type="http://schemas.openxmlformats.org/officeDocument/2006/relationships/tags" Target="../tags/tag51.xml"/><Relationship Id="rId10" Type="http://schemas.openxmlformats.org/officeDocument/2006/relationships/image" Target="../media/image1.png"/><Relationship Id="rId4" Type="http://schemas.openxmlformats.org/officeDocument/2006/relationships/tags" Target="../tags/tag50.xml"/><Relationship Id="rId9"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8" Type="http://schemas.openxmlformats.org/officeDocument/2006/relationships/tags" Target="../tags/tag62.xml"/><Relationship Id="rId3" Type="http://schemas.openxmlformats.org/officeDocument/2006/relationships/tags" Target="../tags/tag57.xml"/><Relationship Id="rId7" Type="http://schemas.openxmlformats.org/officeDocument/2006/relationships/tags" Target="../tags/tag61.xml"/><Relationship Id="rId2" Type="http://schemas.openxmlformats.org/officeDocument/2006/relationships/tags" Target="../tags/tag56.xml"/><Relationship Id="rId1" Type="http://schemas.openxmlformats.org/officeDocument/2006/relationships/tags" Target="../tags/tag55.xml"/><Relationship Id="rId6" Type="http://schemas.openxmlformats.org/officeDocument/2006/relationships/tags" Target="../tags/tag60.xml"/><Relationship Id="rId11" Type="http://schemas.openxmlformats.org/officeDocument/2006/relationships/image" Target="../media/image2.svg"/><Relationship Id="rId5" Type="http://schemas.openxmlformats.org/officeDocument/2006/relationships/tags" Target="../tags/tag59.xml"/><Relationship Id="rId10" Type="http://schemas.openxmlformats.org/officeDocument/2006/relationships/image" Target="../media/image1.png"/><Relationship Id="rId4" Type="http://schemas.openxmlformats.org/officeDocument/2006/relationships/tags" Target="../tags/tag58.xml"/><Relationship Id="rId9"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8" Type="http://schemas.openxmlformats.org/officeDocument/2006/relationships/image" Target="../media/image2.svg"/><Relationship Id="rId3" Type="http://schemas.openxmlformats.org/officeDocument/2006/relationships/tags" Target="../tags/tag65.xml"/><Relationship Id="rId7" Type="http://schemas.openxmlformats.org/officeDocument/2006/relationships/image" Target="../media/image1.png"/><Relationship Id="rId2" Type="http://schemas.openxmlformats.org/officeDocument/2006/relationships/tags" Target="../tags/tag64.xml"/><Relationship Id="rId1" Type="http://schemas.openxmlformats.org/officeDocument/2006/relationships/tags" Target="../tags/tag63.xml"/><Relationship Id="rId6" Type="http://schemas.openxmlformats.org/officeDocument/2006/relationships/slideMaster" Target="../slideMasters/slideMaster1.xml"/><Relationship Id="rId5" Type="http://schemas.openxmlformats.org/officeDocument/2006/relationships/tags" Target="../tags/tag67.xml"/><Relationship Id="rId4" Type="http://schemas.openxmlformats.org/officeDocument/2006/relationships/tags" Target="../tags/tag66.xml"/></Relationships>
</file>

<file path=ppt/slideLayouts/_rels/slideLayout12.xml.rels><?xml version="1.0" encoding="UTF-8" standalone="yes"?>
<Relationships xmlns="http://schemas.openxmlformats.org/package/2006/relationships"><Relationship Id="rId8" Type="http://schemas.openxmlformats.org/officeDocument/2006/relationships/image" Target="../media/image2.svg"/><Relationship Id="rId3" Type="http://schemas.openxmlformats.org/officeDocument/2006/relationships/tags" Target="../tags/tag70.xml"/><Relationship Id="rId7" Type="http://schemas.openxmlformats.org/officeDocument/2006/relationships/image" Target="../media/image1.png"/><Relationship Id="rId2" Type="http://schemas.openxmlformats.org/officeDocument/2006/relationships/tags" Target="../tags/tag69.xml"/><Relationship Id="rId1" Type="http://schemas.openxmlformats.org/officeDocument/2006/relationships/tags" Target="../tags/tag68.xml"/><Relationship Id="rId6" Type="http://schemas.openxmlformats.org/officeDocument/2006/relationships/slideMaster" Target="../slideMasters/slideMaster1.xml"/><Relationship Id="rId5" Type="http://schemas.openxmlformats.org/officeDocument/2006/relationships/tags" Target="../tags/tag72.xml"/><Relationship Id="rId4" Type="http://schemas.openxmlformats.org/officeDocument/2006/relationships/tags" Target="../tags/tag71.xml"/></Relationships>
</file>

<file path=ppt/slideLayouts/_rels/slideLayout13.xml.rels><?xml version="1.0" encoding="UTF-8" standalone="yes"?>
<Relationships xmlns="http://schemas.openxmlformats.org/package/2006/relationships"><Relationship Id="rId3" Type="http://schemas.openxmlformats.org/officeDocument/2006/relationships/tags" Target="../tags/tag75.xml"/><Relationship Id="rId7" Type="http://schemas.openxmlformats.org/officeDocument/2006/relationships/image" Target="../media/image2.svg"/><Relationship Id="rId2" Type="http://schemas.openxmlformats.org/officeDocument/2006/relationships/tags" Target="../tags/tag74.xml"/><Relationship Id="rId1" Type="http://schemas.openxmlformats.org/officeDocument/2006/relationships/tags" Target="../tags/tag73.xml"/><Relationship Id="rId6" Type="http://schemas.openxmlformats.org/officeDocument/2006/relationships/image" Target="../media/image1.png"/><Relationship Id="rId5" Type="http://schemas.openxmlformats.org/officeDocument/2006/relationships/slideMaster" Target="../slideMasters/slideMaster1.xml"/><Relationship Id="rId4" Type="http://schemas.openxmlformats.org/officeDocument/2006/relationships/tags" Target="../tags/tag76.xml"/></Relationships>
</file>

<file path=ppt/slideLayouts/_rels/slideLayout14.xml.rels><?xml version="1.0" encoding="UTF-8" standalone="yes"?>
<Relationships xmlns="http://schemas.openxmlformats.org/package/2006/relationships"><Relationship Id="rId8" Type="http://schemas.openxmlformats.org/officeDocument/2006/relationships/image" Target="../media/image2.svg"/><Relationship Id="rId3" Type="http://schemas.openxmlformats.org/officeDocument/2006/relationships/tags" Target="../tags/tag79.xml"/><Relationship Id="rId7" Type="http://schemas.openxmlformats.org/officeDocument/2006/relationships/image" Target="../media/image1.png"/><Relationship Id="rId2" Type="http://schemas.openxmlformats.org/officeDocument/2006/relationships/tags" Target="../tags/tag78.xml"/><Relationship Id="rId1" Type="http://schemas.openxmlformats.org/officeDocument/2006/relationships/tags" Target="../tags/tag77.xml"/><Relationship Id="rId6" Type="http://schemas.openxmlformats.org/officeDocument/2006/relationships/slideMaster" Target="../slideMasters/slideMaster1.xml"/><Relationship Id="rId5" Type="http://schemas.openxmlformats.org/officeDocument/2006/relationships/tags" Target="../tags/tag81.xml"/><Relationship Id="rId4" Type="http://schemas.openxmlformats.org/officeDocument/2006/relationships/tags" Target="../tags/tag80.xml"/></Relationships>
</file>

<file path=ppt/slideLayouts/_rels/slideLayout15.xml.rels><?xml version="1.0" encoding="UTF-8" standalone="yes"?>
<Relationships xmlns="http://schemas.openxmlformats.org/package/2006/relationships"><Relationship Id="rId3" Type="http://schemas.openxmlformats.org/officeDocument/2006/relationships/tags" Target="../tags/tag84.xml"/><Relationship Id="rId2" Type="http://schemas.openxmlformats.org/officeDocument/2006/relationships/tags" Target="../tags/tag83.xml"/><Relationship Id="rId1" Type="http://schemas.openxmlformats.org/officeDocument/2006/relationships/tags" Target="../tags/tag82.xml"/><Relationship Id="rId4"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85.xml"/></Relationships>
</file>

<file path=ppt/slideLayouts/_rels/slideLayout17.xml.rels><?xml version="1.0" encoding="UTF-8" standalone="yes"?>
<Relationships xmlns="http://schemas.openxmlformats.org/package/2006/relationships"><Relationship Id="rId3" Type="http://schemas.openxmlformats.org/officeDocument/2006/relationships/tags" Target="../tags/tag88.xml"/><Relationship Id="rId2" Type="http://schemas.openxmlformats.org/officeDocument/2006/relationships/tags" Target="../tags/tag87.xml"/><Relationship Id="rId1" Type="http://schemas.openxmlformats.org/officeDocument/2006/relationships/tags" Target="../tags/tag86.xml"/><Relationship Id="rId5" Type="http://schemas.openxmlformats.org/officeDocument/2006/relationships/slideMaster" Target="../slideMasters/slideMaster1.xml"/><Relationship Id="rId4" Type="http://schemas.openxmlformats.org/officeDocument/2006/relationships/tags" Target="../tags/tag89.xml"/></Relationships>
</file>

<file path=ppt/slideLayouts/_rels/slideLayout18.xml.rels><?xml version="1.0" encoding="UTF-8" standalone="yes"?>
<Relationships xmlns="http://schemas.openxmlformats.org/package/2006/relationships"><Relationship Id="rId3" Type="http://schemas.openxmlformats.org/officeDocument/2006/relationships/tags" Target="../tags/tag92.xml"/><Relationship Id="rId2" Type="http://schemas.openxmlformats.org/officeDocument/2006/relationships/tags" Target="../tags/tag91.xml"/><Relationship Id="rId1" Type="http://schemas.openxmlformats.org/officeDocument/2006/relationships/tags" Target="../tags/tag90.xml"/><Relationship Id="rId5" Type="http://schemas.openxmlformats.org/officeDocument/2006/relationships/slideMaster" Target="../slideMasters/slideMaster1.xml"/><Relationship Id="rId4" Type="http://schemas.openxmlformats.org/officeDocument/2006/relationships/tags" Target="../tags/tag93.xml"/></Relationships>
</file>

<file path=ppt/slideLayouts/_rels/slideLayout19.xml.rels><?xml version="1.0" encoding="UTF-8" standalone="yes"?>
<Relationships xmlns="http://schemas.openxmlformats.org/package/2006/relationships"><Relationship Id="rId8" Type="http://schemas.openxmlformats.org/officeDocument/2006/relationships/image" Target="../media/image3.jpeg"/><Relationship Id="rId3" Type="http://schemas.openxmlformats.org/officeDocument/2006/relationships/tags" Target="../tags/tag96.xml"/><Relationship Id="rId7" Type="http://schemas.openxmlformats.org/officeDocument/2006/relationships/slideMaster" Target="../slideMasters/slideMaster1.xml"/><Relationship Id="rId2" Type="http://schemas.openxmlformats.org/officeDocument/2006/relationships/tags" Target="../tags/tag95.xml"/><Relationship Id="rId1" Type="http://schemas.openxmlformats.org/officeDocument/2006/relationships/tags" Target="../tags/tag94.xml"/><Relationship Id="rId6" Type="http://schemas.openxmlformats.org/officeDocument/2006/relationships/tags" Target="../tags/tag99.xml"/><Relationship Id="rId5" Type="http://schemas.openxmlformats.org/officeDocument/2006/relationships/tags" Target="../tags/tag98.xml"/><Relationship Id="rId4" Type="http://schemas.openxmlformats.org/officeDocument/2006/relationships/tags" Target="../tags/tag97.xml"/></Relationships>
</file>

<file path=ppt/slideLayouts/_rels/slideLayout20.xml.rels><?xml version="1.0" encoding="UTF-8" standalone="yes"?>
<Relationships xmlns="http://schemas.openxmlformats.org/package/2006/relationships"><Relationship Id="rId3" Type="http://schemas.openxmlformats.org/officeDocument/2006/relationships/tags" Target="../tags/tag102.xml"/><Relationship Id="rId2" Type="http://schemas.openxmlformats.org/officeDocument/2006/relationships/tags" Target="../tags/tag101.xml"/><Relationship Id="rId1" Type="http://schemas.openxmlformats.org/officeDocument/2006/relationships/tags" Target="../tags/tag100.xml"/><Relationship Id="rId4"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3" Type="http://schemas.openxmlformats.org/officeDocument/2006/relationships/tags" Target="../tags/tag105.xml"/><Relationship Id="rId7" Type="http://schemas.openxmlformats.org/officeDocument/2006/relationships/image" Target="../media/image7.svg"/><Relationship Id="rId2" Type="http://schemas.openxmlformats.org/officeDocument/2006/relationships/tags" Target="../tags/tag104.xml"/><Relationship Id="rId1" Type="http://schemas.openxmlformats.org/officeDocument/2006/relationships/tags" Target="../tags/tag103.xml"/><Relationship Id="rId6" Type="http://schemas.openxmlformats.org/officeDocument/2006/relationships/image" Target="../media/image6.png"/><Relationship Id="rId5" Type="http://schemas.openxmlformats.org/officeDocument/2006/relationships/slideMaster" Target="../slideMasters/slideMaster1.xml"/><Relationship Id="rId4" Type="http://schemas.openxmlformats.org/officeDocument/2006/relationships/tags" Target="../tags/tag106.xml"/></Relationships>
</file>

<file path=ppt/slideLayouts/_rels/slideLayout22.xml.rels><?xml version="1.0" encoding="UTF-8" standalone="yes"?>
<Relationships xmlns="http://schemas.openxmlformats.org/package/2006/relationships"><Relationship Id="rId3" Type="http://schemas.openxmlformats.org/officeDocument/2006/relationships/tags" Target="../tags/tag109.xml"/><Relationship Id="rId7" Type="http://schemas.openxmlformats.org/officeDocument/2006/relationships/image" Target="../media/image7.svg"/><Relationship Id="rId2" Type="http://schemas.openxmlformats.org/officeDocument/2006/relationships/tags" Target="../tags/tag108.xml"/><Relationship Id="rId1" Type="http://schemas.openxmlformats.org/officeDocument/2006/relationships/tags" Target="../tags/tag107.xml"/><Relationship Id="rId6" Type="http://schemas.openxmlformats.org/officeDocument/2006/relationships/image" Target="../media/image6.png"/><Relationship Id="rId5" Type="http://schemas.openxmlformats.org/officeDocument/2006/relationships/slideMaster" Target="../slideMasters/slideMaster1.xml"/><Relationship Id="rId4" Type="http://schemas.openxmlformats.org/officeDocument/2006/relationships/tags" Target="../tags/tag110.xml"/></Relationships>
</file>

<file path=ppt/slideLayouts/_rels/slideLayout23.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tags" Target="../tags/tag113.xml"/><Relationship Id="rId7" Type="http://schemas.openxmlformats.org/officeDocument/2006/relationships/slideMaster" Target="../slideMasters/slideMaster1.xml"/><Relationship Id="rId2" Type="http://schemas.openxmlformats.org/officeDocument/2006/relationships/tags" Target="../tags/tag112.xml"/><Relationship Id="rId1" Type="http://schemas.openxmlformats.org/officeDocument/2006/relationships/tags" Target="../tags/tag111.xml"/><Relationship Id="rId6" Type="http://schemas.openxmlformats.org/officeDocument/2006/relationships/tags" Target="../tags/tag116.xml"/><Relationship Id="rId5" Type="http://schemas.openxmlformats.org/officeDocument/2006/relationships/tags" Target="../tags/tag115.xml"/><Relationship Id="rId4" Type="http://schemas.openxmlformats.org/officeDocument/2006/relationships/tags" Target="../tags/tag114.xml"/><Relationship Id="rId9" Type="http://schemas.openxmlformats.org/officeDocument/2006/relationships/image" Target="../media/image7.svg"/></Relationships>
</file>

<file path=ppt/slideLayouts/_rels/slideLayout24.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tags" Target="../tags/tag119.xml"/><Relationship Id="rId7" Type="http://schemas.openxmlformats.org/officeDocument/2006/relationships/slideMaster" Target="../slideMasters/slideMaster1.xml"/><Relationship Id="rId2" Type="http://schemas.openxmlformats.org/officeDocument/2006/relationships/tags" Target="../tags/tag118.xml"/><Relationship Id="rId1" Type="http://schemas.openxmlformats.org/officeDocument/2006/relationships/tags" Target="../tags/tag117.xml"/><Relationship Id="rId6" Type="http://schemas.openxmlformats.org/officeDocument/2006/relationships/tags" Target="../tags/tag122.xml"/><Relationship Id="rId5" Type="http://schemas.openxmlformats.org/officeDocument/2006/relationships/tags" Target="../tags/tag121.xml"/><Relationship Id="rId4" Type="http://schemas.openxmlformats.org/officeDocument/2006/relationships/tags" Target="../tags/tag120.xml"/><Relationship Id="rId9" Type="http://schemas.openxmlformats.org/officeDocument/2006/relationships/image" Target="../media/image7.svg"/></Relationships>
</file>

<file path=ppt/slideLayouts/_rels/slideLayout25.xml.rels><?xml version="1.0" encoding="UTF-8" standalone="yes"?>
<Relationships xmlns="http://schemas.openxmlformats.org/package/2006/relationships"><Relationship Id="rId8" Type="http://schemas.openxmlformats.org/officeDocument/2006/relationships/slideMaster" Target="../slideMasters/slideMaster1.xml"/><Relationship Id="rId3" Type="http://schemas.openxmlformats.org/officeDocument/2006/relationships/tags" Target="../tags/tag125.xml"/><Relationship Id="rId7" Type="http://schemas.openxmlformats.org/officeDocument/2006/relationships/tags" Target="../tags/tag129.xml"/><Relationship Id="rId2" Type="http://schemas.openxmlformats.org/officeDocument/2006/relationships/tags" Target="../tags/tag124.xml"/><Relationship Id="rId1" Type="http://schemas.openxmlformats.org/officeDocument/2006/relationships/tags" Target="../tags/tag123.xml"/><Relationship Id="rId6" Type="http://schemas.openxmlformats.org/officeDocument/2006/relationships/tags" Target="../tags/tag128.xml"/><Relationship Id="rId5" Type="http://schemas.openxmlformats.org/officeDocument/2006/relationships/tags" Target="../tags/tag127.xml"/><Relationship Id="rId10" Type="http://schemas.openxmlformats.org/officeDocument/2006/relationships/image" Target="../media/image7.svg"/><Relationship Id="rId4" Type="http://schemas.openxmlformats.org/officeDocument/2006/relationships/tags" Target="../tags/tag126.xml"/><Relationship Id="rId9" Type="http://schemas.openxmlformats.org/officeDocument/2006/relationships/image" Target="../media/image6.png"/></Relationships>
</file>

<file path=ppt/slideLayouts/_rels/slideLayout26.xml.rels><?xml version="1.0" encoding="UTF-8" standalone="yes"?>
<Relationships xmlns="http://schemas.openxmlformats.org/package/2006/relationships"><Relationship Id="rId8" Type="http://schemas.openxmlformats.org/officeDocument/2006/relationships/slideMaster" Target="../slideMasters/slideMaster1.xml"/><Relationship Id="rId3" Type="http://schemas.openxmlformats.org/officeDocument/2006/relationships/tags" Target="../tags/tag132.xml"/><Relationship Id="rId7" Type="http://schemas.openxmlformats.org/officeDocument/2006/relationships/tags" Target="../tags/tag136.xml"/><Relationship Id="rId2" Type="http://schemas.openxmlformats.org/officeDocument/2006/relationships/tags" Target="../tags/tag131.xml"/><Relationship Id="rId1" Type="http://schemas.openxmlformats.org/officeDocument/2006/relationships/tags" Target="../tags/tag130.xml"/><Relationship Id="rId6" Type="http://schemas.openxmlformats.org/officeDocument/2006/relationships/tags" Target="../tags/tag135.xml"/><Relationship Id="rId5" Type="http://schemas.openxmlformats.org/officeDocument/2006/relationships/tags" Target="../tags/tag134.xml"/><Relationship Id="rId10" Type="http://schemas.openxmlformats.org/officeDocument/2006/relationships/image" Target="../media/image7.svg"/><Relationship Id="rId4" Type="http://schemas.openxmlformats.org/officeDocument/2006/relationships/tags" Target="../tags/tag133.xml"/><Relationship Id="rId9" Type="http://schemas.openxmlformats.org/officeDocument/2006/relationships/image" Target="../media/image6.png"/></Relationships>
</file>

<file path=ppt/slideLayouts/_rels/slideLayout27.xml.rels><?xml version="1.0" encoding="UTF-8" standalone="yes"?>
<Relationships xmlns="http://schemas.openxmlformats.org/package/2006/relationships"><Relationship Id="rId8" Type="http://schemas.openxmlformats.org/officeDocument/2006/relationships/tags" Target="../tags/tag144.xml"/><Relationship Id="rId3" Type="http://schemas.openxmlformats.org/officeDocument/2006/relationships/tags" Target="../tags/tag139.xml"/><Relationship Id="rId7" Type="http://schemas.openxmlformats.org/officeDocument/2006/relationships/tags" Target="../tags/tag143.xml"/><Relationship Id="rId2" Type="http://schemas.openxmlformats.org/officeDocument/2006/relationships/tags" Target="../tags/tag138.xml"/><Relationship Id="rId1" Type="http://schemas.openxmlformats.org/officeDocument/2006/relationships/tags" Target="../tags/tag137.xml"/><Relationship Id="rId6" Type="http://schemas.openxmlformats.org/officeDocument/2006/relationships/tags" Target="../tags/tag142.xml"/><Relationship Id="rId11" Type="http://schemas.openxmlformats.org/officeDocument/2006/relationships/image" Target="../media/image7.svg"/><Relationship Id="rId5" Type="http://schemas.openxmlformats.org/officeDocument/2006/relationships/tags" Target="../tags/tag141.xml"/><Relationship Id="rId10" Type="http://schemas.openxmlformats.org/officeDocument/2006/relationships/image" Target="../media/image6.png"/><Relationship Id="rId4" Type="http://schemas.openxmlformats.org/officeDocument/2006/relationships/tags" Target="../tags/tag140.xml"/><Relationship Id="rId9"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8" Type="http://schemas.openxmlformats.org/officeDocument/2006/relationships/image" Target="../media/image7.svg"/><Relationship Id="rId3" Type="http://schemas.openxmlformats.org/officeDocument/2006/relationships/tags" Target="../tags/tag147.xml"/><Relationship Id="rId7" Type="http://schemas.openxmlformats.org/officeDocument/2006/relationships/image" Target="../media/image6.png"/><Relationship Id="rId2" Type="http://schemas.openxmlformats.org/officeDocument/2006/relationships/tags" Target="../tags/tag146.xml"/><Relationship Id="rId1" Type="http://schemas.openxmlformats.org/officeDocument/2006/relationships/tags" Target="../tags/tag145.xml"/><Relationship Id="rId6" Type="http://schemas.openxmlformats.org/officeDocument/2006/relationships/slideMaster" Target="../slideMasters/slideMaster1.xml"/><Relationship Id="rId5" Type="http://schemas.openxmlformats.org/officeDocument/2006/relationships/tags" Target="../tags/tag149.xml"/><Relationship Id="rId4" Type="http://schemas.openxmlformats.org/officeDocument/2006/relationships/tags" Target="../tags/tag148.xml"/></Relationships>
</file>

<file path=ppt/slideLayouts/_rels/slideLayout29.xml.rels><?xml version="1.0" encoding="UTF-8" standalone="yes"?>
<Relationships xmlns="http://schemas.openxmlformats.org/package/2006/relationships"><Relationship Id="rId8" Type="http://schemas.openxmlformats.org/officeDocument/2006/relationships/image" Target="../media/image7.svg"/><Relationship Id="rId3" Type="http://schemas.openxmlformats.org/officeDocument/2006/relationships/tags" Target="../tags/tag152.xml"/><Relationship Id="rId7" Type="http://schemas.openxmlformats.org/officeDocument/2006/relationships/image" Target="../media/image6.png"/><Relationship Id="rId2" Type="http://schemas.openxmlformats.org/officeDocument/2006/relationships/tags" Target="../tags/tag151.xml"/><Relationship Id="rId1" Type="http://schemas.openxmlformats.org/officeDocument/2006/relationships/tags" Target="../tags/tag150.xml"/><Relationship Id="rId6" Type="http://schemas.openxmlformats.org/officeDocument/2006/relationships/slideMaster" Target="../slideMasters/slideMaster1.xml"/><Relationship Id="rId5" Type="http://schemas.openxmlformats.org/officeDocument/2006/relationships/tags" Target="../tags/tag154.xml"/><Relationship Id="rId4" Type="http://schemas.openxmlformats.org/officeDocument/2006/relationships/tags" Target="../tags/tag153.xml"/></Relationships>
</file>

<file path=ppt/slideLayouts/_rels/slideLayout30.xml.rels><?xml version="1.0" encoding="UTF-8" standalone="yes"?>
<Relationships xmlns="http://schemas.openxmlformats.org/package/2006/relationships"><Relationship Id="rId3" Type="http://schemas.openxmlformats.org/officeDocument/2006/relationships/tags" Target="../tags/tag157.xml"/><Relationship Id="rId7" Type="http://schemas.openxmlformats.org/officeDocument/2006/relationships/image" Target="../media/image7.svg"/><Relationship Id="rId2" Type="http://schemas.openxmlformats.org/officeDocument/2006/relationships/tags" Target="../tags/tag156.xml"/><Relationship Id="rId1" Type="http://schemas.openxmlformats.org/officeDocument/2006/relationships/tags" Target="../tags/tag155.xml"/><Relationship Id="rId6" Type="http://schemas.openxmlformats.org/officeDocument/2006/relationships/image" Target="../media/image6.png"/><Relationship Id="rId5" Type="http://schemas.openxmlformats.org/officeDocument/2006/relationships/slideMaster" Target="../slideMasters/slideMaster1.xml"/><Relationship Id="rId4" Type="http://schemas.openxmlformats.org/officeDocument/2006/relationships/tags" Target="../tags/tag158.xml"/></Relationships>
</file>

<file path=ppt/slideLayouts/_rels/slideLayout31.xml.rels><?xml version="1.0" encoding="UTF-8" standalone="yes"?>
<Relationships xmlns="http://schemas.openxmlformats.org/package/2006/relationships"><Relationship Id="rId8" Type="http://schemas.openxmlformats.org/officeDocument/2006/relationships/image" Target="../media/image7.svg"/><Relationship Id="rId3" Type="http://schemas.openxmlformats.org/officeDocument/2006/relationships/tags" Target="../tags/tag161.xml"/><Relationship Id="rId7" Type="http://schemas.openxmlformats.org/officeDocument/2006/relationships/image" Target="../media/image6.png"/><Relationship Id="rId2" Type="http://schemas.openxmlformats.org/officeDocument/2006/relationships/tags" Target="../tags/tag160.xml"/><Relationship Id="rId1" Type="http://schemas.openxmlformats.org/officeDocument/2006/relationships/tags" Target="../tags/tag159.xml"/><Relationship Id="rId6" Type="http://schemas.openxmlformats.org/officeDocument/2006/relationships/slideMaster" Target="../slideMasters/slideMaster1.xml"/><Relationship Id="rId5" Type="http://schemas.openxmlformats.org/officeDocument/2006/relationships/tags" Target="../tags/tag163.xml"/><Relationship Id="rId4" Type="http://schemas.openxmlformats.org/officeDocument/2006/relationships/tags" Target="../tags/tag162.xml"/></Relationships>
</file>

<file path=ppt/slideLayouts/_rels/slideLayout32.xml.rels><?xml version="1.0" encoding="UTF-8" standalone="yes"?>
<Relationships xmlns="http://schemas.openxmlformats.org/package/2006/relationships"><Relationship Id="rId3" Type="http://schemas.openxmlformats.org/officeDocument/2006/relationships/tags" Target="../tags/tag166.xml"/><Relationship Id="rId2" Type="http://schemas.openxmlformats.org/officeDocument/2006/relationships/tags" Target="../tags/tag165.xml"/><Relationship Id="rId1" Type="http://schemas.openxmlformats.org/officeDocument/2006/relationships/tags" Target="../tags/tag164.xml"/><Relationship Id="rId6" Type="http://schemas.openxmlformats.org/officeDocument/2006/relationships/image" Target="../media/image2.svg"/><Relationship Id="rId5" Type="http://schemas.openxmlformats.org/officeDocument/2006/relationships/image" Target="../media/image1.png"/><Relationship Id="rId4"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elfolie">
    <p:spTree>
      <p:nvGrpSpPr>
        <p:cNvPr id="1" name=""/>
        <p:cNvGrpSpPr/>
        <p:nvPr/>
      </p:nvGrpSpPr>
      <p:grpSpPr>
        <a:xfrm>
          <a:off x="0" y="0"/>
          <a:ext cx="0" cy="0"/>
          <a:chOff x="0" y="0"/>
          <a:chExt cx="0" cy="0"/>
        </a:xfrm>
      </p:grpSpPr>
      <p:pic>
        <p:nvPicPr>
          <p:cNvPr id="41" name="Grafik 40" descr="Logo der Technischen Universität Wien">
            <a:extLst>
              <a:ext uri="{FF2B5EF4-FFF2-40B4-BE49-F238E27FC236}">
                <a16:creationId xmlns:a16="http://schemas.microsoft.com/office/drawing/2014/main" id="{4F515961-5FE0-48A5-A350-239B3180909B}"/>
              </a:ext>
            </a:extLst>
          </p:cNvPr>
          <p:cNvPicPr/>
          <p:nvPr userDrawn="1">
            <p:custDataLst>
              <p:tags r:id="rId1"/>
            </p:custDataLst>
          </p:nvPr>
        </p:nvPicPr>
        <p:blipFill>
          <a:blip r:embed="rId6" cstate="print">
            <a:extLst>
              <a:ext uri="{28A0092B-C50C-407E-A947-70E740481C1C}">
                <a14:useLocalDpi xmlns:a14="http://schemas.microsoft.com/office/drawing/2010/main"/>
              </a:ext>
              <a:ext uri="{96DAC541-7B7A-43D3-8B79-37D633B846F1}">
                <asvg:svgBlip xmlns:asvg="http://schemas.microsoft.com/office/drawing/2016/SVG/main" r:embed="rId7"/>
              </a:ext>
            </a:extLst>
          </a:blip>
          <a:stretch>
            <a:fillRect/>
          </a:stretch>
        </p:blipFill>
        <p:spPr>
          <a:xfrm>
            <a:off x="468287" y="466725"/>
            <a:ext cx="1939882" cy="734886"/>
          </a:xfrm>
          <a:prstGeom prst="rect">
            <a:avLst/>
          </a:prstGeom>
        </p:spPr>
      </p:pic>
      <p:sp>
        <p:nvSpPr>
          <p:cNvPr id="2" name="Titel 1">
            <a:extLst>
              <a:ext uri="{FF2B5EF4-FFF2-40B4-BE49-F238E27FC236}">
                <a16:creationId xmlns:a16="http://schemas.microsoft.com/office/drawing/2014/main" id="{7226F95A-C572-4753-9A21-DBF6531D5F3A}"/>
              </a:ext>
            </a:extLst>
          </p:cNvPr>
          <p:cNvSpPr>
            <a:spLocks noGrp="1"/>
          </p:cNvSpPr>
          <p:nvPr>
            <p:ph type="ctrTitle" hasCustomPrompt="1"/>
            <p:custDataLst>
              <p:tags r:id="rId2"/>
            </p:custDataLst>
          </p:nvPr>
        </p:nvSpPr>
        <p:spPr>
          <a:xfrm>
            <a:off x="1308100" y="2276475"/>
            <a:ext cx="9577388" cy="1524000"/>
          </a:xfrm>
        </p:spPr>
        <p:txBody>
          <a:bodyPr lIns="0" tIns="0" rIns="0" bIns="0" anchor="b">
            <a:noAutofit/>
          </a:bodyPr>
          <a:lstStyle>
            <a:lvl1pPr algn="l">
              <a:defRPr sz="5400">
                <a:solidFill>
                  <a:schemeClr val="accent1"/>
                </a:solidFill>
              </a:defRPr>
            </a:lvl1pPr>
          </a:lstStyle>
          <a:p>
            <a:r>
              <a:rPr lang="de-AT" dirty="0"/>
              <a:t>Titel</a:t>
            </a:r>
          </a:p>
        </p:txBody>
      </p:sp>
      <p:sp>
        <p:nvSpPr>
          <p:cNvPr id="3" name="Untertitel 2">
            <a:extLst>
              <a:ext uri="{FF2B5EF4-FFF2-40B4-BE49-F238E27FC236}">
                <a16:creationId xmlns:a16="http://schemas.microsoft.com/office/drawing/2014/main" id="{53DE19F1-4351-4A07-8662-A968E8A450FD}"/>
              </a:ext>
            </a:extLst>
          </p:cNvPr>
          <p:cNvSpPr>
            <a:spLocks noGrp="1"/>
          </p:cNvSpPr>
          <p:nvPr>
            <p:ph type="subTitle" idx="1" hasCustomPrompt="1"/>
            <p:custDataLst>
              <p:tags r:id="rId3"/>
            </p:custDataLst>
          </p:nvPr>
        </p:nvSpPr>
        <p:spPr>
          <a:xfrm>
            <a:off x="1308100" y="3971926"/>
            <a:ext cx="9577388" cy="1104900"/>
          </a:xfrm>
        </p:spPr>
        <p:txBody>
          <a:bodyPr lIns="0" tIns="0" rIns="0" bIns="0">
            <a:noAutofit/>
          </a:bodyPr>
          <a:lstStyle>
            <a:lvl1pPr marL="0" indent="0" algn="l">
              <a:buNone/>
              <a:defRPr sz="32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de-AT" dirty="0"/>
              <a:t>Untertitel (Datum, Ort, Name, ...)</a:t>
            </a:r>
          </a:p>
        </p:txBody>
      </p:sp>
      <p:sp>
        <p:nvSpPr>
          <p:cNvPr id="40" name="Textplatzhalter 4">
            <a:extLst>
              <a:ext uri="{FF2B5EF4-FFF2-40B4-BE49-F238E27FC236}">
                <a16:creationId xmlns:a16="http://schemas.microsoft.com/office/drawing/2014/main" id="{7A5D3C4D-4D39-4C8C-BFBF-C78298318782}"/>
              </a:ext>
            </a:extLst>
          </p:cNvPr>
          <p:cNvSpPr>
            <a:spLocks noGrp="1"/>
          </p:cNvSpPr>
          <p:nvPr>
            <p:ph type="body" sz="quarter" idx="10" hasCustomPrompt="1"/>
            <p:custDataLst>
              <p:tags r:id="rId4"/>
            </p:custDataLst>
          </p:nvPr>
        </p:nvSpPr>
        <p:spPr bwMode="gray">
          <a:xfrm>
            <a:off x="7589520" y="6412992"/>
            <a:ext cx="4123055" cy="233552"/>
          </a:xfrm>
        </p:spPr>
        <p:txBody>
          <a:bodyPr anchor="ctr"/>
          <a:lstStyle>
            <a:lvl1pPr marL="0" indent="0" algn="r">
              <a:buNone/>
              <a:defRPr sz="1400" b="1">
                <a:solidFill>
                  <a:schemeClr val="bg1"/>
                </a:solidFill>
              </a:defRPr>
            </a:lvl1pPr>
          </a:lstStyle>
          <a:p>
            <a:pPr lvl="0"/>
            <a:r>
              <a:rPr lang="de-AT" dirty="0"/>
              <a:t>www.tuwien.at</a:t>
            </a:r>
          </a:p>
        </p:txBody>
      </p:sp>
    </p:spTree>
    <p:extLst>
      <p:ext uri="{BB962C8B-B14F-4D97-AF65-F5344CB8AC3E}">
        <p14:creationId xmlns:p14="http://schemas.microsoft.com/office/powerpoint/2010/main" val="35103952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elfolie mit Bild">
    <p:spTree>
      <p:nvGrpSpPr>
        <p:cNvPr id="1" name=""/>
        <p:cNvGrpSpPr/>
        <p:nvPr/>
      </p:nvGrpSpPr>
      <p:grpSpPr>
        <a:xfrm>
          <a:off x="0" y="0"/>
          <a:ext cx="0" cy="0"/>
          <a:chOff x="0" y="0"/>
          <a:chExt cx="0" cy="0"/>
        </a:xfrm>
      </p:grpSpPr>
      <p:pic>
        <p:nvPicPr>
          <p:cNvPr id="9" name="Grafik 8">
            <a:extLst>
              <a:ext uri="{FF2B5EF4-FFF2-40B4-BE49-F238E27FC236}">
                <a16:creationId xmlns:a16="http://schemas.microsoft.com/office/drawing/2014/main" id="{4BB5D645-0874-4ED8-A93C-F4A35806743C}"/>
              </a:ext>
              <a:ext uri="{C183D7F6-B498-43B3-948B-1728B52AA6E4}">
                <adec:decorative xmlns:adec="http://schemas.microsoft.com/office/drawing/2017/decorative" val="1"/>
              </a:ext>
            </a:extLst>
          </p:cNvPr>
          <p:cNvPicPr>
            <a:picLocks noChangeAspect="1"/>
          </p:cNvPicPr>
          <p:nvPr userDrawn="1">
            <p:custDataLst>
              <p:tags r:id="rId1"/>
            </p:custDataLst>
          </p:nvPr>
        </p:nvPicPr>
        <p:blipFill rotWithShape="1">
          <a:blip r:embed="rId8" cstate="screen">
            <a:extLst>
              <a:ext uri="{28A0092B-C50C-407E-A947-70E740481C1C}">
                <a14:useLocalDpi xmlns:a14="http://schemas.microsoft.com/office/drawing/2010/main"/>
              </a:ext>
            </a:extLst>
          </a:blip>
          <a:srcRect b="11502"/>
          <a:stretch/>
        </p:blipFill>
        <p:spPr>
          <a:xfrm>
            <a:off x="0" y="3312"/>
            <a:ext cx="12192000" cy="6063380"/>
          </a:xfrm>
          <a:prstGeom prst="rect">
            <a:avLst/>
          </a:prstGeom>
        </p:spPr>
      </p:pic>
      <p:pic>
        <p:nvPicPr>
          <p:cNvPr id="50" name="Grafik 49" descr="Logo der Technischen Universität Wien">
            <a:extLst>
              <a:ext uri="{FF2B5EF4-FFF2-40B4-BE49-F238E27FC236}">
                <a16:creationId xmlns:a16="http://schemas.microsoft.com/office/drawing/2014/main" id="{B9752043-E0A7-4A49-ABCE-FA89B17A8BB8}"/>
              </a:ext>
            </a:extLst>
          </p:cNvPr>
          <p:cNvPicPr/>
          <p:nvPr userDrawn="1">
            <p:custDataLst>
              <p:tags r:id="rId2"/>
            </p:custDataLst>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rcRect/>
          <a:stretch/>
        </p:blipFill>
        <p:spPr>
          <a:xfrm>
            <a:off x="468287" y="467692"/>
            <a:ext cx="1939882" cy="732952"/>
          </a:xfrm>
          <a:prstGeom prst="rect">
            <a:avLst/>
          </a:prstGeom>
        </p:spPr>
      </p:pic>
      <p:sp>
        <p:nvSpPr>
          <p:cNvPr id="2" name="Titel 1">
            <a:extLst>
              <a:ext uri="{FF2B5EF4-FFF2-40B4-BE49-F238E27FC236}">
                <a16:creationId xmlns:a16="http://schemas.microsoft.com/office/drawing/2014/main" id="{03701E1D-9FD1-42AD-91DE-DF5BA9B4DB6F}"/>
              </a:ext>
            </a:extLst>
          </p:cNvPr>
          <p:cNvSpPr>
            <a:spLocks noGrp="1"/>
          </p:cNvSpPr>
          <p:nvPr>
            <p:ph type="title" hasCustomPrompt="1"/>
            <p:custDataLst>
              <p:tags r:id="rId3"/>
            </p:custDataLst>
          </p:nvPr>
        </p:nvSpPr>
        <p:spPr bwMode="white">
          <a:xfrm>
            <a:off x="461963" y="4438899"/>
            <a:ext cx="10134599" cy="1039564"/>
          </a:xfrm>
        </p:spPr>
        <p:txBody>
          <a:bodyPr/>
          <a:lstStyle>
            <a:lvl1pPr>
              <a:defRPr>
                <a:solidFill>
                  <a:schemeClr val="bg1"/>
                </a:solidFill>
              </a:defRPr>
            </a:lvl1pPr>
          </a:lstStyle>
          <a:p>
            <a:r>
              <a:rPr lang="de-AT" dirty="0"/>
              <a:t>Titel</a:t>
            </a:r>
          </a:p>
        </p:txBody>
      </p:sp>
      <p:sp>
        <p:nvSpPr>
          <p:cNvPr id="7" name="Textplatzhalter 6">
            <a:extLst>
              <a:ext uri="{FF2B5EF4-FFF2-40B4-BE49-F238E27FC236}">
                <a16:creationId xmlns:a16="http://schemas.microsoft.com/office/drawing/2014/main" id="{6029DDD8-08D2-4AD9-B5F0-E6CCC5954B07}"/>
              </a:ext>
            </a:extLst>
          </p:cNvPr>
          <p:cNvSpPr>
            <a:spLocks noGrp="1"/>
          </p:cNvSpPr>
          <p:nvPr>
            <p:ph type="body" sz="quarter" idx="15" hasCustomPrompt="1"/>
            <p:custDataLst>
              <p:tags r:id="rId4"/>
            </p:custDataLst>
          </p:nvPr>
        </p:nvSpPr>
        <p:spPr>
          <a:xfrm>
            <a:off x="461963" y="5550408"/>
            <a:ext cx="10134600" cy="345566"/>
          </a:xfrm>
        </p:spPr>
        <p:txBody>
          <a:bodyPr/>
          <a:lstStyle>
            <a:lvl1pPr marL="0" indent="0">
              <a:buNone/>
              <a:defRPr sz="2400">
                <a:solidFill>
                  <a:schemeClr val="bg1"/>
                </a:solidFill>
              </a:defRPr>
            </a:lvl1pPr>
            <a:lvl2pPr marL="0" indent="0">
              <a:buNone/>
              <a:defRPr sz="2400">
                <a:solidFill>
                  <a:schemeClr val="bg1"/>
                </a:solidFill>
              </a:defRPr>
            </a:lvl2pPr>
            <a:lvl3pPr marL="269875" indent="0">
              <a:buNone/>
              <a:defRPr sz="2400">
                <a:solidFill>
                  <a:schemeClr val="bg1"/>
                </a:solidFill>
              </a:defRPr>
            </a:lvl3pPr>
            <a:lvl4pPr marL="538162" indent="0">
              <a:buNone/>
              <a:defRPr sz="2400">
                <a:solidFill>
                  <a:schemeClr val="bg1"/>
                </a:solidFill>
              </a:defRPr>
            </a:lvl4pPr>
            <a:lvl5pPr marL="903288" indent="0">
              <a:buNone/>
              <a:defRPr sz="2400">
                <a:solidFill>
                  <a:schemeClr val="bg1"/>
                </a:solidFill>
              </a:defRPr>
            </a:lvl5pPr>
          </a:lstStyle>
          <a:p>
            <a:pPr lvl="0"/>
            <a:r>
              <a:rPr lang="de-AT" dirty="0"/>
              <a:t>Untertitel (Datum, Ort, Name, ...)</a:t>
            </a:r>
          </a:p>
        </p:txBody>
      </p:sp>
      <p:sp>
        <p:nvSpPr>
          <p:cNvPr id="46" name="Textplatzhalter 42">
            <a:extLst>
              <a:ext uri="{FF2B5EF4-FFF2-40B4-BE49-F238E27FC236}">
                <a16:creationId xmlns:a16="http://schemas.microsoft.com/office/drawing/2014/main" id="{065FC1A0-E07C-4B15-AC25-3575EBB8EEAA}"/>
              </a:ext>
            </a:extLst>
          </p:cNvPr>
          <p:cNvSpPr>
            <a:spLocks noGrp="1"/>
          </p:cNvSpPr>
          <p:nvPr>
            <p:ph type="body" sz="quarter" idx="14" hasCustomPrompt="1"/>
            <p:custDataLst>
              <p:tags r:id="rId5"/>
            </p:custDataLst>
          </p:nvPr>
        </p:nvSpPr>
        <p:spPr>
          <a:xfrm>
            <a:off x="7247493" y="6050376"/>
            <a:ext cx="4465082" cy="171450"/>
          </a:xfrm>
        </p:spPr>
        <p:txBody>
          <a:bodyPr anchor="b"/>
          <a:lstStyle>
            <a:lvl1pPr algn="r">
              <a:buNone/>
              <a:defRPr sz="800" cap="all" baseline="0"/>
            </a:lvl1pPr>
            <a:lvl2pPr>
              <a:buNone/>
              <a:defRPr sz="800"/>
            </a:lvl2pPr>
            <a:lvl3pPr>
              <a:buNone/>
              <a:defRPr sz="800"/>
            </a:lvl3pPr>
            <a:lvl4pPr>
              <a:buNone/>
              <a:defRPr sz="800"/>
            </a:lvl4pPr>
            <a:lvl5pPr>
              <a:buNone/>
              <a:defRPr sz="800"/>
            </a:lvl5pPr>
          </a:lstStyle>
          <a:p>
            <a:pPr lvl="0" algn="r">
              <a:buNone/>
            </a:pPr>
            <a:r>
              <a:rPr lang="de-AT" dirty="0"/>
              <a:t>© Copyright-Info, Quelle, …</a:t>
            </a:r>
          </a:p>
        </p:txBody>
      </p:sp>
      <p:sp>
        <p:nvSpPr>
          <p:cNvPr id="48" name="Textplatzhalter 4">
            <a:extLst>
              <a:ext uri="{FF2B5EF4-FFF2-40B4-BE49-F238E27FC236}">
                <a16:creationId xmlns:a16="http://schemas.microsoft.com/office/drawing/2014/main" id="{178BDD75-53A6-43C6-8C0C-26F0514FCFC8}"/>
              </a:ext>
            </a:extLst>
          </p:cNvPr>
          <p:cNvSpPr>
            <a:spLocks noGrp="1"/>
          </p:cNvSpPr>
          <p:nvPr>
            <p:ph type="body" sz="quarter" idx="10" hasCustomPrompt="1"/>
            <p:custDataLst>
              <p:tags r:id="rId6"/>
            </p:custDataLst>
          </p:nvPr>
        </p:nvSpPr>
        <p:spPr bwMode="gray">
          <a:xfrm>
            <a:off x="7589520" y="6412992"/>
            <a:ext cx="4123055" cy="233552"/>
          </a:xfrm>
        </p:spPr>
        <p:txBody>
          <a:bodyPr anchor="ctr"/>
          <a:lstStyle>
            <a:lvl1pPr marL="0" indent="0" algn="r">
              <a:buNone/>
              <a:defRPr sz="1400" b="1">
                <a:solidFill>
                  <a:schemeClr val="bg1"/>
                </a:solidFill>
              </a:defRPr>
            </a:lvl1pPr>
          </a:lstStyle>
          <a:p>
            <a:pPr lvl="0"/>
            <a:r>
              <a:rPr lang="de-AT" dirty="0"/>
              <a:t>www.tuwien.at</a:t>
            </a:r>
          </a:p>
        </p:txBody>
      </p:sp>
    </p:spTree>
    <p:extLst>
      <p:ext uri="{BB962C8B-B14F-4D97-AF65-F5344CB8AC3E}">
        <p14:creationId xmlns:p14="http://schemas.microsoft.com/office/powerpoint/2010/main" val="352968778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el und Inhalt">
    <p:spTree>
      <p:nvGrpSpPr>
        <p:cNvPr id="1" name=""/>
        <p:cNvGrpSpPr/>
        <p:nvPr/>
      </p:nvGrpSpPr>
      <p:grpSpPr>
        <a:xfrm>
          <a:off x="0" y="0"/>
          <a:ext cx="0" cy="0"/>
          <a:chOff x="0" y="0"/>
          <a:chExt cx="0" cy="0"/>
        </a:xfrm>
      </p:grpSpPr>
      <p:pic>
        <p:nvPicPr>
          <p:cNvPr id="42" name="Grafik 41" descr="Logo der Technischen Universität Wien">
            <a:extLst>
              <a:ext uri="{FF2B5EF4-FFF2-40B4-BE49-F238E27FC236}">
                <a16:creationId xmlns:a16="http://schemas.microsoft.com/office/drawing/2014/main" id="{98735E1B-0541-4A0E-9FE3-B087FEBC9257}"/>
              </a:ext>
            </a:extLst>
          </p:cNvPr>
          <p:cNvPicPr/>
          <p:nvPr userDrawn="1">
            <p:custDataLst>
              <p:tags r:id="rId1"/>
            </p:custDataLst>
          </p:nvPr>
        </p:nvPicPr>
        <p:blipFill>
          <a:blip r:embed="rId6" cstate="print">
            <a:extLst>
              <a:ext uri="{28A0092B-C50C-407E-A947-70E740481C1C}">
                <a14:useLocalDpi xmlns:a14="http://schemas.microsoft.com/office/drawing/2010/main"/>
              </a:ext>
              <a:ext uri="{96DAC541-7B7A-43D3-8B79-37D633B846F1}">
                <asvg:svgBlip xmlns:asvg="http://schemas.microsoft.com/office/drawing/2016/SVG/main" r:embed="rId7"/>
              </a:ext>
            </a:extLst>
          </a:blip>
          <a:stretch>
            <a:fillRect/>
          </a:stretch>
        </p:blipFill>
        <p:spPr>
          <a:xfrm>
            <a:off x="468287" y="466725"/>
            <a:ext cx="1939882" cy="734886"/>
          </a:xfrm>
          <a:prstGeom prst="rect">
            <a:avLst/>
          </a:prstGeom>
        </p:spPr>
      </p:pic>
      <p:sp>
        <p:nvSpPr>
          <p:cNvPr id="4" name="Titel 3">
            <a:extLst>
              <a:ext uri="{FF2B5EF4-FFF2-40B4-BE49-F238E27FC236}">
                <a16:creationId xmlns:a16="http://schemas.microsoft.com/office/drawing/2014/main" id="{26FE97BF-50D8-4DF7-BDB0-2CE0DB6CB7F9}"/>
              </a:ext>
            </a:extLst>
          </p:cNvPr>
          <p:cNvSpPr>
            <a:spLocks noGrp="1"/>
          </p:cNvSpPr>
          <p:nvPr>
            <p:ph type="title"/>
            <p:custDataLst>
              <p:tags r:id="rId2"/>
            </p:custDataLst>
          </p:nvPr>
        </p:nvSpPr>
        <p:spPr>
          <a:xfrm>
            <a:off x="1307065" y="1549399"/>
            <a:ext cx="9289498" cy="828675"/>
          </a:xfrm>
        </p:spPr>
        <p:txBody>
          <a:bodyPr/>
          <a:lstStyle/>
          <a:p>
            <a:r>
              <a:rPr lang="en-US"/>
              <a:t>Click to edit Master title style</a:t>
            </a:r>
            <a:endParaRPr lang="de-AT" dirty="0"/>
          </a:p>
        </p:txBody>
      </p:sp>
      <p:sp>
        <p:nvSpPr>
          <p:cNvPr id="3" name="Inhaltsplatzhalter 2">
            <a:extLst>
              <a:ext uri="{FF2B5EF4-FFF2-40B4-BE49-F238E27FC236}">
                <a16:creationId xmlns:a16="http://schemas.microsoft.com/office/drawing/2014/main" id="{229AD4FC-B392-43C1-88AF-11A99A7BAEB9}"/>
              </a:ext>
            </a:extLst>
          </p:cNvPr>
          <p:cNvSpPr>
            <a:spLocks noGrp="1"/>
          </p:cNvSpPr>
          <p:nvPr>
            <p:ph idx="1" hasCustomPrompt="1"/>
            <p:custDataLst>
              <p:tags r:id="rId3"/>
            </p:custDataLst>
          </p:nvPr>
        </p:nvSpPr>
        <p:spPr>
          <a:xfrm>
            <a:off x="1308100" y="2628900"/>
            <a:ext cx="9288463" cy="3095625"/>
          </a:xfrm>
        </p:spPr>
        <p:txBody>
          <a:bodyPr/>
          <a:lstStyle>
            <a:lvl1pPr>
              <a:buClr>
                <a:schemeClr val="accent1"/>
              </a:buClr>
              <a:defRPr lang="de-AT" dirty="0"/>
            </a:lvl1pPr>
            <a:lvl2pPr>
              <a:buClr>
                <a:schemeClr val="accent1"/>
              </a:buClr>
              <a:defRPr lang="de-AT" dirty="0"/>
            </a:lvl2pPr>
            <a:lvl3pPr>
              <a:buClr>
                <a:schemeClr val="accent1"/>
              </a:buClr>
              <a:defRPr lang="de-AT" dirty="0"/>
            </a:lvl3pPr>
            <a:lvl4pPr>
              <a:buClr>
                <a:schemeClr val="accent1"/>
              </a:buClr>
              <a:defRPr lang="de-AT" dirty="0"/>
            </a:lvl4pPr>
            <a:lvl5pPr>
              <a:buClr>
                <a:schemeClr val="accent1"/>
              </a:buClr>
              <a:defRPr lang="de-AT" dirty="0"/>
            </a:lvl5pPr>
          </a:lstStyle>
          <a:p>
            <a:pPr lvl="0"/>
            <a:r>
              <a:rPr lang="de-AT" dirty="0"/>
              <a:t>Formatvorlagen des Textmasters bearbeiten</a:t>
            </a:r>
          </a:p>
          <a:p>
            <a:pPr lvl="1"/>
            <a:r>
              <a:rPr lang="de-AT" dirty="0"/>
              <a:t>Zweite Ebene</a:t>
            </a:r>
          </a:p>
          <a:p>
            <a:pPr lvl="2"/>
            <a:r>
              <a:rPr lang="de-AT" dirty="0"/>
              <a:t>Dritte Ebene</a:t>
            </a:r>
          </a:p>
          <a:p>
            <a:pPr lvl="3"/>
            <a:r>
              <a:rPr lang="de-AT" dirty="0"/>
              <a:t>Vierte Ebene</a:t>
            </a:r>
          </a:p>
          <a:p>
            <a:pPr lvl="4"/>
            <a:r>
              <a:rPr lang="de-AT" dirty="0"/>
              <a:t>Fünfte Ebene</a:t>
            </a:r>
          </a:p>
        </p:txBody>
      </p:sp>
      <p:sp>
        <p:nvSpPr>
          <p:cNvPr id="43" name="Textplatzhalter 6">
            <a:extLst>
              <a:ext uri="{FF2B5EF4-FFF2-40B4-BE49-F238E27FC236}">
                <a16:creationId xmlns:a16="http://schemas.microsoft.com/office/drawing/2014/main" id="{AB39C453-1E66-49C6-A96C-112E158D898D}"/>
              </a:ext>
            </a:extLst>
          </p:cNvPr>
          <p:cNvSpPr>
            <a:spLocks noGrp="1"/>
          </p:cNvSpPr>
          <p:nvPr>
            <p:ph type="body" sz="quarter" idx="16" hasCustomPrompt="1"/>
            <p:custDataLst>
              <p:tags r:id="rId4"/>
            </p:custDataLst>
          </p:nvPr>
        </p:nvSpPr>
        <p:spPr>
          <a:xfrm>
            <a:off x="1308100" y="5795962"/>
            <a:ext cx="9288463" cy="100013"/>
          </a:xfrm>
        </p:spPr>
        <p:txBody>
          <a:bodyPr anchor="b"/>
          <a:lstStyle>
            <a:lvl1pPr marL="0" indent="0">
              <a:buNone/>
              <a:defRPr sz="800" cap="all" baseline="0"/>
            </a:lvl1pPr>
          </a:lstStyle>
          <a:p>
            <a:pPr marL="0" marR="0" lvl="0" indent="0" algn="l" defTabSz="914400" rtl="0" eaLnBrk="1" fontAlgn="auto" latinLnBrk="0" hangingPunct="1">
              <a:lnSpc>
                <a:spcPct val="90000"/>
              </a:lnSpc>
              <a:spcBef>
                <a:spcPts val="600"/>
              </a:spcBef>
              <a:spcAft>
                <a:spcPts val="0"/>
              </a:spcAft>
              <a:buClr>
                <a:schemeClr val="tx2"/>
              </a:buClr>
              <a:buSzPct val="90000"/>
              <a:buFont typeface="Arial" panose="020B0604020202020204" pitchFamily="34" charset="0"/>
              <a:buNone/>
              <a:tabLst/>
              <a:defRPr/>
            </a:pPr>
            <a:r>
              <a:rPr lang="de-AT" dirty="0"/>
              <a:t>© Copyright-Info, Quelle, …</a:t>
            </a:r>
          </a:p>
        </p:txBody>
      </p:sp>
      <p:sp>
        <p:nvSpPr>
          <p:cNvPr id="5" name="Fußzeilenplatzhalter 4">
            <a:extLst>
              <a:ext uri="{FF2B5EF4-FFF2-40B4-BE49-F238E27FC236}">
                <a16:creationId xmlns:a16="http://schemas.microsoft.com/office/drawing/2014/main" id="{243B606A-DCE3-4B26-81CB-18C2E897C839}"/>
              </a:ext>
            </a:extLst>
          </p:cNvPr>
          <p:cNvSpPr>
            <a:spLocks noGrp="1"/>
          </p:cNvSpPr>
          <p:nvPr>
            <p:ph type="ftr" sz="quarter" idx="14"/>
          </p:nvPr>
        </p:nvSpPr>
        <p:spPr/>
        <p:txBody>
          <a:bodyPr/>
          <a:lstStyle/>
          <a:p>
            <a:r>
              <a:rPr lang="de-AT"/>
              <a:t>Musterpräsentation | September 2021</a:t>
            </a:r>
            <a:endParaRPr lang="de-AT" dirty="0"/>
          </a:p>
        </p:txBody>
      </p:sp>
      <p:sp>
        <p:nvSpPr>
          <p:cNvPr id="6" name="Foliennummernplatzhalter 5">
            <a:extLst>
              <a:ext uri="{FF2B5EF4-FFF2-40B4-BE49-F238E27FC236}">
                <a16:creationId xmlns:a16="http://schemas.microsoft.com/office/drawing/2014/main" id="{20F75537-0A25-4CFA-A3B7-13DE6D8B980C}"/>
              </a:ext>
            </a:extLst>
          </p:cNvPr>
          <p:cNvSpPr>
            <a:spLocks noGrp="1"/>
          </p:cNvSpPr>
          <p:nvPr>
            <p:ph type="sldNum" sz="quarter" idx="15"/>
          </p:nvPr>
        </p:nvSpPr>
        <p:spPr/>
        <p:txBody>
          <a:bodyPr/>
          <a:lstStyle/>
          <a:p>
            <a:fld id="{418F7AD7-DC47-44A0-A9D7-F1C17BFD6F09}" type="slidenum">
              <a:rPr lang="de-AT" smtClean="0"/>
              <a:pPr/>
              <a:t>‹#›</a:t>
            </a:fld>
            <a:endParaRPr lang="de-AT" dirty="0"/>
          </a:p>
        </p:txBody>
      </p:sp>
    </p:spTree>
    <p:extLst>
      <p:ext uri="{BB962C8B-B14F-4D97-AF65-F5344CB8AC3E}">
        <p14:creationId xmlns:p14="http://schemas.microsoft.com/office/powerpoint/2010/main" val="8449623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Fließtext 2-spalting">
    <p:spTree>
      <p:nvGrpSpPr>
        <p:cNvPr id="1" name=""/>
        <p:cNvGrpSpPr/>
        <p:nvPr/>
      </p:nvGrpSpPr>
      <p:grpSpPr>
        <a:xfrm>
          <a:off x="0" y="0"/>
          <a:ext cx="0" cy="0"/>
          <a:chOff x="0" y="0"/>
          <a:chExt cx="0" cy="0"/>
        </a:xfrm>
      </p:grpSpPr>
      <p:pic>
        <p:nvPicPr>
          <p:cNvPr id="42" name="Grafik 41" descr="Logo der Technischen Universität Wien">
            <a:extLst>
              <a:ext uri="{FF2B5EF4-FFF2-40B4-BE49-F238E27FC236}">
                <a16:creationId xmlns:a16="http://schemas.microsoft.com/office/drawing/2014/main" id="{A4D9C9F8-301E-4CFC-8B8A-DEDA2C5FE76E}"/>
              </a:ext>
            </a:extLst>
          </p:cNvPr>
          <p:cNvPicPr/>
          <p:nvPr userDrawn="1">
            <p:custDataLst>
              <p:tags r:id="rId1"/>
            </p:custDataLst>
          </p:nvPr>
        </p:nvPicPr>
        <p:blipFill>
          <a:blip r:embed="rId6" cstate="print">
            <a:extLst>
              <a:ext uri="{28A0092B-C50C-407E-A947-70E740481C1C}">
                <a14:useLocalDpi xmlns:a14="http://schemas.microsoft.com/office/drawing/2010/main"/>
              </a:ext>
              <a:ext uri="{96DAC541-7B7A-43D3-8B79-37D633B846F1}">
                <asvg:svgBlip xmlns:asvg="http://schemas.microsoft.com/office/drawing/2016/SVG/main" r:embed="rId7"/>
              </a:ext>
            </a:extLst>
          </a:blip>
          <a:stretch>
            <a:fillRect/>
          </a:stretch>
        </p:blipFill>
        <p:spPr>
          <a:xfrm>
            <a:off x="468287" y="466725"/>
            <a:ext cx="1939882" cy="734886"/>
          </a:xfrm>
          <a:prstGeom prst="rect">
            <a:avLst/>
          </a:prstGeom>
        </p:spPr>
      </p:pic>
      <p:sp>
        <p:nvSpPr>
          <p:cNvPr id="2" name="Titel 1">
            <a:extLst>
              <a:ext uri="{FF2B5EF4-FFF2-40B4-BE49-F238E27FC236}">
                <a16:creationId xmlns:a16="http://schemas.microsoft.com/office/drawing/2014/main" id="{D1800308-609F-43F8-A26B-1C8A6934DB39}"/>
              </a:ext>
            </a:extLst>
          </p:cNvPr>
          <p:cNvSpPr>
            <a:spLocks noGrp="1"/>
          </p:cNvSpPr>
          <p:nvPr>
            <p:ph type="title"/>
            <p:custDataLst>
              <p:tags r:id="rId2"/>
            </p:custDataLst>
          </p:nvPr>
        </p:nvSpPr>
        <p:spPr>
          <a:xfrm>
            <a:off x="1307065" y="1549399"/>
            <a:ext cx="9289498" cy="828675"/>
          </a:xfrm>
        </p:spPr>
        <p:txBody>
          <a:bodyPr/>
          <a:lstStyle/>
          <a:p>
            <a:r>
              <a:rPr lang="en-US"/>
              <a:t>Click to edit Master title style</a:t>
            </a:r>
            <a:endParaRPr lang="de-AT" dirty="0"/>
          </a:p>
        </p:txBody>
      </p:sp>
      <p:sp>
        <p:nvSpPr>
          <p:cNvPr id="3" name="Inhaltsplatzhalter 2">
            <a:extLst>
              <a:ext uri="{FF2B5EF4-FFF2-40B4-BE49-F238E27FC236}">
                <a16:creationId xmlns:a16="http://schemas.microsoft.com/office/drawing/2014/main" id="{229AD4FC-B392-43C1-88AF-11A99A7BAEB9}"/>
              </a:ext>
            </a:extLst>
          </p:cNvPr>
          <p:cNvSpPr>
            <a:spLocks noGrp="1"/>
          </p:cNvSpPr>
          <p:nvPr>
            <p:ph idx="1" hasCustomPrompt="1"/>
            <p:custDataLst>
              <p:tags r:id="rId3"/>
            </p:custDataLst>
          </p:nvPr>
        </p:nvSpPr>
        <p:spPr>
          <a:xfrm>
            <a:off x="1308100" y="2628900"/>
            <a:ext cx="9288463" cy="3095625"/>
          </a:xfrm>
        </p:spPr>
        <p:txBody>
          <a:bodyPr numCol="2" spcCol="540000"/>
          <a:lstStyle>
            <a:lvl1pPr>
              <a:buClr>
                <a:schemeClr val="accent1"/>
              </a:buClr>
              <a:defRPr lang="de-AT" dirty="0"/>
            </a:lvl1pPr>
            <a:lvl2pPr>
              <a:buClr>
                <a:schemeClr val="accent1"/>
              </a:buClr>
              <a:defRPr lang="de-AT" dirty="0"/>
            </a:lvl2pPr>
            <a:lvl3pPr>
              <a:buClr>
                <a:schemeClr val="accent1"/>
              </a:buClr>
              <a:defRPr lang="de-AT" dirty="0"/>
            </a:lvl3pPr>
            <a:lvl4pPr>
              <a:buClr>
                <a:schemeClr val="accent1"/>
              </a:buClr>
              <a:defRPr lang="de-AT" dirty="0"/>
            </a:lvl4pPr>
            <a:lvl5pPr>
              <a:buClr>
                <a:schemeClr val="accent1"/>
              </a:buClr>
              <a:defRPr lang="de-AT" dirty="0"/>
            </a:lvl5pPr>
          </a:lstStyle>
          <a:p>
            <a:pPr lvl="0"/>
            <a:r>
              <a:rPr lang="de-AT" dirty="0"/>
              <a:t>Formatvorlagen des Textmasters bearbeiten</a:t>
            </a:r>
          </a:p>
          <a:p>
            <a:pPr lvl="1"/>
            <a:r>
              <a:rPr lang="de-AT" dirty="0"/>
              <a:t>Zweite Ebene</a:t>
            </a:r>
          </a:p>
          <a:p>
            <a:pPr lvl="2"/>
            <a:r>
              <a:rPr lang="de-AT" dirty="0"/>
              <a:t>Dritte Ebene</a:t>
            </a:r>
          </a:p>
          <a:p>
            <a:pPr lvl="3"/>
            <a:r>
              <a:rPr lang="de-AT" dirty="0"/>
              <a:t>Vierte Ebene</a:t>
            </a:r>
          </a:p>
          <a:p>
            <a:pPr lvl="4"/>
            <a:r>
              <a:rPr lang="de-AT" dirty="0"/>
              <a:t>Fünfte Ebene</a:t>
            </a:r>
          </a:p>
        </p:txBody>
      </p:sp>
      <p:sp>
        <p:nvSpPr>
          <p:cNvPr id="43" name="Textplatzhalter 6">
            <a:extLst>
              <a:ext uri="{FF2B5EF4-FFF2-40B4-BE49-F238E27FC236}">
                <a16:creationId xmlns:a16="http://schemas.microsoft.com/office/drawing/2014/main" id="{E46D94CB-4BAE-48DA-827F-D9056A475D34}"/>
              </a:ext>
            </a:extLst>
          </p:cNvPr>
          <p:cNvSpPr>
            <a:spLocks noGrp="1"/>
          </p:cNvSpPr>
          <p:nvPr>
            <p:ph type="body" sz="quarter" idx="16" hasCustomPrompt="1"/>
            <p:custDataLst>
              <p:tags r:id="rId4"/>
            </p:custDataLst>
          </p:nvPr>
        </p:nvSpPr>
        <p:spPr>
          <a:xfrm>
            <a:off x="1308100" y="5795962"/>
            <a:ext cx="9288463" cy="100013"/>
          </a:xfrm>
        </p:spPr>
        <p:txBody>
          <a:bodyPr anchor="b"/>
          <a:lstStyle>
            <a:lvl1pPr marL="0" indent="0">
              <a:buNone/>
              <a:defRPr sz="800" cap="all" baseline="0"/>
            </a:lvl1pPr>
          </a:lstStyle>
          <a:p>
            <a:pPr marL="0" marR="0" lvl="0" indent="0" algn="l" defTabSz="914400" rtl="0" eaLnBrk="1" fontAlgn="auto" latinLnBrk="0" hangingPunct="1">
              <a:lnSpc>
                <a:spcPct val="90000"/>
              </a:lnSpc>
              <a:spcBef>
                <a:spcPts val="600"/>
              </a:spcBef>
              <a:spcAft>
                <a:spcPts val="0"/>
              </a:spcAft>
              <a:buClr>
                <a:schemeClr val="tx2"/>
              </a:buClr>
              <a:buSzPct val="90000"/>
              <a:buFont typeface="Arial" panose="020B0604020202020204" pitchFamily="34" charset="0"/>
              <a:buNone/>
              <a:tabLst/>
              <a:defRPr/>
            </a:pPr>
            <a:r>
              <a:rPr lang="de-AT" dirty="0"/>
              <a:t>© Copyright-Info, Quelle, …</a:t>
            </a:r>
          </a:p>
        </p:txBody>
      </p:sp>
      <p:sp>
        <p:nvSpPr>
          <p:cNvPr id="5" name="Fußzeilenplatzhalter 4">
            <a:extLst>
              <a:ext uri="{FF2B5EF4-FFF2-40B4-BE49-F238E27FC236}">
                <a16:creationId xmlns:a16="http://schemas.microsoft.com/office/drawing/2014/main" id="{D63E4034-6935-4B71-9A67-0E435E534DEB}"/>
              </a:ext>
            </a:extLst>
          </p:cNvPr>
          <p:cNvSpPr>
            <a:spLocks noGrp="1"/>
          </p:cNvSpPr>
          <p:nvPr>
            <p:ph type="ftr" sz="quarter" idx="14"/>
          </p:nvPr>
        </p:nvSpPr>
        <p:spPr/>
        <p:txBody>
          <a:bodyPr/>
          <a:lstStyle/>
          <a:p>
            <a:r>
              <a:rPr lang="de-AT"/>
              <a:t>Musterpräsentation | September 2021</a:t>
            </a:r>
            <a:endParaRPr lang="de-AT" dirty="0"/>
          </a:p>
        </p:txBody>
      </p:sp>
      <p:sp>
        <p:nvSpPr>
          <p:cNvPr id="6" name="Foliennummernplatzhalter 5">
            <a:extLst>
              <a:ext uri="{FF2B5EF4-FFF2-40B4-BE49-F238E27FC236}">
                <a16:creationId xmlns:a16="http://schemas.microsoft.com/office/drawing/2014/main" id="{1ED50658-ABE2-461D-84EF-37BA96365EA1}"/>
              </a:ext>
            </a:extLst>
          </p:cNvPr>
          <p:cNvSpPr>
            <a:spLocks noGrp="1"/>
          </p:cNvSpPr>
          <p:nvPr>
            <p:ph type="sldNum" sz="quarter" idx="15"/>
          </p:nvPr>
        </p:nvSpPr>
        <p:spPr/>
        <p:txBody>
          <a:bodyPr/>
          <a:lstStyle/>
          <a:p>
            <a:fld id="{418F7AD7-DC47-44A0-A9D7-F1C17BFD6F09}" type="slidenum">
              <a:rPr lang="de-AT" smtClean="0"/>
              <a:pPr/>
              <a:t>‹#›</a:t>
            </a:fld>
            <a:endParaRPr lang="de-AT" dirty="0"/>
          </a:p>
        </p:txBody>
      </p:sp>
    </p:spTree>
    <p:extLst>
      <p:ext uri="{BB962C8B-B14F-4D97-AF65-F5344CB8AC3E}">
        <p14:creationId xmlns:p14="http://schemas.microsoft.com/office/powerpoint/2010/main" val="230547056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pic>
        <p:nvPicPr>
          <p:cNvPr id="44" name="Grafik 43" descr="Logo der Technischen Universität Wien">
            <a:extLst>
              <a:ext uri="{FF2B5EF4-FFF2-40B4-BE49-F238E27FC236}">
                <a16:creationId xmlns:a16="http://schemas.microsoft.com/office/drawing/2014/main" id="{A7466A94-84E9-488D-9FEA-54A799BB8F63}"/>
              </a:ext>
            </a:extLst>
          </p:cNvPr>
          <p:cNvPicPr/>
          <p:nvPr userDrawn="1">
            <p:custDataLst>
              <p:tags r:id="rId1"/>
            </p:custDataLst>
          </p:nvPr>
        </p:nvPicPr>
        <p:blipFill>
          <a:blip r:embed="rId8" cstate="print">
            <a:extLst>
              <a:ext uri="{28A0092B-C50C-407E-A947-70E740481C1C}">
                <a14:useLocalDpi xmlns:a14="http://schemas.microsoft.com/office/drawing/2010/main"/>
              </a:ext>
              <a:ext uri="{96DAC541-7B7A-43D3-8B79-37D633B846F1}">
                <asvg:svgBlip xmlns:asvg="http://schemas.microsoft.com/office/drawing/2016/SVG/main" r:embed="rId9"/>
              </a:ext>
            </a:extLst>
          </a:blip>
          <a:stretch>
            <a:fillRect/>
          </a:stretch>
        </p:blipFill>
        <p:spPr>
          <a:xfrm>
            <a:off x="468287" y="466725"/>
            <a:ext cx="1939882" cy="734886"/>
          </a:xfrm>
          <a:prstGeom prst="rect">
            <a:avLst/>
          </a:prstGeom>
        </p:spPr>
      </p:pic>
      <p:sp>
        <p:nvSpPr>
          <p:cNvPr id="5" name="Titel 4">
            <a:extLst>
              <a:ext uri="{FF2B5EF4-FFF2-40B4-BE49-F238E27FC236}">
                <a16:creationId xmlns:a16="http://schemas.microsoft.com/office/drawing/2014/main" id="{7994A365-AC87-4177-BCC2-611ADD06E3C5}"/>
              </a:ext>
            </a:extLst>
          </p:cNvPr>
          <p:cNvSpPr>
            <a:spLocks noGrp="1"/>
          </p:cNvSpPr>
          <p:nvPr>
            <p:ph type="title"/>
            <p:custDataLst>
              <p:tags r:id="rId2"/>
            </p:custDataLst>
          </p:nvPr>
        </p:nvSpPr>
        <p:spPr>
          <a:xfrm>
            <a:off x="1307068" y="1549399"/>
            <a:ext cx="9578419" cy="828675"/>
          </a:xfrm>
        </p:spPr>
        <p:txBody>
          <a:bodyPr/>
          <a:lstStyle/>
          <a:p>
            <a:r>
              <a:rPr lang="en-US"/>
              <a:t>Click to edit Master title style</a:t>
            </a:r>
            <a:endParaRPr lang="de-AT" dirty="0"/>
          </a:p>
        </p:txBody>
      </p:sp>
      <p:sp>
        <p:nvSpPr>
          <p:cNvPr id="8" name="Textplatzhalter 5">
            <a:extLst>
              <a:ext uri="{FF2B5EF4-FFF2-40B4-BE49-F238E27FC236}">
                <a16:creationId xmlns:a16="http://schemas.microsoft.com/office/drawing/2014/main" id="{F29669C5-6473-4DB6-A3D0-5DBCA391D293}"/>
              </a:ext>
            </a:extLst>
          </p:cNvPr>
          <p:cNvSpPr>
            <a:spLocks noGrp="1"/>
          </p:cNvSpPr>
          <p:nvPr>
            <p:ph type="body" sz="quarter" idx="12" hasCustomPrompt="1"/>
            <p:custDataLst>
              <p:tags r:id="rId3"/>
            </p:custDataLst>
          </p:nvPr>
        </p:nvSpPr>
        <p:spPr>
          <a:xfrm>
            <a:off x="1307069" y="2628900"/>
            <a:ext cx="4465081" cy="3103562"/>
          </a:xfrm>
        </p:spPr>
        <p:txBody>
          <a:bodyPr/>
          <a:lstStyle>
            <a:lvl1pPr marL="0" indent="0">
              <a:buClr>
                <a:schemeClr val="tx2"/>
              </a:buClr>
              <a:buNone/>
              <a:defRPr b="1">
                <a:solidFill>
                  <a:schemeClr val="accent1"/>
                </a:solidFill>
              </a:defRPr>
            </a:lvl1pPr>
            <a:lvl2pPr marL="0" indent="0">
              <a:buClr>
                <a:schemeClr val="tx2"/>
              </a:buClr>
              <a:buNone/>
              <a:defRPr b="1"/>
            </a:lvl2pPr>
            <a:lvl3pPr marL="273050" indent="-273050">
              <a:buClr>
                <a:schemeClr val="accent1"/>
              </a:buClr>
              <a:defRPr/>
            </a:lvl3pPr>
            <a:lvl4pPr marL="536575" indent="-268288">
              <a:buClr>
                <a:schemeClr val="accent1"/>
              </a:buClr>
              <a:defRPr/>
            </a:lvl4pPr>
            <a:lvl5pPr marL="809625" indent="-268288">
              <a:buClr>
                <a:schemeClr val="accent1"/>
              </a:buClr>
              <a:defRPr/>
            </a:lvl5pPr>
          </a:lstStyle>
          <a:p>
            <a:pPr lvl="0"/>
            <a:r>
              <a:rPr lang="de-AT" dirty="0"/>
              <a:t>Formatvorlagen des Textmasters bearbeiten</a:t>
            </a:r>
          </a:p>
          <a:p>
            <a:pPr lvl="1"/>
            <a:r>
              <a:rPr lang="de-AT" dirty="0"/>
              <a:t>Zweite Ebene</a:t>
            </a:r>
          </a:p>
          <a:p>
            <a:pPr lvl="2"/>
            <a:r>
              <a:rPr lang="de-AT" dirty="0"/>
              <a:t>Dritte Ebene</a:t>
            </a:r>
          </a:p>
          <a:p>
            <a:pPr lvl="3"/>
            <a:r>
              <a:rPr lang="de-AT" dirty="0"/>
              <a:t>Vierte Ebene</a:t>
            </a:r>
          </a:p>
          <a:p>
            <a:pPr lvl="4"/>
            <a:r>
              <a:rPr lang="de-AT" dirty="0"/>
              <a:t>Fünfte Ebene</a:t>
            </a:r>
          </a:p>
        </p:txBody>
      </p:sp>
      <p:sp>
        <p:nvSpPr>
          <p:cNvPr id="46" name="Textplatzhalter 6">
            <a:extLst>
              <a:ext uri="{FF2B5EF4-FFF2-40B4-BE49-F238E27FC236}">
                <a16:creationId xmlns:a16="http://schemas.microsoft.com/office/drawing/2014/main" id="{914CD1B9-8EAD-4E64-B937-2191518FA7BA}"/>
              </a:ext>
            </a:extLst>
          </p:cNvPr>
          <p:cNvSpPr>
            <a:spLocks noGrp="1"/>
          </p:cNvSpPr>
          <p:nvPr>
            <p:ph type="body" sz="quarter" idx="16" hasCustomPrompt="1"/>
            <p:custDataLst>
              <p:tags r:id="rId4"/>
            </p:custDataLst>
          </p:nvPr>
        </p:nvSpPr>
        <p:spPr>
          <a:xfrm>
            <a:off x="1308100" y="5795962"/>
            <a:ext cx="4464000" cy="100013"/>
          </a:xfrm>
        </p:spPr>
        <p:txBody>
          <a:bodyPr anchor="b"/>
          <a:lstStyle>
            <a:lvl1pPr marL="0" indent="0">
              <a:buNone/>
              <a:defRPr sz="800" cap="all" baseline="0"/>
            </a:lvl1pPr>
          </a:lstStyle>
          <a:p>
            <a:pPr marL="0" marR="0" lvl="0" indent="0" algn="l" defTabSz="914400" rtl="0" eaLnBrk="1" fontAlgn="auto" latinLnBrk="0" hangingPunct="1">
              <a:lnSpc>
                <a:spcPct val="90000"/>
              </a:lnSpc>
              <a:spcBef>
                <a:spcPts val="600"/>
              </a:spcBef>
              <a:spcAft>
                <a:spcPts val="0"/>
              </a:spcAft>
              <a:buClr>
                <a:schemeClr val="tx2"/>
              </a:buClr>
              <a:buSzPct val="90000"/>
              <a:buFont typeface="Arial" panose="020B0604020202020204" pitchFamily="34" charset="0"/>
              <a:buNone/>
              <a:tabLst/>
              <a:defRPr/>
            </a:pPr>
            <a:r>
              <a:rPr lang="de-AT" dirty="0"/>
              <a:t>© Copyright-Info, Quelle, …</a:t>
            </a:r>
          </a:p>
        </p:txBody>
      </p:sp>
      <p:sp>
        <p:nvSpPr>
          <p:cNvPr id="10" name="Textplatzhalter 5">
            <a:extLst>
              <a:ext uri="{FF2B5EF4-FFF2-40B4-BE49-F238E27FC236}">
                <a16:creationId xmlns:a16="http://schemas.microsoft.com/office/drawing/2014/main" id="{3467B23B-DD93-4CED-BBFA-9278E3AD6732}"/>
              </a:ext>
            </a:extLst>
          </p:cNvPr>
          <p:cNvSpPr>
            <a:spLocks noGrp="1"/>
          </p:cNvSpPr>
          <p:nvPr>
            <p:ph type="body" sz="quarter" idx="13" hasCustomPrompt="1"/>
            <p:custDataLst>
              <p:tags r:id="rId5"/>
            </p:custDataLst>
          </p:nvPr>
        </p:nvSpPr>
        <p:spPr>
          <a:xfrm>
            <a:off x="6418246" y="2628900"/>
            <a:ext cx="4465081" cy="3103562"/>
          </a:xfrm>
        </p:spPr>
        <p:txBody>
          <a:bodyPr/>
          <a:lstStyle>
            <a:lvl1pPr marL="0" indent="0">
              <a:buClr>
                <a:schemeClr val="tx2"/>
              </a:buClr>
              <a:buNone/>
              <a:defRPr b="1">
                <a:solidFill>
                  <a:schemeClr val="accent1"/>
                </a:solidFill>
              </a:defRPr>
            </a:lvl1pPr>
            <a:lvl2pPr marL="0" indent="0">
              <a:buClr>
                <a:schemeClr val="tx2"/>
              </a:buClr>
              <a:buNone/>
              <a:defRPr b="1"/>
            </a:lvl2pPr>
            <a:lvl3pPr marL="273050" indent="-273050">
              <a:buClr>
                <a:schemeClr val="accent1"/>
              </a:buClr>
              <a:defRPr/>
            </a:lvl3pPr>
            <a:lvl4pPr marL="536575" indent="-268288">
              <a:buClr>
                <a:schemeClr val="accent1"/>
              </a:buClr>
              <a:defRPr/>
            </a:lvl4pPr>
            <a:lvl5pPr marL="809625" indent="-268288">
              <a:buClr>
                <a:schemeClr val="accent1"/>
              </a:buClr>
              <a:defRPr/>
            </a:lvl5pPr>
          </a:lstStyle>
          <a:p>
            <a:pPr lvl="0"/>
            <a:r>
              <a:rPr lang="de-AT" dirty="0"/>
              <a:t>Formatvorlagen des Textmasters bearbeiten</a:t>
            </a:r>
          </a:p>
          <a:p>
            <a:pPr lvl="1"/>
            <a:r>
              <a:rPr lang="de-AT" dirty="0"/>
              <a:t>Zweite Ebene</a:t>
            </a:r>
          </a:p>
          <a:p>
            <a:pPr lvl="2"/>
            <a:r>
              <a:rPr lang="de-AT" dirty="0"/>
              <a:t>Dritte Ebene</a:t>
            </a:r>
          </a:p>
          <a:p>
            <a:pPr lvl="3"/>
            <a:r>
              <a:rPr lang="de-AT" dirty="0"/>
              <a:t>Vierte Ebene</a:t>
            </a:r>
          </a:p>
          <a:p>
            <a:pPr lvl="4"/>
            <a:r>
              <a:rPr lang="de-AT" dirty="0"/>
              <a:t>Fünfte Ebene</a:t>
            </a:r>
          </a:p>
        </p:txBody>
      </p:sp>
      <p:sp>
        <p:nvSpPr>
          <p:cNvPr id="47" name="Textplatzhalter 6">
            <a:extLst>
              <a:ext uri="{FF2B5EF4-FFF2-40B4-BE49-F238E27FC236}">
                <a16:creationId xmlns:a16="http://schemas.microsoft.com/office/drawing/2014/main" id="{40AACBD9-D144-47D8-BF22-75B6B84380F3}"/>
              </a:ext>
            </a:extLst>
          </p:cNvPr>
          <p:cNvSpPr>
            <a:spLocks noGrp="1"/>
          </p:cNvSpPr>
          <p:nvPr>
            <p:ph type="body" sz="quarter" idx="20" hasCustomPrompt="1"/>
            <p:custDataLst>
              <p:tags r:id="rId6"/>
            </p:custDataLst>
          </p:nvPr>
        </p:nvSpPr>
        <p:spPr>
          <a:xfrm>
            <a:off x="6419327" y="5795962"/>
            <a:ext cx="4464000" cy="100013"/>
          </a:xfrm>
        </p:spPr>
        <p:txBody>
          <a:bodyPr anchor="b"/>
          <a:lstStyle>
            <a:lvl1pPr marL="0" indent="0">
              <a:buNone/>
              <a:defRPr sz="800" cap="all" baseline="0"/>
            </a:lvl1pPr>
          </a:lstStyle>
          <a:p>
            <a:pPr marL="0" marR="0" lvl="0" indent="0" algn="l" defTabSz="914400" rtl="0" eaLnBrk="1" fontAlgn="auto" latinLnBrk="0" hangingPunct="1">
              <a:lnSpc>
                <a:spcPct val="90000"/>
              </a:lnSpc>
              <a:spcBef>
                <a:spcPts val="600"/>
              </a:spcBef>
              <a:spcAft>
                <a:spcPts val="0"/>
              </a:spcAft>
              <a:buClr>
                <a:schemeClr val="tx2"/>
              </a:buClr>
              <a:buSzPct val="90000"/>
              <a:buFont typeface="Arial" panose="020B0604020202020204" pitchFamily="34" charset="0"/>
              <a:buNone/>
              <a:tabLst/>
              <a:defRPr/>
            </a:pPr>
            <a:r>
              <a:rPr lang="de-AT" dirty="0"/>
              <a:t>© Copyright-Info, Quelle, …</a:t>
            </a:r>
          </a:p>
        </p:txBody>
      </p:sp>
      <p:sp>
        <p:nvSpPr>
          <p:cNvPr id="2" name="Fußzeilenplatzhalter 1">
            <a:extLst>
              <a:ext uri="{FF2B5EF4-FFF2-40B4-BE49-F238E27FC236}">
                <a16:creationId xmlns:a16="http://schemas.microsoft.com/office/drawing/2014/main" id="{D634CED7-D00E-4574-8CD5-1FA88AC3EA98}"/>
              </a:ext>
            </a:extLst>
          </p:cNvPr>
          <p:cNvSpPr>
            <a:spLocks noGrp="1"/>
          </p:cNvSpPr>
          <p:nvPr>
            <p:ph type="ftr" sz="quarter" idx="18"/>
          </p:nvPr>
        </p:nvSpPr>
        <p:spPr/>
        <p:txBody>
          <a:bodyPr/>
          <a:lstStyle/>
          <a:p>
            <a:r>
              <a:rPr lang="de-AT"/>
              <a:t>Musterpräsentation | September 2021</a:t>
            </a:r>
            <a:endParaRPr lang="de-AT" dirty="0"/>
          </a:p>
        </p:txBody>
      </p:sp>
      <p:sp>
        <p:nvSpPr>
          <p:cNvPr id="6" name="Foliennummernplatzhalter 5">
            <a:extLst>
              <a:ext uri="{FF2B5EF4-FFF2-40B4-BE49-F238E27FC236}">
                <a16:creationId xmlns:a16="http://schemas.microsoft.com/office/drawing/2014/main" id="{2B125049-6367-4C75-8FB6-5DE528AB6A17}"/>
              </a:ext>
            </a:extLst>
          </p:cNvPr>
          <p:cNvSpPr>
            <a:spLocks noGrp="1"/>
          </p:cNvSpPr>
          <p:nvPr>
            <p:ph type="sldNum" sz="quarter" idx="19"/>
          </p:nvPr>
        </p:nvSpPr>
        <p:spPr/>
        <p:txBody>
          <a:bodyPr/>
          <a:lstStyle/>
          <a:p>
            <a:fld id="{418F7AD7-DC47-44A0-A9D7-F1C17BFD6F09}" type="slidenum">
              <a:rPr lang="de-AT" smtClean="0"/>
              <a:pPr/>
              <a:t>‹#›</a:t>
            </a:fld>
            <a:endParaRPr lang="de-AT" dirty="0"/>
          </a:p>
        </p:txBody>
      </p:sp>
    </p:spTree>
    <p:extLst>
      <p:ext uri="{BB962C8B-B14F-4D97-AF65-F5344CB8AC3E}">
        <p14:creationId xmlns:p14="http://schemas.microsoft.com/office/powerpoint/2010/main" val="157866944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Abschnitts-&#10;überschrift">
    <p:spTree>
      <p:nvGrpSpPr>
        <p:cNvPr id="1" name=""/>
        <p:cNvGrpSpPr/>
        <p:nvPr/>
      </p:nvGrpSpPr>
      <p:grpSpPr>
        <a:xfrm>
          <a:off x="0" y="0"/>
          <a:ext cx="0" cy="0"/>
          <a:chOff x="0" y="0"/>
          <a:chExt cx="0" cy="0"/>
        </a:xfrm>
      </p:grpSpPr>
      <p:pic>
        <p:nvPicPr>
          <p:cNvPr id="41" name="Grafik 40" descr="Logo der Technischen Universität Wien">
            <a:extLst>
              <a:ext uri="{FF2B5EF4-FFF2-40B4-BE49-F238E27FC236}">
                <a16:creationId xmlns:a16="http://schemas.microsoft.com/office/drawing/2014/main" id="{F00D7A92-5520-4010-997D-C3C16905376F}"/>
              </a:ext>
            </a:extLst>
          </p:cNvPr>
          <p:cNvPicPr/>
          <p:nvPr userDrawn="1">
            <p:custDataLst>
              <p:tags r:id="rId1"/>
            </p:custDataLst>
          </p:nvPr>
        </p:nvPicPr>
        <p:blipFill>
          <a:blip r:embed="rId5" cstate="print">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468287" y="466725"/>
            <a:ext cx="1939882" cy="734886"/>
          </a:xfrm>
          <a:prstGeom prst="rect">
            <a:avLst/>
          </a:prstGeom>
        </p:spPr>
      </p:pic>
      <p:sp>
        <p:nvSpPr>
          <p:cNvPr id="2" name="Titel 1">
            <a:extLst>
              <a:ext uri="{FF2B5EF4-FFF2-40B4-BE49-F238E27FC236}">
                <a16:creationId xmlns:a16="http://schemas.microsoft.com/office/drawing/2014/main" id="{1241BC17-C220-4886-BD60-87072EB61113}"/>
              </a:ext>
            </a:extLst>
          </p:cNvPr>
          <p:cNvSpPr>
            <a:spLocks noGrp="1"/>
          </p:cNvSpPr>
          <p:nvPr>
            <p:ph type="title"/>
            <p:custDataLst>
              <p:tags r:id="rId2"/>
            </p:custDataLst>
          </p:nvPr>
        </p:nvSpPr>
        <p:spPr>
          <a:xfrm>
            <a:off x="1307065" y="1549399"/>
            <a:ext cx="9269084" cy="828675"/>
          </a:xfrm>
        </p:spPr>
        <p:txBody>
          <a:bodyPr/>
          <a:lstStyle/>
          <a:p>
            <a:r>
              <a:rPr lang="en-US"/>
              <a:t>Click to edit Master title style</a:t>
            </a:r>
            <a:endParaRPr lang="de-AT" dirty="0"/>
          </a:p>
        </p:txBody>
      </p:sp>
      <p:sp>
        <p:nvSpPr>
          <p:cNvPr id="3" name="Textplatzhalter 2">
            <a:extLst>
              <a:ext uri="{FF2B5EF4-FFF2-40B4-BE49-F238E27FC236}">
                <a16:creationId xmlns:a16="http://schemas.microsoft.com/office/drawing/2014/main" id="{F233E7E8-1933-4C21-BF6B-D51AF4E4672E}"/>
              </a:ext>
            </a:extLst>
          </p:cNvPr>
          <p:cNvSpPr>
            <a:spLocks noGrp="1"/>
          </p:cNvSpPr>
          <p:nvPr>
            <p:ph type="body" idx="1"/>
            <p:custDataLst>
              <p:tags r:id="rId3"/>
            </p:custDataLst>
          </p:nvPr>
        </p:nvSpPr>
        <p:spPr>
          <a:xfrm>
            <a:off x="1308100" y="2628900"/>
            <a:ext cx="9269085"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11" name="Fußzeilenplatzhalter 10">
            <a:extLst>
              <a:ext uri="{FF2B5EF4-FFF2-40B4-BE49-F238E27FC236}">
                <a16:creationId xmlns:a16="http://schemas.microsoft.com/office/drawing/2014/main" id="{A403E22A-F459-43A1-AB6C-BD735B41F161}"/>
              </a:ext>
            </a:extLst>
          </p:cNvPr>
          <p:cNvSpPr>
            <a:spLocks noGrp="1"/>
          </p:cNvSpPr>
          <p:nvPr>
            <p:ph type="ftr" sz="quarter" idx="10"/>
          </p:nvPr>
        </p:nvSpPr>
        <p:spPr/>
        <p:txBody>
          <a:bodyPr/>
          <a:lstStyle/>
          <a:p>
            <a:r>
              <a:rPr lang="de-AT"/>
              <a:t>Musterpräsentation | September 2021</a:t>
            </a:r>
            <a:endParaRPr lang="de-AT" dirty="0"/>
          </a:p>
        </p:txBody>
      </p:sp>
      <p:sp>
        <p:nvSpPr>
          <p:cNvPr id="12" name="Foliennummernplatzhalter 11">
            <a:extLst>
              <a:ext uri="{FF2B5EF4-FFF2-40B4-BE49-F238E27FC236}">
                <a16:creationId xmlns:a16="http://schemas.microsoft.com/office/drawing/2014/main" id="{B833629F-A04C-410B-858F-2375C6E7FB95}"/>
              </a:ext>
            </a:extLst>
          </p:cNvPr>
          <p:cNvSpPr>
            <a:spLocks noGrp="1"/>
          </p:cNvSpPr>
          <p:nvPr>
            <p:ph type="sldNum" sz="quarter" idx="11"/>
          </p:nvPr>
        </p:nvSpPr>
        <p:spPr/>
        <p:txBody>
          <a:bodyPr/>
          <a:lstStyle/>
          <a:p>
            <a:fld id="{418F7AD7-DC47-44A0-A9D7-F1C17BFD6F09}" type="slidenum">
              <a:rPr lang="de-AT" smtClean="0"/>
              <a:pPr/>
              <a:t>‹#›</a:t>
            </a:fld>
            <a:endParaRPr lang="de-AT" dirty="0"/>
          </a:p>
        </p:txBody>
      </p:sp>
    </p:spTree>
    <p:extLst>
      <p:ext uri="{BB962C8B-B14F-4D97-AF65-F5344CB8AC3E}">
        <p14:creationId xmlns:p14="http://schemas.microsoft.com/office/powerpoint/2010/main" val="195711361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2 Inhalte">
    <p:spTree>
      <p:nvGrpSpPr>
        <p:cNvPr id="1" name=""/>
        <p:cNvGrpSpPr/>
        <p:nvPr/>
      </p:nvGrpSpPr>
      <p:grpSpPr>
        <a:xfrm>
          <a:off x="0" y="0"/>
          <a:ext cx="0" cy="0"/>
          <a:chOff x="0" y="0"/>
          <a:chExt cx="0" cy="0"/>
        </a:xfrm>
      </p:grpSpPr>
      <p:pic>
        <p:nvPicPr>
          <p:cNvPr id="45" name="Grafik 44" descr="Logo der Technischen Universität Wien">
            <a:extLst>
              <a:ext uri="{FF2B5EF4-FFF2-40B4-BE49-F238E27FC236}">
                <a16:creationId xmlns:a16="http://schemas.microsoft.com/office/drawing/2014/main" id="{6EA20A8E-3CA3-4F5D-8861-97A51D3F6533}"/>
              </a:ext>
            </a:extLst>
          </p:cNvPr>
          <p:cNvPicPr/>
          <p:nvPr userDrawn="1">
            <p:custDataLst>
              <p:tags r:id="rId1"/>
            </p:custDataLst>
          </p:nvPr>
        </p:nvPicPr>
        <p:blipFill>
          <a:blip r:embed="rId8" cstate="print">
            <a:extLst>
              <a:ext uri="{28A0092B-C50C-407E-A947-70E740481C1C}">
                <a14:useLocalDpi xmlns:a14="http://schemas.microsoft.com/office/drawing/2010/main"/>
              </a:ext>
              <a:ext uri="{96DAC541-7B7A-43D3-8B79-37D633B846F1}">
                <asvg:svgBlip xmlns:asvg="http://schemas.microsoft.com/office/drawing/2016/SVG/main" r:embed="rId9"/>
              </a:ext>
            </a:extLst>
          </a:blip>
          <a:stretch>
            <a:fillRect/>
          </a:stretch>
        </p:blipFill>
        <p:spPr>
          <a:xfrm>
            <a:off x="468287" y="466725"/>
            <a:ext cx="1939882" cy="734886"/>
          </a:xfrm>
          <a:prstGeom prst="rect">
            <a:avLst/>
          </a:prstGeom>
        </p:spPr>
      </p:pic>
      <p:sp>
        <p:nvSpPr>
          <p:cNvPr id="43" name="Titel 42">
            <a:extLst>
              <a:ext uri="{FF2B5EF4-FFF2-40B4-BE49-F238E27FC236}">
                <a16:creationId xmlns:a16="http://schemas.microsoft.com/office/drawing/2014/main" id="{1F24D4FE-3C5E-4183-ACAE-90DCD1944895}"/>
              </a:ext>
            </a:extLst>
          </p:cNvPr>
          <p:cNvSpPr>
            <a:spLocks noGrp="1"/>
          </p:cNvSpPr>
          <p:nvPr>
            <p:ph type="title"/>
            <p:custDataLst>
              <p:tags r:id="rId2"/>
            </p:custDataLst>
          </p:nvPr>
        </p:nvSpPr>
        <p:spPr>
          <a:xfrm>
            <a:off x="1307070" y="1549399"/>
            <a:ext cx="9578418" cy="828675"/>
          </a:xfrm>
        </p:spPr>
        <p:txBody>
          <a:bodyPr/>
          <a:lstStyle/>
          <a:p>
            <a:r>
              <a:rPr lang="en-US"/>
              <a:t>Click to edit Master title style</a:t>
            </a:r>
            <a:endParaRPr lang="de-AT" dirty="0"/>
          </a:p>
        </p:txBody>
      </p:sp>
      <p:sp>
        <p:nvSpPr>
          <p:cNvPr id="3" name="Inhaltsplatzhalter 2">
            <a:extLst>
              <a:ext uri="{FF2B5EF4-FFF2-40B4-BE49-F238E27FC236}">
                <a16:creationId xmlns:a16="http://schemas.microsoft.com/office/drawing/2014/main" id="{F7B43B39-7264-48E0-94D9-E36AC50DAA03}"/>
              </a:ext>
            </a:extLst>
          </p:cNvPr>
          <p:cNvSpPr>
            <a:spLocks noGrp="1"/>
          </p:cNvSpPr>
          <p:nvPr>
            <p:ph sz="half" idx="1" hasCustomPrompt="1"/>
            <p:custDataLst>
              <p:tags r:id="rId3"/>
            </p:custDataLst>
          </p:nvPr>
        </p:nvSpPr>
        <p:spPr>
          <a:xfrm>
            <a:off x="1307069" y="2628900"/>
            <a:ext cx="4465082" cy="3103562"/>
          </a:xfrm>
        </p:spPr>
        <p:txBody>
          <a:bodyPr/>
          <a:lstStyle>
            <a:lvl1pPr>
              <a:buClr>
                <a:schemeClr val="accent1"/>
              </a:buClr>
              <a:defRPr/>
            </a:lvl1pPr>
            <a:lvl2pPr>
              <a:buClr>
                <a:schemeClr val="accent1"/>
              </a:buClr>
              <a:defRPr/>
            </a:lvl2pPr>
            <a:lvl3pPr>
              <a:buClr>
                <a:schemeClr val="accent1"/>
              </a:buClr>
              <a:defRPr/>
            </a:lvl3pPr>
            <a:lvl4pPr>
              <a:buClr>
                <a:schemeClr val="accent1"/>
              </a:buClr>
              <a:defRPr/>
            </a:lvl4pPr>
            <a:lvl5pPr>
              <a:buClr>
                <a:schemeClr val="accent1"/>
              </a:buClr>
              <a:defRPr/>
            </a:lvl5pPr>
          </a:lstStyle>
          <a:p>
            <a:pPr lvl="0"/>
            <a:r>
              <a:rPr lang="de-AT" dirty="0"/>
              <a:t>Formatvorlagen des Textmasters bearbeiten</a:t>
            </a:r>
          </a:p>
          <a:p>
            <a:pPr lvl="1"/>
            <a:r>
              <a:rPr lang="de-AT" dirty="0"/>
              <a:t>Zweite Ebene</a:t>
            </a:r>
          </a:p>
          <a:p>
            <a:pPr lvl="2"/>
            <a:r>
              <a:rPr lang="de-AT" dirty="0"/>
              <a:t>Dritte Ebene</a:t>
            </a:r>
          </a:p>
          <a:p>
            <a:pPr lvl="3"/>
            <a:r>
              <a:rPr lang="de-AT" dirty="0"/>
              <a:t>Vierte Ebene</a:t>
            </a:r>
          </a:p>
          <a:p>
            <a:pPr lvl="4"/>
            <a:r>
              <a:rPr lang="de-AT" dirty="0"/>
              <a:t>Fünfte Ebene</a:t>
            </a:r>
          </a:p>
        </p:txBody>
      </p:sp>
      <p:sp>
        <p:nvSpPr>
          <p:cNvPr id="44" name="Textplatzhalter 6">
            <a:extLst>
              <a:ext uri="{FF2B5EF4-FFF2-40B4-BE49-F238E27FC236}">
                <a16:creationId xmlns:a16="http://schemas.microsoft.com/office/drawing/2014/main" id="{DBDE5BD8-2226-45B1-BEC6-F35C7B6AF32C}"/>
              </a:ext>
            </a:extLst>
          </p:cNvPr>
          <p:cNvSpPr>
            <a:spLocks noGrp="1"/>
          </p:cNvSpPr>
          <p:nvPr>
            <p:ph type="body" sz="quarter" idx="17" hasCustomPrompt="1"/>
            <p:custDataLst>
              <p:tags r:id="rId4"/>
            </p:custDataLst>
          </p:nvPr>
        </p:nvSpPr>
        <p:spPr>
          <a:xfrm>
            <a:off x="1308099" y="5795962"/>
            <a:ext cx="4464000" cy="100013"/>
          </a:xfrm>
        </p:spPr>
        <p:txBody>
          <a:bodyPr anchor="b"/>
          <a:lstStyle>
            <a:lvl1pPr marL="0" indent="0">
              <a:buNone/>
              <a:defRPr sz="800" cap="all" baseline="0"/>
            </a:lvl1pPr>
          </a:lstStyle>
          <a:p>
            <a:pPr marL="0" marR="0" lvl="0" indent="0" algn="l" defTabSz="914400" rtl="0" eaLnBrk="1" fontAlgn="auto" latinLnBrk="0" hangingPunct="1">
              <a:lnSpc>
                <a:spcPct val="90000"/>
              </a:lnSpc>
              <a:spcBef>
                <a:spcPts val="600"/>
              </a:spcBef>
              <a:spcAft>
                <a:spcPts val="0"/>
              </a:spcAft>
              <a:buClr>
                <a:schemeClr val="tx2"/>
              </a:buClr>
              <a:buSzPct val="90000"/>
              <a:buFont typeface="Arial" panose="020B0604020202020204" pitchFamily="34" charset="0"/>
              <a:buNone/>
              <a:tabLst/>
              <a:defRPr/>
            </a:pPr>
            <a:r>
              <a:rPr lang="de-AT" dirty="0"/>
              <a:t>© Copyright-Info, Quelle, …</a:t>
            </a:r>
          </a:p>
        </p:txBody>
      </p:sp>
      <p:sp>
        <p:nvSpPr>
          <p:cNvPr id="4" name="Inhaltsplatzhalter 3">
            <a:extLst>
              <a:ext uri="{FF2B5EF4-FFF2-40B4-BE49-F238E27FC236}">
                <a16:creationId xmlns:a16="http://schemas.microsoft.com/office/drawing/2014/main" id="{CE90AAD2-686D-442B-A7A1-591C8F14300E}"/>
              </a:ext>
            </a:extLst>
          </p:cNvPr>
          <p:cNvSpPr>
            <a:spLocks noGrp="1"/>
          </p:cNvSpPr>
          <p:nvPr>
            <p:ph sz="half" idx="2" hasCustomPrompt="1"/>
            <p:custDataLst>
              <p:tags r:id="rId5"/>
            </p:custDataLst>
          </p:nvPr>
        </p:nvSpPr>
        <p:spPr>
          <a:xfrm>
            <a:off x="6424937" y="2628900"/>
            <a:ext cx="4459997" cy="3103562"/>
          </a:xfrm>
        </p:spPr>
        <p:txBody>
          <a:bodyPr/>
          <a:lstStyle>
            <a:lvl1pPr>
              <a:buClr>
                <a:schemeClr val="accent1"/>
              </a:buClr>
              <a:defRPr/>
            </a:lvl1pPr>
            <a:lvl2pPr>
              <a:buClr>
                <a:schemeClr val="accent1"/>
              </a:buClr>
              <a:defRPr/>
            </a:lvl2pPr>
            <a:lvl3pPr>
              <a:buClr>
                <a:schemeClr val="accent1"/>
              </a:buClr>
              <a:defRPr/>
            </a:lvl3pPr>
            <a:lvl4pPr>
              <a:buClr>
                <a:schemeClr val="accent1"/>
              </a:buClr>
              <a:defRPr/>
            </a:lvl4pPr>
            <a:lvl5pPr>
              <a:buClr>
                <a:schemeClr val="accent1"/>
              </a:buClr>
              <a:defRPr/>
            </a:lvl5pPr>
          </a:lstStyle>
          <a:p>
            <a:pPr lvl="0"/>
            <a:r>
              <a:rPr lang="de-AT" dirty="0"/>
              <a:t>Formatvorlagen des Textmasters bearbeiten</a:t>
            </a:r>
          </a:p>
          <a:p>
            <a:pPr lvl="1"/>
            <a:r>
              <a:rPr lang="de-AT" dirty="0"/>
              <a:t>Zweite Ebene</a:t>
            </a:r>
          </a:p>
          <a:p>
            <a:pPr lvl="2"/>
            <a:r>
              <a:rPr lang="de-AT" dirty="0"/>
              <a:t>Dritte Ebene</a:t>
            </a:r>
          </a:p>
          <a:p>
            <a:pPr lvl="3"/>
            <a:r>
              <a:rPr lang="de-AT" dirty="0"/>
              <a:t>Vierte Ebene</a:t>
            </a:r>
          </a:p>
          <a:p>
            <a:pPr lvl="4"/>
            <a:r>
              <a:rPr lang="de-AT" dirty="0"/>
              <a:t>Fünfte Ebene</a:t>
            </a:r>
          </a:p>
        </p:txBody>
      </p:sp>
      <p:sp>
        <p:nvSpPr>
          <p:cNvPr id="47" name="Textplatzhalter 6">
            <a:extLst>
              <a:ext uri="{FF2B5EF4-FFF2-40B4-BE49-F238E27FC236}">
                <a16:creationId xmlns:a16="http://schemas.microsoft.com/office/drawing/2014/main" id="{701ADA35-279E-492B-B021-30E7C8352F7A}"/>
              </a:ext>
            </a:extLst>
          </p:cNvPr>
          <p:cNvSpPr>
            <a:spLocks noGrp="1"/>
          </p:cNvSpPr>
          <p:nvPr>
            <p:ph type="body" sz="quarter" idx="20" hasCustomPrompt="1"/>
            <p:custDataLst>
              <p:tags r:id="rId6"/>
            </p:custDataLst>
          </p:nvPr>
        </p:nvSpPr>
        <p:spPr>
          <a:xfrm>
            <a:off x="6419327" y="5795962"/>
            <a:ext cx="4464000" cy="100013"/>
          </a:xfrm>
        </p:spPr>
        <p:txBody>
          <a:bodyPr anchor="b"/>
          <a:lstStyle>
            <a:lvl1pPr marL="0" indent="0">
              <a:buNone/>
              <a:defRPr sz="800" cap="all" baseline="0"/>
            </a:lvl1pPr>
          </a:lstStyle>
          <a:p>
            <a:pPr marL="0" marR="0" lvl="0" indent="0" algn="l" defTabSz="914400" rtl="0" eaLnBrk="1" fontAlgn="auto" latinLnBrk="0" hangingPunct="1">
              <a:lnSpc>
                <a:spcPct val="90000"/>
              </a:lnSpc>
              <a:spcBef>
                <a:spcPts val="600"/>
              </a:spcBef>
              <a:spcAft>
                <a:spcPts val="0"/>
              </a:spcAft>
              <a:buClr>
                <a:schemeClr val="tx2"/>
              </a:buClr>
              <a:buSzPct val="90000"/>
              <a:buFont typeface="Arial" panose="020B0604020202020204" pitchFamily="34" charset="0"/>
              <a:buNone/>
              <a:tabLst/>
              <a:defRPr/>
            </a:pPr>
            <a:r>
              <a:rPr lang="de-AT" dirty="0"/>
              <a:t>© Copyright-Info, Quelle, …</a:t>
            </a:r>
          </a:p>
        </p:txBody>
      </p:sp>
      <p:sp>
        <p:nvSpPr>
          <p:cNvPr id="2" name="Fußzeilenplatzhalter 1">
            <a:extLst>
              <a:ext uri="{FF2B5EF4-FFF2-40B4-BE49-F238E27FC236}">
                <a16:creationId xmlns:a16="http://schemas.microsoft.com/office/drawing/2014/main" id="{93027492-3CB4-4D02-9A01-189D75146616}"/>
              </a:ext>
            </a:extLst>
          </p:cNvPr>
          <p:cNvSpPr>
            <a:spLocks noGrp="1"/>
          </p:cNvSpPr>
          <p:nvPr>
            <p:ph type="ftr" sz="quarter" idx="15"/>
          </p:nvPr>
        </p:nvSpPr>
        <p:spPr/>
        <p:txBody>
          <a:bodyPr/>
          <a:lstStyle/>
          <a:p>
            <a:r>
              <a:rPr lang="de-AT"/>
              <a:t>Musterpräsentation | September 2021</a:t>
            </a:r>
            <a:endParaRPr lang="de-AT" dirty="0"/>
          </a:p>
        </p:txBody>
      </p:sp>
      <p:sp>
        <p:nvSpPr>
          <p:cNvPr id="6" name="Foliennummernplatzhalter 5">
            <a:extLst>
              <a:ext uri="{FF2B5EF4-FFF2-40B4-BE49-F238E27FC236}">
                <a16:creationId xmlns:a16="http://schemas.microsoft.com/office/drawing/2014/main" id="{8BD27729-9276-4DB3-AF92-EA11DF36B7B7}"/>
              </a:ext>
            </a:extLst>
          </p:cNvPr>
          <p:cNvSpPr>
            <a:spLocks noGrp="1"/>
          </p:cNvSpPr>
          <p:nvPr>
            <p:ph type="sldNum" sz="quarter" idx="16"/>
          </p:nvPr>
        </p:nvSpPr>
        <p:spPr/>
        <p:txBody>
          <a:bodyPr/>
          <a:lstStyle/>
          <a:p>
            <a:fld id="{418F7AD7-DC47-44A0-A9D7-F1C17BFD6F09}" type="slidenum">
              <a:rPr lang="de-AT" smtClean="0"/>
              <a:pPr/>
              <a:t>‹#›</a:t>
            </a:fld>
            <a:endParaRPr lang="de-AT" dirty="0"/>
          </a:p>
        </p:txBody>
      </p:sp>
    </p:spTree>
    <p:extLst>
      <p:ext uri="{BB962C8B-B14F-4D97-AF65-F5344CB8AC3E}">
        <p14:creationId xmlns:p14="http://schemas.microsoft.com/office/powerpoint/2010/main" val="239369041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2 Inhalte mit Titel und Zwischentitel">
    <p:spTree>
      <p:nvGrpSpPr>
        <p:cNvPr id="1" name=""/>
        <p:cNvGrpSpPr/>
        <p:nvPr/>
      </p:nvGrpSpPr>
      <p:grpSpPr>
        <a:xfrm>
          <a:off x="0" y="0"/>
          <a:ext cx="0" cy="0"/>
          <a:chOff x="0" y="0"/>
          <a:chExt cx="0" cy="0"/>
        </a:xfrm>
      </p:grpSpPr>
      <p:pic>
        <p:nvPicPr>
          <p:cNvPr id="48" name="Grafik 47" descr="Logo der Technischen Universität Wien">
            <a:extLst>
              <a:ext uri="{FF2B5EF4-FFF2-40B4-BE49-F238E27FC236}">
                <a16:creationId xmlns:a16="http://schemas.microsoft.com/office/drawing/2014/main" id="{0070AC2A-BF7C-4825-9DC2-F4E94C492039}"/>
              </a:ext>
            </a:extLst>
          </p:cNvPr>
          <p:cNvPicPr/>
          <p:nvPr userDrawn="1">
            <p:custDataLst>
              <p:tags r:id="rId1"/>
            </p:custDataLst>
          </p:nvPr>
        </p:nvPicPr>
        <p:blipFill>
          <a:blip r:embed="rId9" cstate="print">
            <a:extLst>
              <a:ext uri="{28A0092B-C50C-407E-A947-70E740481C1C}">
                <a14:useLocalDpi xmlns:a14="http://schemas.microsoft.com/office/drawing/2010/main"/>
              </a:ext>
              <a:ext uri="{96DAC541-7B7A-43D3-8B79-37D633B846F1}">
                <asvg:svgBlip xmlns:asvg="http://schemas.microsoft.com/office/drawing/2016/SVG/main" r:embed="rId10"/>
              </a:ext>
            </a:extLst>
          </a:blip>
          <a:stretch>
            <a:fillRect/>
          </a:stretch>
        </p:blipFill>
        <p:spPr>
          <a:xfrm>
            <a:off x="468287" y="466725"/>
            <a:ext cx="1939882" cy="734886"/>
          </a:xfrm>
          <a:prstGeom prst="rect">
            <a:avLst/>
          </a:prstGeom>
        </p:spPr>
      </p:pic>
      <p:sp>
        <p:nvSpPr>
          <p:cNvPr id="43" name="Titel 42">
            <a:extLst>
              <a:ext uri="{FF2B5EF4-FFF2-40B4-BE49-F238E27FC236}">
                <a16:creationId xmlns:a16="http://schemas.microsoft.com/office/drawing/2014/main" id="{1F24D4FE-3C5E-4183-ACAE-90DCD1944895}"/>
              </a:ext>
            </a:extLst>
          </p:cNvPr>
          <p:cNvSpPr>
            <a:spLocks noGrp="1"/>
          </p:cNvSpPr>
          <p:nvPr>
            <p:ph type="title"/>
            <p:custDataLst>
              <p:tags r:id="rId2"/>
            </p:custDataLst>
          </p:nvPr>
        </p:nvSpPr>
        <p:spPr>
          <a:xfrm>
            <a:off x="1307070" y="1549399"/>
            <a:ext cx="9578418" cy="828675"/>
          </a:xfrm>
        </p:spPr>
        <p:txBody>
          <a:bodyPr/>
          <a:lstStyle/>
          <a:p>
            <a:r>
              <a:rPr lang="en-US"/>
              <a:t>Click to edit Master title style</a:t>
            </a:r>
            <a:endParaRPr lang="de-AT" dirty="0"/>
          </a:p>
        </p:txBody>
      </p:sp>
      <p:sp>
        <p:nvSpPr>
          <p:cNvPr id="5" name="Textplatzhalter 4">
            <a:extLst>
              <a:ext uri="{FF2B5EF4-FFF2-40B4-BE49-F238E27FC236}">
                <a16:creationId xmlns:a16="http://schemas.microsoft.com/office/drawing/2014/main" id="{EFEDB697-75F4-40C0-9433-E49B99644D2C}"/>
              </a:ext>
            </a:extLst>
          </p:cNvPr>
          <p:cNvSpPr>
            <a:spLocks noGrp="1"/>
          </p:cNvSpPr>
          <p:nvPr>
            <p:ph type="body" sz="quarter" idx="23" hasCustomPrompt="1"/>
            <p:custDataLst>
              <p:tags r:id="rId3"/>
            </p:custDataLst>
          </p:nvPr>
        </p:nvSpPr>
        <p:spPr>
          <a:xfrm>
            <a:off x="1306513" y="2635386"/>
            <a:ext cx="9578975" cy="412400"/>
          </a:xfrm>
        </p:spPr>
        <p:txBody>
          <a:bodyPr vert="horz" lIns="0" tIns="0" rIns="0" bIns="0" rtlCol="0">
            <a:noAutofit/>
          </a:bodyPr>
          <a:lstStyle>
            <a:lvl1pPr>
              <a:defRPr lang="de-DE" b="1" smtClean="0">
                <a:solidFill>
                  <a:schemeClr val="accent1"/>
                </a:solidFill>
              </a:defRPr>
            </a:lvl1pPr>
            <a:lvl2pPr>
              <a:defRPr lang="de-DE" smtClean="0"/>
            </a:lvl2pPr>
            <a:lvl3pPr>
              <a:defRPr lang="de-DE" smtClean="0"/>
            </a:lvl3pPr>
            <a:lvl4pPr>
              <a:defRPr lang="de-DE" smtClean="0"/>
            </a:lvl4pPr>
            <a:lvl5pPr>
              <a:defRPr lang="de-AT"/>
            </a:lvl5pPr>
          </a:lstStyle>
          <a:p>
            <a:pPr marL="0" lvl="0" indent="0">
              <a:buNone/>
            </a:pPr>
            <a:r>
              <a:rPr lang="de-AT" dirty="0"/>
              <a:t>Zwischentitel</a:t>
            </a:r>
          </a:p>
        </p:txBody>
      </p:sp>
      <p:sp>
        <p:nvSpPr>
          <p:cNvPr id="45" name="Inhaltsplatzhalter 2">
            <a:extLst>
              <a:ext uri="{FF2B5EF4-FFF2-40B4-BE49-F238E27FC236}">
                <a16:creationId xmlns:a16="http://schemas.microsoft.com/office/drawing/2014/main" id="{9824CDBD-05FF-44D6-AFB9-1597F69DA601}"/>
              </a:ext>
            </a:extLst>
          </p:cNvPr>
          <p:cNvSpPr>
            <a:spLocks noGrp="1"/>
          </p:cNvSpPr>
          <p:nvPr>
            <p:ph sz="half" idx="21" hasCustomPrompt="1"/>
            <p:custDataLst>
              <p:tags r:id="rId4"/>
            </p:custDataLst>
          </p:nvPr>
        </p:nvSpPr>
        <p:spPr>
          <a:xfrm>
            <a:off x="1307069" y="3047786"/>
            <a:ext cx="4465082" cy="2676739"/>
          </a:xfrm>
        </p:spPr>
        <p:txBody>
          <a:bodyPr/>
          <a:lstStyle>
            <a:lvl1pPr>
              <a:buClr>
                <a:schemeClr val="accent1"/>
              </a:buClr>
              <a:defRPr/>
            </a:lvl1pPr>
            <a:lvl2pPr>
              <a:buClr>
                <a:schemeClr val="accent1"/>
              </a:buClr>
              <a:defRPr/>
            </a:lvl2pPr>
            <a:lvl3pPr>
              <a:buClr>
                <a:schemeClr val="accent1"/>
              </a:buClr>
              <a:defRPr/>
            </a:lvl3pPr>
            <a:lvl4pPr>
              <a:buClr>
                <a:schemeClr val="accent1"/>
              </a:buClr>
              <a:defRPr/>
            </a:lvl4pPr>
            <a:lvl5pPr>
              <a:buClr>
                <a:schemeClr val="accent1"/>
              </a:buClr>
              <a:defRPr/>
            </a:lvl5pPr>
          </a:lstStyle>
          <a:p>
            <a:pPr lvl="0"/>
            <a:r>
              <a:rPr lang="de-AT" dirty="0"/>
              <a:t>Formatvorlagen des Textmasters bearbeiten</a:t>
            </a:r>
          </a:p>
          <a:p>
            <a:pPr lvl="1"/>
            <a:r>
              <a:rPr lang="de-AT" dirty="0"/>
              <a:t>Zweite Ebene</a:t>
            </a:r>
          </a:p>
          <a:p>
            <a:pPr lvl="2"/>
            <a:r>
              <a:rPr lang="de-AT" dirty="0"/>
              <a:t>Dritte Ebene</a:t>
            </a:r>
          </a:p>
          <a:p>
            <a:pPr lvl="3"/>
            <a:r>
              <a:rPr lang="de-AT" dirty="0"/>
              <a:t>Vierte Ebene</a:t>
            </a:r>
          </a:p>
          <a:p>
            <a:pPr lvl="4"/>
            <a:r>
              <a:rPr lang="de-AT" dirty="0"/>
              <a:t>Fünfte Ebene</a:t>
            </a:r>
          </a:p>
        </p:txBody>
      </p:sp>
      <p:sp>
        <p:nvSpPr>
          <p:cNvPr id="44" name="Textplatzhalter 6">
            <a:extLst>
              <a:ext uri="{FF2B5EF4-FFF2-40B4-BE49-F238E27FC236}">
                <a16:creationId xmlns:a16="http://schemas.microsoft.com/office/drawing/2014/main" id="{4BC4CB93-0EDA-40F6-A82A-7933C7369F62}"/>
              </a:ext>
            </a:extLst>
          </p:cNvPr>
          <p:cNvSpPr>
            <a:spLocks noGrp="1"/>
          </p:cNvSpPr>
          <p:nvPr>
            <p:ph type="body" sz="quarter" idx="17" hasCustomPrompt="1"/>
            <p:custDataLst>
              <p:tags r:id="rId5"/>
            </p:custDataLst>
          </p:nvPr>
        </p:nvSpPr>
        <p:spPr>
          <a:xfrm>
            <a:off x="1308099" y="5795962"/>
            <a:ext cx="4464000" cy="100013"/>
          </a:xfrm>
        </p:spPr>
        <p:txBody>
          <a:bodyPr anchor="b"/>
          <a:lstStyle>
            <a:lvl1pPr marL="0" indent="0">
              <a:buNone/>
              <a:defRPr sz="800" cap="all" baseline="0"/>
            </a:lvl1pPr>
          </a:lstStyle>
          <a:p>
            <a:pPr marL="0" marR="0" lvl="0" indent="0" algn="l" defTabSz="914400" rtl="0" eaLnBrk="1" fontAlgn="auto" latinLnBrk="0" hangingPunct="1">
              <a:lnSpc>
                <a:spcPct val="90000"/>
              </a:lnSpc>
              <a:spcBef>
                <a:spcPts val="600"/>
              </a:spcBef>
              <a:spcAft>
                <a:spcPts val="0"/>
              </a:spcAft>
              <a:buClr>
                <a:schemeClr val="tx2"/>
              </a:buClr>
              <a:buSzPct val="90000"/>
              <a:buFont typeface="Arial" panose="020B0604020202020204" pitchFamily="34" charset="0"/>
              <a:buNone/>
              <a:tabLst/>
              <a:defRPr/>
            </a:pPr>
            <a:r>
              <a:rPr lang="de-AT" dirty="0"/>
              <a:t>© Copyright-Info, Quelle, …</a:t>
            </a:r>
          </a:p>
        </p:txBody>
      </p:sp>
      <p:sp>
        <p:nvSpPr>
          <p:cNvPr id="46" name="Inhaltsplatzhalter 3">
            <a:extLst>
              <a:ext uri="{FF2B5EF4-FFF2-40B4-BE49-F238E27FC236}">
                <a16:creationId xmlns:a16="http://schemas.microsoft.com/office/drawing/2014/main" id="{CF7679A8-5D7D-4C63-A562-FF2DD8258D52}"/>
              </a:ext>
            </a:extLst>
          </p:cNvPr>
          <p:cNvSpPr>
            <a:spLocks noGrp="1"/>
          </p:cNvSpPr>
          <p:nvPr>
            <p:ph sz="half" idx="22" hasCustomPrompt="1"/>
            <p:custDataLst>
              <p:tags r:id="rId6"/>
            </p:custDataLst>
          </p:nvPr>
        </p:nvSpPr>
        <p:spPr>
          <a:xfrm>
            <a:off x="6424937" y="3047786"/>
            <a:ext cx="4459997" cy="2676739"/>
          </a:xfrm>
        </p:spPr>
        <p:txBody>
          <a:bodyPr/>
          <a:lstStyle>
            <a:lvl1pPr>
              <a:buClr>
                <a:schemeClr val="accent1"/>
              </a:buClr>
              <a:defRPr/>
            </a:lvl1pPr>
            <a:lvl2pPr>
              <a:buClr>
                <a:schemeClr val="accent1"/>
              </a:buClr>
              <a:defRPr/>
            </a:lvl2pPr>
            <a:lvl3pPr>
              <a:buClr>
                <a:schemeClr val="accent1"/>
              </a:buClr>
              <a:defRPr/>
            </a:lvl3pPr>
            <a:lvl4pPr>
              <a:buClr>
                <a:schemeClr val="accent1"/>
              </a:buClr>
              <a:defRPr/>
            </a:lvl4pPr>
            <a:lvl5pPr>
              <a:buClr>
                <a:schemeClr val="accent1"/>
              </a:buClr>
              <a:defRPr/>
            </a:lvl5pPr>
          </a:lstStyle>
          <a:p>
            <a:pPr lvl="0"/>
            <a:r>
              <a:rPr lang="de-AT" dirty="0"/>
              <a:t>Formatvorlagen des Textmasters bearbeiten</a:t>
            </a:r>
          </a:p>
          <a:p>
            <a:pPr lvl="1"/>
            <a:r>
              <a:rPr lang="de-AT" dirty="0"/>
              <a:t>Zweite Ebene</a:t>
            </a:r>
          </a:p>
          <a:p>
            <a:pPr lvl="2"/>
            <a:r>
              <a:rPr lang="de-AT" dirty="0"/>
              <a:t>Dritte Ebene</a:t>
            </a:r>
          </a:p>
          <a:p>
            <a:pPr lvl="3"/>
            <a:r>
              <a:rPr lang="de-AT" dirty="0"/>
              <a:t>Vierte Ebene</a:t>
            </a:r>
          </a:p>
          <a:p>
            <a:pPr lvl="4"/>
            <a:r>
              <a:rPr lang="de-AT" dirty="0"/>
              <a:t>Fünfte Ebene</a:t>
            </a:r>
          </a:p>
        </p:txBody>
      </p:sp>
      <p:sp>
        <p:nvSpPr>
          <p:cNvPr id="47" name="Textplatzhalter 6">
            <a:extLst>
              <a:ext uri="{FF2B5EF4-FFF2-40B4-BE49-F238E27FC236}">
                <a16:creationId xmlns:a16="http://schemas.microsoft.com/office/drawing/2014/main" id="{049E4546-1F5E-4098-86E2-2AC2D6739014}"/>
              </a:ext>
            </a:extLst>
          </p:cNvPr>
          <p:cNvSpPr>
            <a:spLocks noGrp="1"/>
          </p:cNvSpPr>
          <p:nvPr>
            <p:ph type="body" sz="quarter" idx="20" hasCustomPrompt="1"/>
            <p:custDataLst>
              <p:tags r:id="rId7"/>
            </p:custDataLst>
          </p:nvPr>
        </p:nvSpPr>
        <p:spPr>
          <a:xfrm>
            <a:off x="6422935" y="5795962"/>
            <a:ext cx="4464000" cy="100013"/>
          </a:xfrm>
        </p:spPr>
        <p:txBody>
          <a:bodyPr anchor="b"/>
          <a:lstStyle>
            <a:lvl1pPr marL="0" indent="0">
              <a:buNone/>
              <a:defRPr sz="800" cap="all" baseline="0"/>
            </a:lvl1pPr>
          </a:lstStyle>
          <a:p>
            <a:pPr marL="0" marR="0" lvl="0" indent="0" algn="l" defTabSz="914400" rtl="0" eaLnBrk="1" fontAlgn="auto" latinLnBrk="0" hangingPunct="1">
              <a:lnSpc>
                <a:spcPct val="90000"/>
              </a:lnSpc>
              <a:spcBef>
                <a:spcPts val="600"/>
              </a:spcBef>
              <a:spcAft>
                <a:spcPts val="0"/>
              </a:spcAft>
              <a:buClr>
                <a:schemeClr val="tx2"/>
              </a:buClr>
              <a:buSzPct val="90000"/>
              <a:buFont typeface="Arial" panose="020B0604020202020204" pitchFamily="34" charset="0"/>
              <a:buNone/>
              <a:tabLst/>
              <a:defRPr/>
            </a:pPr>
            <a:r>
              <a:rPr lang="de-AT" dirty="0"/>
              <a:t>© Copyright-Info, Quelle, …</a:t>
            </a:r>
          </a:p>
        </p:txBody>
      </p:sp>
      <p:sp>
        <p:nvSpPr>
          <p:cNvPr id="2" name="Fußzeilenplatzhalter 1">
            <a:extLst>
              <a:ext uri="{FF2B5EF4-FFF2-40B4-BE49-F238E27FC236}">
                <a16:creationId xmlns:a16="http://schemas.microsoft.com/office/drawing/2014/main" id="{93027492-3CB4-4D02-9A01-189D75146616}"/>
              </a:ext>
            </a:extLst>
          </p:cNvPr>
          <p:cNvSpPr>
            <a:spLocks noGrp="1"/>
          </p:cNvSpPr>
          <p:nvPr>
            <p:ph type="ftr" sz="quarter" idx="15"/>
          </p:nvPr>
        </p:nvSpPr>
        <p:spPr/>
        <p:txBody>
          <a:bodyPr/>
          <a:lstStyle/>
          <a:p>
            <a:r>
              <a:rPr lang="de-AT"/>
              <a:t>Musterpräsentation | September 2021</a:t>
            </a:r>
            <a:endParaRPr lang="de-AT" dirty="0"/>
          </a:p>
        </p:txBody>
      </p:sp>
      <p:sp>
        <p:nvSpPr>
          <p:cNvPr id="6" name="Foliennummernplatzhalter 5">
            <a:extLst>
              <a:ext uri="{FF2B5EF4-FFF2-40B4-BE49-F238E27FC236}">
                <a16:creationId xmlns:a16="http://schemas.microsoft.com/office/drawing/2014/main" id="{8BD27729-9276-4DB3-AF92-EA11DF36B7B7}"/>
              </a:ext>
            </a:extLst>
          </p:cNvPr>
          <p:cNvSpPr>
            <a:spLocks noGrp="1"/>
          </p:cNvSpPr>
          <p:nvPr>
            <p:ph type="sldNum" sz="quarter" idx="16"/>
          </p:nvPr>
        </p:nvSpPr>
        <p:spPr/>
        <p:txBody>
          <a:bodyPr/>
          <a:lstStyle/>
          <a:p>
            <a:fld id="{418F7AD7-DC47-44A0-A9D7-F1C17BFD6F09}" type="slidenum">
              <a:rPr lang="de-AT" smtClean="0"/>
              <a:pPr/>
              <a:t>‹#›</a:t>
            </a:fld>
            <a:endParaRPr lang="de-AT" dirty="0"/>
          </a:p>
        </p:txBody>
      </p:sp>
    </p:spTree>
    <p:extLst>
      <p:ext uri="{BB962C8B-B14F-4D97-AF65-F5344CB8AC3E}">
        <p14:creationId xmlns:p14="http://schemas.microsoft.com/office/powerpoint/2010/main" val="39129924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3 Inhalte">
    <p:spTree>
      <p:nvGrpSpPr>
        <p:cNvPr id="1" name=""/>
        <p:cNvGrpSpPr/>
        <p:nvPr/>
      </p:nvGrpSpPr>
      <p:grpSpPr>
        <a:xfrm>
          <a:off x="0" y="0"/>
          <a:ext cx="0" cy="0"/>
          <a:chOff x="0" y="0"/>
          <a:chExt cx="0" cy="0"/>
        </a:xfrm>
      </p:grpSpPr>
      <p:pic>
        <p:nvPicPr>
          <p:cNvPr id="46" name="Grafik 45" descr="Logo der Technischen Universität Wien">
            <a:extLst>
              <a:ext uri="{FF2B5EF4-FFF2-40B4-BE49-F238E27FC236}">
                <a16:creationId xmlns:a16="http://schemas.microsoft.com/office/drawing/2014/main" id="{04A85C70-7CAB-4F95-9075-BECE02272E9D}"/>
              </a:ext>
            </a:extLst>
          </p:cNvPr>
          <p:cNvPicPr/>
          <p:nvPr userDrawn="1">
            <p:custDataLst>
              <p:tags r:id="rId1"/>
            </p:custDataLst>
          </p:nvPr>
        </p:nvPicPr>
        <p:blipFill>
          <a:blip r:embed="rId10" cstate="print">
            <a:extLst>
              <a:ext uri="{28A0092B-C50C-407E-A947-70E740481C1C}">
                <a14:useLocalDpi xmlns:a14="http://schemas.microsoft.com/office/drawing/2010/main"/>
              </a:ext>
              <a:ext uri="{96DAC541-7B7A-43D3-8B79-37D633B846F1}">
                <asvg:svgBlip xmlns:asvg="http://schemas.microsoft.com/office/drawing/2016/SVG/main" r:embed="rId11"/>
              </a:ext>
            </a:extLst>
          </a:blip>
          <a:stretch>
            <a:fillRect/>
          </a:stretch>
        </p:blipFill>
        <p:spPr>
          <a:xfrm>
            <a:off x="468287" y="466725"/>
            <a:ext cx="1939882" cy="734886"/>
          </a:xfrm>
          <a:prstGeom prst="rect">
            <a:avLst/>
          </a:prstGeom>
        </p:spPr>
      </p:pic>
      <p:sp>
        <p:nvSpPr>
          <p:cNvPr id="43" name="Titel 42">
            <a:extLst>
              <a:ext uri="{FF2B5EF4-FFF2-40B4-BE49-F238E27FC236}">
                <a16:creationId xmlns:a16="http://schemas.microsoft.com/office/drawing/2014/main" id="{1F24D4FE-3C5E-4183-ACAE-90DCD1944895}"/>
              </a:ext>
            </a:extLst>
          </p:cNvPr>
          <p:cNvSpPr>
            <a:spLocks noGrp="1"/>
          </p:cNvSpPr>
          <p:nvPr>
            <p:ph type="title"/>
            <p:custDataLst>
              <p:tags r:id="rId2"/>
            </p:custDataLst>
          </p:nvPr>
        </p:nvSpPr>
        <p:spPr>
          <a:xfrm>
            <a:off x="1307070" y="1549399"/>
            <a:ext cx="9578418" cy="828675"/>
          </a:xfrm>
        </p:spPr>
        <p:txBody>
          <a:bodyPr/>
          <a:lstStyle/>
          <a:p>
            <a:r>
              <a:rPr lang="en-US"/>
              <a:t>Click to edit Master title style</a:t>
            </a:r>
            <a:endParaRPr lang="de-AT" dirty="0"/>
          </a:p>
        </p:txBody>
      </p:sp>
      <p:sp>
        <p:nvSpPr>
          <p:cNvPr id="3" name="Inhaltsplatzhalter 2">
            <a:extLst>
              <a:ext uri="{FF2B5EF4-FFF2-40B4-BE49-F238E27FC236}">
                <a16:creationId xmlns:a16="http://schemas.microsoft.com/office/drawing/2014/main" id="{F7B43B39-7264-48E0-94D9-E36AC50DAA03}"/>
              </a:ext>
            </a:extLst>
          </p:cNvPr>
          <p:cNvSpPr>
            <a:spLocks noGrp="1"/>
          </p:cNvSpPr>
          <p:nvPr>
            <p:ph sz="half" idx="1" hasCustomPrompt="1"/>
            <p:custDataLst>
              <p:tags r:id="rId3"/>
            </p:custDataLst>
          </p:nvPr>
        </p:nvSpPr>
        <p:spPr>
          <a:xfrm>
            <a:off x="1307364" y="2628900"/>
            <a:ext cx="2880000" cy="3103562"/>
          </a:xfrm>
        </p:spPr>
        <p:txBody>
          <a:bodyPr/>
          <a:lstStyle>
            <a:lvl1pPr>
              <a:buClr>
                <a:schemeClr val="accent1"/>
              </a:buClr>
              <a:defRPr/>
            </a:lvl1pPr>
            <a:lvl2pPr>
              <a:buClr>
                <a:schemeClr val="accent1"/>
              </a:buClr>
              <a:defRPr/>
            </a:lvl2pPr>
            <a:lvl3pPr>
              <a:buClr>
                <a:schemeClr val="accent1"/>
              </a:buClr>
              <a:defRPr/>
            </a:lvl3pPr>
            <a:lvl4pPr>
              <a:buClr>
                <a:schemeClr val="accent1"/>
              </a:buClr>
              <a:defRPr/>
            </a:lvl4pPr>
            <a:lvl5pPr>
              <a:buClr>
                <a:schemeClr val="accent1"/>
              </a:buClr>
              <a:defRPr/>
            </a:lvl5pPr>
          </a:lstStyle>
          <a:p>
            <a:pPr lvl="0"/>
            <a:r>
              <a:rPr lang="de-AT" dirty="0"/>
              <a:t>Formatvorlagen des Textmasters bearbeiten</a:t>
            </a:r>
          </a:p>
          <a:p>
            <a:pPr lvl="1"/>
            <a:r>
              <a:rPr lang="de-AT" dirty="0"/>
              <a:t>Zweite Ebene</a:t>
            </a:r>
          </a:p>
          <a:p>
            <a:pPr lvl="2"/>
            <a:r>
              <a:rPr lang="de-AT" dirty="0"/>
              <a:t>Dritte Ebene</a:t>
            </a:r>
          </a:p>
          <a:p>
            <a:pPr lvl="3"/>
            <a:r>
              <a:rPr lang="de-AT" dirty="0"/>
              <a:t>Vierte Ebene</a:t>
            </a:r>
          </a:p>
          <a:p>
            <a:pPr lvl="4"/>
            <a:r>
              <a:rPr lang="de-AT" dirty="0"/>
              <a:t>Fünfte Ebene</a:t>
            </a:r>
          </a:p>
        </p:txBody>
      </p:sp>
      <p:sp>
        <p:nvSpPr>
          <p:cNvPr id="49" name="Textplatzhalter 6">
            <a:extLst>
              <a:ext uri="{FF2B5EF4-FFF2-40B4-BE49-F238E27FC236}">
                <a16:creationId xmlns:a16="http://schemas.microsoft.com/office/drawing/2014/main" id="{6BCE82C1-419A-452A-A896-A11CD5E44833}"/>
              </a:ext>
            </a:extLst>
          </p:cNvPr>
          <p:cNvSpPr>
            <a:spLocks noGrp="1"/>
          </p:cNvSpPr>
          <p:nvPr>
            <p:ph type="body" sz="quarter" idx="18" hasCustomPrompt="1"/>
            <p:custDataLst>
              <p:tags r:id="rId4"/>
            </p:custDataLst>
          </p:nvPr>
        </p:nvSpPr>
        <p:spPr>
          <a:xfrm>
            <a:off x="1308099" y="5795962"/>
            <a:ext cx="2880000" cy="100013"/>
          </a:xfrm>
        </p:spPr>
        <p:txBody>
          <a:bodyPr anchor="b"/>
          <a:lstStyle>
            <a:lvl1pPr marL="0" indent="0">
              <a:buNone/>
              <a:defRPr sz="800" cap="all" baseline="0"/>
            </a:lvl1pPr>
          </a:lstStyle>
          <a:p>
            <a:pPr marL="0" marR="0" lvl="0" indent="0" algn="l" defTabSz="914400" rtl="0" eaLnBrk="1" fontAlgn="auto" latinLnBrk="0" hangingPunct="1">
              <a:lnSpc>
                <a:spcPct val="90000"/>
              </a:lnSpc>
              <a:spcBef>
                <a:spcPts val="600"/>
              </a:spcBef>
              <a:spcAft>
                <a:spcPts val="0"/>
              </a:spcAft>
              <a:buClr>
                <a:schemeClr val="tx2"/>
              </a:buClr>
              <a:buSzPct val="90000"/>
              <a:buFont typeface="Arial" panose="020B0604020202020204" pitchFamily="34" charset="0"/>
              <a:buNone/>
              <a:tabLst/>
              <a:defRPr/>
            </a:pPr>
            <a:r>
              <a:rPr lang="de-AT" dirty="0"/>
              <a:t>© Copyright-Info, Quelle, …</a:t>
            </a:r>
          </a:p>
        </p:txBody>
      </p:sp>
      <p:sp>
        <p:nvSpPr>
          <p:cNvPr id="4" name="Inhaltsplatzhalter 3">
            <a:extLst>
              <a:ext uri="{FF2B5EF4-FFF2-40B4-BE49-F238E27FC236}">
                <a16:creationId xmlns:a16="http://schemas.microsoft.com/office/drawing/2014/main" id="{CE90AAD2-686D-442B-A7A1-591C8F14300E}"/>
              </a:ext>
            </a:extLst>
          </p:cNvPr>
          <p:cNvSpPr>
            <a:spLocks noGrp="1"/>
          </p:cNvSpPr>
          <p:nvPr>
            <p:ph sz="half" idx="2" hasCustomPrompt="1"/>
            <p:custDataLst>
              <p:tags r:id="rId5"/>
            </p:custDataLst>
          </p:nvPr>
        </p:nvSpPr>
        <p:spPr>
          <a:xfrm>
            <a:off x="4656023" y="2628900"/>
            <a:ext cx="2880000" cy="3103562"/>
          </a:xfrm>
        </p:spPr>
        <p:txBody>
          <a:bodyPr/>
          <a:lstStyle>
            <a:lvl1pPr>
              <a:buClr>
                <a:schemeClr val="accent1"/>
              </a:buClr>
              <a:defRPr/>
            </a:lvl1pPr>
            <a:lvl2pPr>
              <a:buClr>
                <a:schemeClr val="accent1"/>
              </a:buClr>
              <a:defRPr/>
            </a:lvl2pPr>
            <a:lvl3pPr>
              <a:buClr>
                <a:schemeClr val="accent1"/>
              </a:buClr>
              <a:defRPr/>
            </a:lvl3pPr>
            <a:lvl4pPr>
              <a:buClr>
                <a:schemeClr val="accent1"/>
              </a:buClr>
              <a:defRPr/>
            </a:lvl4pPr>
            <a:lvl5pPr>
              <a:buClr>
                <a:schemeClr val="accent1"/>
              </a:buClr>
              <a:defRPr/>
            </a:lvl5pPr>
          </a:lstStyle>
          <a:p>
            <a:pPr lvl="0"/>
            <a:r>
              <a:rPr lang="de-AT" dirty="0"/>
              <a:t>Formatvorlagen des Textmasters bearbeiten</a:t>
            </a:r>
          </a:p>
          <a:p>
            <a:pPr lvl="1"/>
            <a:r>
              <a:rPr lang="de-AT" dirty="0"/>
              <a:t>Zweite Ebene</a:t>
            </a:r>
          </a:p>
          <a:p>
            <a:pPr lvl="2"/>
            <a:r>
              <a:rPr lang="de-AT" dirty="0"/>
              <a:t>Dritte Ebene</a:t>
            </a:r>
          </a:p>
          <a:p>
            <a:pPr lvl="3"/>
            <a:r>
              <a:rPr lang="de-AT" dirty="0"/>
              <a:t>Vierte Ebene</a:t>
            </a:r>
          </a:p>
          <a:p>
            <a:pPr lvl="4"/>
            <a:r>
              <a:rPr lang="de-AT" dirty="0"/>
              <a:t>Fünfte Ebene</a:t>
            </a:r>
          </a:p>
        </p:txBody>
      </p:sp>
      <p:sp>
        <p:nvSpPr>
          <p:cNvPr id="50" name="Textplatzhalter 6">
            <a:extLst>
              <a:ext uri="{FF2B5EF4-FFF2-40B4-BE49-F238E27FC236}">
                <a16:creationId xmlns:a16="http://schemas.microsoft.com/office/drawing/2014/main" id="{60062EA2-CEBE-4CD2-886F-E7499AFB7832}"/>
              </a:ext>
            </a:extLst>
          </p:cNvPr>
          <p:cNvSpPr>
            <a:spLocks noGrp="1"/>
          </p:cNvSpPr>
          <p:nvPr>
            <p:ph type="body" sz="quarter" idx="19" hasCustomPrompt="1"/>
            <p:custDataLst>
              <p:tags r:id="rId6"/>
            </p:custDataLst>
          </p:nvPr>
        </p:nvSpPr>
        <p:spPr>
          <a:xfrm>
            <a:off x="4656023" y="5795962"/>
            <a:ext cx="2880000" cy="100013"/>
          </a:xfrm>
        </p:spPr>
        <p:txBody>
          <a:bodyPr anchor="b"/>
          <a:lstStyle>
            <a:lvl1pPr marL="0" indent="0">
              <a:buNone/>
              <a:defRPr sz="800" cap="all" baseline="0"/>
            </a:lvl1pPr>
          </a:lstStyle>
          <a:p>
            <a:pPr marL="0" marR="0" lvl="0" indent="0" algn="l" defTabSz="914400" rtl="0" eaLnBrk="1" fontAlgn="auto" latinLnBrk="0" hangingPunct="1">
              <a:lnSpc>
                <a:spcPct val="90000"/>
              </a:lnSpc>
              <a:spcBef>
                <a:spcPts val="600"/>
              </a:spcBef>
              <a:spcAft>
                <a:spcPts val="0"/>
              </a:spcAft>
              <a:buClr>
                <a:schemeClr val="tx2"/>
              </a:buClr>
              <a:buSzPct val="90000"/>
              <a:buFont typeface="Arial" panose="020B0604020202020204" pitchFamily="34" charset="0"/>
              <a:buNone/>
              <a:tabLst/>
              <a:defRPr/>
            </a:pPr>
            <a:r>
              <a:rPr lang="de-AT" dirty="0"/>
              <a:t>© Copyright-Info, Quelle, …</a:t>
            </a:r>
          </a:p>
        </p:txBody>
      </p:sp>
      <p:sp>
        <p:nvSpPr>
          <p:cNvPr id="44" name="Inhaltsplatzhalter 3">
            <a:extLst>
              <a:ext uri="{FF2B5EF4-FFF2-40B4-BE49-F238E27FC236}">
                <a16:creationId xmlns:a16="http://schemas.microsoft.com/office/drawing/2014/main" id="{835A0ABB-9EF3-4E9D-B6E8-3A64CA54EFA3}"/>
              </a:ext>
            </a:extLst>
          </p:cNvPr>
          <p:cNvSpPr>
            <a:spLocks noGrp="1"/>
          </p:cNvSpPr>
          <p:nvPr>
            <p:ph sz="half" idx="17" hasCustomPrompt="1"/>
            <p:custDataLst>
              <p:tags r:id="rId7"/>
            </p:custDataLst>
          </p:nvPr>
        </p:nvSpPr>
        <p:spPr>
          <a:xfrm>
            <a:off x="8004683" y="2628900"/>
            <a:ext cx="2880000" cy="3103562"/>
          </a:xfrm>
        </p:spPr>
        <p:txBody>
          <a:bodyPr/>
          <a:lstStyle>
            <a:lvl1pPr>
              <a:buClr>
                <a:schemeClr val="accent1"/>
              </a:buClr>
              <a:defRPr/>
            </a:lvl1pPr>
            <a:lvl2pPr>
              <a:buClr>
                <a:schemeClr val="accent1"/>
              </a:buClr>
              <a:defRPr/>
            </a:lvl2pPr>
            <a:lvl3pPr>
              <a:buClr>
                <a:schemeClr val="accent1"/>
              </a:buClr>
              <a:defRPr/>
            </a:lvl3pPr>
            <a:lvl4pPr>
              <a:buClr>
                <a:schemeClr val="accent1"/>
              </a:buClr>
              <a:defRPr/>
            </a:lvl4pPr>
            <a:lvl5pPr>
              <a:buClr>
                <a:schemeClr val="accent1"/>
              </a:buClr>
              <a:defRPr/>
            </a:lvl5pPr>
          </a:lstStyle>
          <a:p>
            <a:pPr lvl="0"/>
            <a:r>
              <a:rPr lang="de-AT" dirty="0"/>
              <a:t>Formatvorlagen des Textmasters bearbeiten</a:t>
            </a:r>
          </a:p>
          <a:p>
            <a:pPr lvl="1"/>
            <a:r>
              <a:rPr lang="de-AT" dirty="0"/>
              <a:t>Zweite Ebene</a:t>
            </a:r>
          </a:p>
          <a:p>
            <a:pPr lvl="2"/>
            <a:r>
              <a:rPr lang="de-AT" dirty="0"/>
              <a:t>Dritte Ebene</a:t>
            </a:r>
          </a:p>
          <a:p>
            <a:pPr lvl="3"/>
            <a:r>
              <a:rPr lang="de-AT" dirty="0"/>
              <a:t>Vierte Ebene</a:t>
            </a:r>
          </a:p>
          <a:p>
            <a:pPr lvl="4"/>
            <a:r>
              <a:rPr lang="de-AT" dirty="0"/>
              <a:t>Fünfte Ebene</a:t>
            </a:r>
          </a:p>
        </p:txBody>
      </p:sp>
      <p:sp>
        <p:nvSpPr>
          <p:cNvPr id="51" name="Textplatzhalter 6">
            <a:extLst>
              <a:ext uri="{FF2B5EF4-FFF2-40B4-BE49-F238E27FC236}">
                <a16:creationId xmlns:a16="http://schemas.microsoft.com/office/drawing/2014/main" id="{8A0E8162-B812-4DFA-A815-61AA72E5C157}"/>
              </a:ext>
            </a:extLst>
          </p:cNvPr>
          <p:cNvSpPr>
            <a:spLocks noGrp="1"/>
          </p:cNvSpPr>
          <p:nvPr>
            <p:ph type="body" sz="quarter" idx="20" hasCustomPrompt="1"/>
            <p:custDataLst>
              <p:tags r:id="rId8"/>
            </p:custDataLst>
          </p:nvPr>
        </p:nvSpPr>
        <p:spPr>
          <a:xfrm>
            <a:off x="8003901" y="5795962"/>
            <a:ext cx="2880000" cy="100013"/>
          </a:xfrm>
        </p:spPr>
        <p:txBody>
          <a:bodyPr anchor="b"/>
          <a:lstStyle>
            <a:lvl1pPr marL="0" indent="0">
              <a:buNone/>
              <a:defRPr sz="800" cap="all" baseline="0"/>
            </a:lvl1pPr>
          </a:lstStyle>
          <a:p>
            <a:pPr marL="0" marR="0" lvl="0" indent="0" algn="l" defTabSz="914400" rtl="0" eaLnBrk="1" fontAlgn="auto" latinLnBrk="0" hangingPunct="1">
              <a:lnSpc>
                <a:spcPct val="90000"/>
              </a:lnSpc>
              <a:spcBef>
                <a:spcPts val="600"/>
              </a:spcBef>
              <a:spcAft>
                <a:spcPts val="0"/>
              </a:spcAft>
              <a:buClr>
                <a:schemeClr val="tx2"/>
              </a:buClr>
              <a:buSzPct val="90000"/>
              <a:buFont typeface="Arial" panose="020B0604020202020204" pitchFamily="34" charset="0"/>
              <a:buNone/>
              <a:tabLst/>
              <a:defRPr/>
            </a:pPr>
            <a:r>
              <a:rPr lang="de-AT" dirty="0"/>
              <a:t>© Copyright-Info, Quelle, …</a:t>
            </a:r>
          </a:p>
        </p:txBody>
      </p:sp>
      <p:sp>
        <p:nvSpPr>
          <p:cNvPr id="2" name="Fußzeilenplatzhalter 1">
            <a:extLst>
              <a:ext uri="{FF2B5EF4-FFF2-40B4-BE49-F238E27FC236}">
                <a16:creationId xmlns:a16="http://schemas.microsoft.com/office/drawing/2014/main" id="{93027492-3CB4-4D02-9A01-189D75146616}"/>
              </a:ext>
            </a:extLst>
          </p:cNvPr>
          <p:cNvSpPr>
            <a:spLocks noGrp="1"/>
          </p:cNvSpPr>
          <p:nvPr>
            <p:ph type="ftr" sz="quarter" idx="15"/>
          </p:nvPr>
        </p:nvSpPr>
        <p:spPr/>
        <p:txBody>
          <a:bodyPr/>
          <a:lstStyle/>
          <a:p>
            <a:r>
              <a:rPr lang="de-AT"/>
              <a:t>Musterpräsentation | September 2021</a:t>
            </a:r>
            <a:endParaRPr lang="de-AT" dirty="0"/>
          </a:p>
        </p:txBody>
      </p:sp>
      <p:sp>
        <p:nvSpPr>
          <p:cNvPr id="6" name="Foliennummernplatzhalter 5">
            <a:extLst>
              <a:ext uri="{FF2B5EF4-FFF2-40B4-BE49-F238E27FC236}">
                <a16:creationId xmlns:a16="http://schemas.microsoft.com/office/drawing/2014/main" id="{8BD27729-9276-4DB3-AF92-EA11DF36B7B7}"/>
              </a:ext>
            </a:extLst>
          </p:cNvPr>
          <p:cNvSpPr>
            <a:spLocks noGrp="1"/>
          </p:cNvSpPr>
          <p:nvPr>
            <p:ph type="sldNum" sz="quarter" idx="16"/>
          </p:nvPr>
        </p:nvSpPr>
        <p:spPr/>
        <p:txBody>
          <a:bodyPr/>
          <a:lstStyle/>
          <a:p>
            <a:fld id="{418F7AD7-DC47-44A0-A9D7-F1C17BFD6F09}" type="slidenum">
              <a:rPr lang="de-AT" smtClean="0"/>
              <a:pPr/>
              <a:t>‹#›</a:t>
            </a:fld>
            <a:endParaRPr lang="de-AT" dirty="0"/>
          </a:p>
        </p:txBody>
      </p:sp>
    </p:spTree>
    <p:extLst>
      <p:ext uri="{BB962C8B-B14F-4D97-AF65-F5344CB8AC3E}">
        <p14:creationId xmlns:p14="http://schemas.microsoft.com/office/powerpoint/2010/main" val="278903471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2 Inhalte mit 2 Überschriften">
    <p:spTree>
      <p:nvGrpSpPr>
        <p:cNvPr id="1" name=""/>
        <p:cNvGrpSpPr/>
        <p:nvPr/>
      </p:nvGrpSpPr>
      <p:grpSpPr>
        <a:xfrm>
          <a:off x="0" y="0"/>
          <a:ext cx="0" cy="0"/>
          <a:chOff x="0" y="0"/>
          <a:chExt cx="0" cy="0"/>
        </a:xfrm>
      </p:grpSpPr>
      <p:pic>
        <p:nvPicPr>
          <p:cNvPr id="46" name="Grafik 45" descr="Logo der Technischen Universität Wien">
            <a:extLst>
              <a:ext uri="{FF2B5EF4-FFF2-40B4-BE49-F238E27FC236}">
                <a16:creationId xmlns:a16="http://schemas.microsoft.com/office/drawing/2014/main" id="{099E51E9-DC66-419A-A177-526841A9308B}"/>
              </a:ext>
            </a:extLst>
          </p:cNvPr>
          <p:cNvPicPr/>
          <p:nvPr userDrawn="1">
            <p:custDataLst>
              <p:tags r:id="rId1"/>
            </p:custDataLst>
          </p:nvPr>
        </p:nvPicPr>
        <p:blipFill>
          <a:blip r:embed="rId10" cstate="print">
            <a:extLst>
              <a:ext uri="{28A0092B-C50C-407E-A947-70E740481C1C}">
                <a14:useLocalDpi xmlns:a14="http://schemas.microsoft.com/office/drawing/2010/main"/>
              </a:ext>
              <a:ext uri="{96DAC541-7B7A-43D3-8B79-37D633B846F1}">
                <asvg:svgBlip xmlns:asvg="http://schemas.microsoft.com/office/drawing/2016/SVG/main" r:embed="rId11"/>
              </a:ext>
            </a:extLst>
          </a:blip>
          <a:stretch>
            <a:fillRect/>
          </a:stretch>
        </p:blipFill>
        <p:spPr>
          <a:xfrm>
            <a:off x="468287" y="466725"/>
            <a:ext cx="1939882" cy="734886"/>
          </a:xfrm>
          <a:prstGeom prst="rect">
            <a:avLst/>
          </a:prstGeom>
        </p:spPr>
      </p:pic>
      <p:sp>
        <p:nvSpPr>
          <p:cNvPr id="7" name="Foliennummernplatzhalter 6">
            <a:extLst>
              <a:ext uri="{FF2B5EF4-FFF2-40B4-BE49-F238E27FC236}">
                <a16:creationId xmlns:a16="http://schemas.microsoft.com/office/drawing/2014/main" id="{29B3A894-6582-4131-8E80-1DD0D8D21934}"/>
              </a:ext>
            </a:extLst>
          </p:cNvPr>
          <p:cNvSpPr>
            <a:spLocks noGrp="1"/>
          </p:cNvSpPr>
          <p:nvPr>
            <p:ph type="sldNum" sz="quarter" idx="17"/>
            <p:custDataLst>
              <p:tags r:id="rId2"/>
            </p:custDataLst>
          </p:nvPr>
        </p:nvSpPr>
        <p:spPr/>
        <p:txBody>
          <a:bodyPr/>
          <a:lstStyle/>
          <a:p>
            <a:fld id="{418F7AD7-DC47-44A0-A9D7-F1C17BFD6F09}" type="slidenum">
              <a:rPr lang="de-AT" smtClean="0"/>
              <a:pPr/>
              <a:t>‹#›</a:t>
            </a:fld>
            <a:endParaRPr lang="de-AT" dirty="0"/>
          </a:p>
        </p:txBody>
      </p:sp>
      <p:sp>
        <p:nvSpPr>
          <p:cNvPr id="44" name="Titel 43">
            <a:extLst>
              <a:ext uri="{FF2B5EF4-FFF2-40B4-BE49-F238E27FC236}">
                <a16:creationId xmlns:a16="http://schemas.microsoft.com/office/drawing/2014/main" id="{F963C0A1-5171-448F-A988-DE64FAB96000}"/>
              </a:ext>
            </a:extLst>
          </p:cNvPr>
          <p:cNvSpPr>
            <a:spLocks noGrp="1"/>
          </p:cNvSpPr>
          <p:nvPr>
            <p:ph type="title"/>
            <p:custDataLst>
              <p:tags r:id="rId3"/>
            </p:custDataLst>
          </p:nvPr>
        </p:nvSpPr>
        <p:spPr>
          <a:xfrm>
            <a:off x="1308101" y="1549399"/>
            <a:ext cx="4464050" cy="828675"/>
          </a:xfrm>
        </p:spPr>
        <p:txBody>
          <a:bodyPr/>
          <a:lstStyle/>
          <a:p>
            <a:r>
              <a:rPr lang="en-US"/>
              <a:t>Click to edit Master title style</a:t>
            </a:r>
            <a:endParaRPr lang="de-AT" dirty="0"/>
          </a:p>
        </p:txBody>
      </p:sp>
      <p:sp>
        <p:nvSpPr>
          <p:cNvPr id="3" name="Inhaltsplatzhalter 2">
            <a:extLst>
              <a:ext uri="{FF2B5EF4-FFF2-40B4-BE49-F238E27FC236}">
                <a16:creationId xmlns:a16="http://schemas.microsoft.com/office/drawing/2014/main" id="{F7B43B39-7264-48E0-94D9-E36AC50DAA03}"/>
              </a:ext>
            </a:extLst>
          </p:cNvPr>
          <p:cNvSpPr>
            <a:spLocks noGrp="1"/>
          </p:cNvSpPr>
          <p:nvPr>
            <p:ph sz="half" idx="1" hasCustomPrompt="1"/>
            <p:custDataLst>
              <p:tags r:id="rId4"/>
            </p:custDataLst>
          </p:nvPr>
        </p:nvSpPr>
        <p:spPr>
          <a:xfrm>
            <a:off x="1308100" y="2628900"/>
            <a:ext cx="4464051" cy="3103562"/>
          </a:xfrm>
        </p:spPr>
        <p:txBody>
          <a:bodyPr/>
          <a:lstStyle>
            <a:lvl1pPr>
              <a:buClr>
                <a:schemeClr val="accent1"/>
              </a:buClr>
              <a:defRPr/>
            </a:lvl1pPr>
            <a:lvl2pPr>
              <a:buClr>
                <a:schemeClr val="accent1"/>
              </a:buClr>
              <a:defRPr/>
            </a:lvl2pPr>
            <a:lvl3pPr>
              <a:buClr>
                <a:schemeClr val="accent1"/>
              </a:buClr>
              <a:defRPr/>
            </a:lvl3pPr>
            <a:lvl4pPr>
              <a:buClr>
                <a:schemeClr val="accent1"/>
              </a:buClr>
              <a:defRPr/>
            </a:lvl4pPr>
            <a:lvl5pPr>
              <a:buClr>
                <a:schemeClr val="accent1"/>
              </a:buClr>
              <a:defRPr/>
            </a:lvl5pPr>
          </a:lstStyle>
          <a:p>
            <a:pPr lvl="0"/>
            <a:r>
              <a:rPr lang="de-AT" dirty="0"/>
              <a:t>Formatvorlagen des Textmasters bearbeiten</a:t>
            </a:r>
          </a:p>
          <a:p>
            <a:pPr lvl="1"/>
            <a:r>
              <a:rPr lang="de-AT" dirty="0"/>
              <a:t>Zweite Ebene</a:t>
            </a:r>
          </a:p>
          <a:p>
            <a:pPr lvl="2"/>
            <a:r>
              <a:rPr lang="de-AT" dirty="0"/>
              <a:t>Dritte Ebene</a:t>
            </a:r>
          </a:p>
          <a:p>
            <a:pPr lvl="3"/>
            <a:r>
              <a:rPr lang="de-AT" dirty="0"/>
              <a:t>Vierte Ebene</a:t>
            </a:r>
          </a:p>
          <a:p>
            <a:pPr lvl="4"/>
            <a:r>
              <a:rPr lang="de-AT" dirty="0"/>
              <a:t>Fünfte Ebene</a:t>
            </a:r>
          </a:p>
        </p:txBody>
      </p:sp>
      <p:sp>
        <p:nvSpPr>
          <p:cNvPr id="45" name="Textplatzhalter 6">
            <a:extLst>
              <a:ext uri="{FF2B5EF4-FFF2-40B4-BE49-F238E27FC236}">
                <a16:creationId xmlns:a16="http://schemas.microsoft.com/office/drawing/2014/main" id="{F036BFB8-13F4-45C1-A152-0C4BA80C11B8}"/>
              </a:ext>
            </a:extLst>
          </p:cNvPr>
          <p:cNvSpPr>
            <a:spLocks noGrp="1"/>
          </p:cNvSpPr>
          <p:nvPr>
            <p:ph type="body" sz="quarter" idx="18" hasCustomPrompt="1"/>
            <p:custDataLst>
              <p:tags r:id="rId5"/>
            </p:custDataLst>
          </p:nvPr>
        </p:nvSpPr>
        <p:spPr>
          <a:xfrm>
            <a:off x="1308099" y="5795962"/>
            <a:ext cx="4464000" cy="100013"/>
          </a:xfrm>
        </p:spPr>
        <p:txBody>
          <a:bodyPr anchor="b"/>
          <a:lstStyle>
            <a:lvl1pPr marL="0" indent="0">
              <a:buNone/>
              <a:defRPr sz="800" cap="all" baseline="0"/>
            </a:lvl1pPr>
          </a:lstStyle>
          <a:p>
            <a:pPr marL="0" marR="0" lvl="0" indent="0" algn="l" defTabSz="914400" rtl="0" eaLnBrk="1" fontAlgn="auto" latinLnBrk="0" hangingPunct="1">
              <a:lnSpc>
                <a:spcPct val="90000"/>
              </a:lnSpc>
              <a:spcBef>
                <a:spcPts val="600"/>
              </a:spcBef>
              <a:spcAft>
                <a:spcPts val="0"/>
              </a:spcAft>
              <a:buClr>
                <a:schemeClr val="tx2"/>
              </a:buClr>
              <a:buSzPct val="90000"/>
              <a:buFont typeface="Arial" panose="020B0604020202020204" pitchFamily="34" charset="0"/>
              <a:buNone/>
              <a:tabLst/>
              <a:defRPr/>
            </a:pPr>
            <a:r>
              <a:rPr lang="de-AT" dirty="0"/>
              <a:t>© Copyright-Info, Quelle, …</a:t>
            </a:r>
          </a:p>
        </p:txBody>
      </p:sp>
      <p:sp>
        <p:nvSpPr>
          <p:cNvPr id="5" name="Textplatzhalter 4">
            <a:extLst>
              <a:ext uri="{FF2B5EF4-FFF2-40B4-BE49-F238E27FC236}">
                <a16:creationId xmlns:a16="http://schemas.microsoft.com/office/drawing/2014/main" id="{090A6531-1A5C-4E36-808F-D401F287FCB8}"/>
              </a:ext>
            </a:extLst>
          </p:cNvPr>
          <p:cNvSpPr>
            <a:spLocks noGrp="1"/>
          </p:cNvSpPr>
          <p:nvPr>
            <p:ph type="body" sz="quarter" idx="11" hasCustomPrompt="1"/>
            <p:custDataLst>
              <p:tags r:id="rId6"/>
            </p:custDataLst>
          </p:nvPr>
        </p:nvSpPr>
        <p:spPr bwMode="gray">
          <a:xfrm>
            <a:off x="6419849" y="1549401"/>
            <a:ext cx="4464000" cy="828674"/>
          </a:xfrm>
        </p:spPr>
        <p:txBody>
          <a:bodyPr anchor="b"/>
          <a:lstStyle>
            <a:lvl1pPr marL="0" indent="0">
              <a:buNone/>
              <a:defRPr sz="3200" b="1">
                <a:solidFill>
                  <a:schemeClr val="accent1"/>
                </a:solidFill>
              </a:defRPr>
            </a:lvl1pPr>
          </a:lstStyle>
          <a:p>
            <a:pPr lvl="0"/>
            <a:r>
              <a:rPr lang="de-AT" dirty="0"/>
              <a:t>Titel kurz</a:t>
            </a:r>
          </a:p>
        </p:txBody>
      </p:sp>
      <p:sp>
        <p:nvSpPr>
          <p:cNvPr id="4" name="Inhaltsplatzhalter 3">
            <a:extLst>
              <a:ext uri="{FF2B5EF4-FFF2-40B4-BE49-F238E27FC236}">
                <a16:creationId xmlns:a16="http://schemas.microsoft.com/office/drawing/2014/main" id="{CE90AAD2-686D-442B-A7A1-591C8F14300E}"/>
              </a:ext>
            </a:extLst>
          </p:cNvPr>
          <p:cNvSpPr>
            <a:spLocks noGrp="1"/>
          </p:cNvSpPr>
          <p:nvPr>
            <p:ph sz="half" idx="2" hasCustomPrompt="1"/>
            <p:custDataLst>
              <p:tags r:id="rId7"/>
            </p:custDataLst>
          </p:nvPr>
        </p:nvSpPr>
        <p:spPr>
          <a:xfrm>
            <a:off x="6419849" y="2628900"/>
            <a:ext cx="4464000" cy="3103562"/>
          </a:xfrm>
        </p:spPr>
        <p:txBody>
          <a:bodyPr/>
          <a:lstStyle>
            <a:lvl1pPr>
              <a:buClr>
                <a:schemeClr val="accent1"/>
              </a:buClr>
              <a:defRPr/>
            </a:lvl1pPr>
            <a:lvl2pPr>
              <a:buClr>
                <a:schemeClr val="accent1"/>
              </a:buClr>
              <a:defRPr/>
            </a:lvl2pPr>
            <a:lvl3pPr>
              <a:buClr>
                <a:schemeClr val="accent1"/>
              </a:buClr>
              <a:defRPr/>
            </a:lvl3pPr>
            <a:lvl4pPr>
              <a:buClr>
                <a:schemeClr val="accent1"/>
              </a:buClr>
              <a:defRPr/>
            </a:lvl4pPr>
            <a:lvl5pPr>
              <a:buClr>
                <a:schemeClr val="accent1"/>
              </a:buClr>
              <a:defRPr/>
            </a:lvl5pPr>
          </a:lstStyle>
          <a:p>
            <a:pPr lvl="0"/>
            <a:r>
              <a:rPr lang="de-AT" dirty="0"/>
              <a:t>Formatvorlagen des Textmasters bearbeiten</a:t>
            </a:r>
          </a:p>
          <a:p>
            <a:pPr lvl="1"/>
            <a:r>
              <a:rPr lang="de-AT" dirty="0"/>
              <a:t>Zweite Ebene</a:t>
            </a:r>
          </a:p>
          <a:p>
            <a:pPr lvl="2"/>
            <a:r>
              <a:rPr lang="de-AT" dirty="0"/>
              <a:t>Dritte Ebene</a:t>
            </a:r>
          </a:p>
          <a:p>
            <a:pPr lvl="3"/>
            <a:r>
              <a:rPr lang="de-AT" dirty="0"/>
              <a:t>Vierte Ebene</a:t>
            </a:r>
          </a:p>
          <a:p>
            <a:pPr lvl="4"/>
            <a:r>
              <a:rPr lang="de-AT" dirty="0"/>
              <a:t>Fünfte Ebene</a:t>
            </a:r>
          </a:p>
        </p:txBody>
      </p:sp>
      <p:sp>
        <p:nvSpPr>
          <p:cNvPr id="48" name="Textplatzhalter 6">
            <a:extLst>
              <a:ext uri="{FF2B5EF4-FFF2-40B4-BE49-F238E27FC236}">
                <a16:creationId xmlns:a16="http://schemas.microsoft.com/office/drawing/2014/main" id="{EDFB22B7-5CFA-40C9-876A-2EEB5D5B9329}"/>
              </a:ext>
            </a:extLst>
          </p:cNvPr>
          <p:cNvSpPr>
            <a:spLocks noGrp="1"/>
          </p:cNvSpPr>
          <p:nvPr>
            <p:ph type="body" sz="quarter" idx="20" hasCustomPrompt="1"/>
            <p:custDataLst>
              <p:tags r:id="rId8"/>
            </p:custDataLst>
          </p:nvPr>
        </p:nvSpPr>
        <p:spPr>
          <a:xfrm>
            <a:off x="6419327" y="5795962"/>
            <a:ext cx="4464000" cy="100013"/>
          </a:xfrm>
        </p:spPr>
        <p:txBody>
          <a:bodyPr anchor="b"/>
          <a:lstStyle>
            <a:lvl1pPr marL="0" indent="0">
              <a:buNone/>
              <a:defRPr sz="800" cap="all" baseline="0"/>
            </a:lvl1pPr>
          </a:lstStyle>
          <a:p>
            <a:pPr marL="0" marR="0" lvl="0" indent="0" algn="l" defTabSz="914400" rtl="0" eaLnBrk="1" fontAlgn="auto" latinLnBrk="0" hangingPunct="1">
              <a:lnSpc>
                <a:spcPct val="90000"/>
              </a:lnSpc>
              <a:spcBef>
                <a:spcPts val="600"/>
              </a:spcBef>
              <a:spcAft>
                <a:spcPts val="0"/>
              </a:spcAft>
              <a:buClr>
                <a:schemeClr val="tx2"/>
              </a:buClr>
              <a:buSzPct val="90000"/>
              <a:buFont typeface="Arial" panose="020B0604020202020204" pitchFamily="34" charset="0"/>
              <a:buNone/>
              <a:tabLst/>
              <a:defRPr/>
            </a:pPr>
            <a:r>
              <a:rPr lang="de-AT" dirty="0"/>
              <a:t>© Copyright-Info, Quelle, …</a:t>
            </a:r>
          </a:p>
        </p:txBody>
      </p:sp>
      <p:sp>
        <p:nvSpPr>
          <p:cNvPr id="2" name="Fußzeilenplatzhalter 1">
            <a:extLst>
              <a:ext uri="{FF2B5EF4-FFF2-40B4-BE49-F238E27FC236}">
                <a16:creationId xmlns:a16="http://schemas.microsoft.com/office/drawing/2014/main" id="{01645802-C8CA-46DF-993F-A4B3CBA5C158}"/>
              </a:ext>
            </a:extLst>
          </p:cNvPr>
          <p:cNvSpPr>
            <a:spLocks noGrp="1"/>
          </p:cNvSpPr>
          <p:nvPr>
            <p:ph type="ftr" sz="quarter" idx="16"/>
          </p:nvPr>
        </p:nvSpPr>
        <p:spPr/>
        <p:txBody>
          <a:bodyPr/>
          <a:lstStyle/>
          <a:p>
            <a:r>
              <a:rPr lang="de-AT"/>
              <a:t>Musterpräsentation | September 2021</a:t>
            </a:r>
            <a:endParaRPr lang="de-AT" dirty="0"/>
          </a:p>
        </p:txBody>
      </p:sp>
    </p:spTree>
    <p:extLst>
      <p:ext uri="{BB962C8B-B14F-4D97-AF65-F5344CB8AC3E}">
        <p14:creationId xmlns:p14="http://schemas.microsoft.com/office/powerpoint/2010/main" val="213990390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ext und Bild groß">
    <p:spTree>
      <p:nvGrpSpPr>
        <p:cNvPr id="1" name=""/>
        <p:cNvGrpSpPr/>
        <p:nvPr/>
      </p:nvGrpSpPr>
      <p:grpSpPr>
        <a:xfrm>
          <a:off x="0" y="0"/>
          <a:ext cx="0" cy="0"/>
          <a:chOff x="0" y="0"/>
          <a:chExt cx="0" cy="0"/>
        </a:xfrm>
      </p:grpSpPr>
      <p:pic>
        <p:nvPicPr>
          <p:cNvPr id="44" name="Grafik 43" descr="Logo der Technischen Universität Wien">
            <a:extLst>
              <a:ext uri="{FF2B5EF4-FFF2-40B4-BE49-F238E27FC236}">
                <a16:creationId xmlns:a16="http://schemas.microsoft.com/office/drawing/2014/main" id="{6F6E8048-A8A6-40D6-9F76-8C1F76FD6D30}"/>
              </a:ext>
            </a:extLst>
          </p:cNvPr>
          <p:cNvPicPr/>
          <p:nvPr userDrawn="1">
            <p:custDataLst>
              <p:tags r:id="rId1"/>
            </p:custDataLst>
          </p:nvPr>
        </p:nvPicPr>
        <p:blipFill>
          <a:blip r:embed="rId7" cstate="print">
            <a:extLst>
              <a:ext uri="{28A0092B-C50C-407E-A947-70E740481C1C}">
                <a14:useLocalDpi xmlns:a14="http://schemas.microsoft.com/office/drawing/2010/main"/>
              </a:ext>
              <a:ext uri="{96DAC541-7B7A-43D3-8B79-37D633B846F1}">
                <asvg:svgBlip xmlns:asvg="http://schemas.microsoft.com/office/drawing/2016/SVG/main" r:embed="rId8"/>
              </a:ext>
            </a:extLst>
          </a:blip>
          <a:stretch>
            <a:fillRect/>
          </a:stretch>
        </p:blipFill>
        <p:spPr>
          <a:xfrm>
            <a:off x="468287" y="466725"/>
            <a:ext cx="1939882" cy="734886"/>
          </a:xfrm>
          <a:prstGeom prst="rect">
            <a:avLst/>
          </a:prstGeom>
        </p:spPr>
      </p:pic>
      <p:sp>
        <p:nvSpPr>
          <p:cNvPr id="2" name="Titel 1">
            <a:extLst>
              <a:ext uri="{FF2B5EF4-FFF2-40B4-BE49-F238E27FC236}">
                <a16:creationId xmlns:a16="http://schemas.microsoft.com/office/drawing/2014/main" id="{33818965-B1EA-4BB7-B603-FBD6BFB823F3}"/>
              </a:ext>
            </a:extLst>
          </p:cNvPr>
          <p:cNvSpPr>
            <a:spLocks noGrp="1"/>
          </p:cNvSpPr>
          <p:nvPr>
            <p:ph type="title"/>
            <p:custDataLst>
              <p:tags r:id="rId2"/>
            </p:custDataLst>
          </p:nvPr>
        </p:nvSpPr>
        <p:spPr>
          <a:xfrm>
            <a:off x="1308101" y="1549399"/>
            <a:ext cx="4464050" cy="828675"/>
          </a:xfrm>
        </p:spPr>
        <p:txBody>
          <a:bodyPr/>
          <a:lstStyle/>
          <a:p>
            <a:r>
              <a:rPr lang="en-US"/>
              <a:t>Click to edit Master title style</a:t>
            </a:r>
            <a:endParaRPr lang="de-AT" dirty="0"/>
          </a:p>
        </p:txBody>
      </p:sp>
      <p:sp>
        <p:nvSpPr>
          <p:cNvPr id="7" name="Textplatzhalter 6">
            <a:extLst>
              <a:ext uri="{FF2B5EF4-FFF2-40B4-BE49-F238E27FC236}">
                <a16:creationId xmlns:a16="http://schemas.microsoft.com/office/drawing/2014/main" id="{BE736EC6-E18D-421D-815A-07C67D0C5B1D}"/>
              </a:ext>
            </a:extLst>
          </p:cNvPr>
          <p:cNvSpPr>
            <a:spLocks noGrp="1"/>
          </p:cNvSpPr>
          <p:nvPr>
            <p:ph type="body" sz="quarter" idx="11" hasCustomPrompt="1"/>
            <p:custDataLst>
              <p:tags r:id="rId3"/>
            </p:custDataLst>
          </p:nvPr>
        </p:nvSpPr>
        <p:spPr>
          <a:xfrm>
            <a:off x="1308101" y="2628900"/>
            <a:ext cx="4464050" cy="3275012"/>
          </a:xfrm>
        </p:spPr>
        <p:txBody>
          <a:bodyPr/>
          <a:lstStyle>
            <a:lvl1pPr>
              <a:buClr>
                <a:schemeClr val="accent1"/>
              </a:buClr>
              <a:defRPr/>
            </a:lvl1pPr>
            <a:lvl2pPr>
              <a:buClr>
                <a:schemeClr val="accent1"/>
              </a:buClr>
              <a:defRPr/>
            </a:lvl2pPr>
            <a:lvl3pPr>
              <a:buClr>
                <a:schemeClr val="accent1"/>
              </a:buClr>
              <a:defRPr/>
            </a:lvl3pPr>
            <a:lvl4pPr>
              <a:buClr>
                <a:schemeClr val="accent1"/>
              </a:buClr>
              <a:defRPr/>
            </a:lvl4pPr>
            <a:lvl5pPr>
              <a:buClr>
                <a:schemeClr val="accent1"/>
              </a:buClr>
              <a:defRPr/>
            </a:lvl5pPr>
          </a:lstStyle>
          <a:p>
            <a:pPr lvl="0"/>
            <a:r>
              <a:rPr lang="de-AT" dirty="0"/>
              <a:t>Formatvorlagen des Textmasters bearbeiten</a:t>
            </a:r>
          </a:p>
          <a:p>
            <a:pPr lvl="1"/>
            <a:r>
              <a:rPr lang="de-AT" dirty="0"/>
              <a:t>Zweite Ebene</a:t>
            </a:r>
          </a:p>
          <a:p>
            <a:pPr lvl="2"/>
            <a:r>
              <a:rPr lang="de-AT" dirty="0"/>
              <a:t>Dritte Ebene</a:t>
            </a:r>
          </a:p>
          <a:p>
            <a:pPr lvl="3"/>
            <a:r>
              <a:rPr lang="de-AT" dirty="0"/>
              <a:t>Vierte Ebene</a:t>
            </a:r>
          </a:p>
          <a:p>
            <a:pPr lvl="4"/>
            <a:r>
              <a:rPr lang="de-AT" dirty="0"/>
              <a:t>Fünfte Ebene</a:t>
            </a:r>
          </a:p>
        </p:txBody>
      </p:sp>
      <p:sp>
        <p:nvSpPr>
          <p:cNvPr id="11" name="Bildplatzhalter 10">
            <a:extLst>
              <a:ext uri="{FF2B5EF4-FFF2-40B4-BE49-F238E27FC236}">
                <a16:creationId xmlns:a16="http://schemas.microsoft.com/office/drawing/2014/main" id="{90032777-F022-4926-B155-9B65CA68852D}"/>
              </a:ext>
            </a:extLst>
          </p:cNvPr>
          <p:cNvSpPr>
            <a:spLocks noGrp="1"/>
          </p:cNvSpPr>
          <p:nvPr>
            <p:ph type="pic" sz="quarter" idx="12"/>
            <p:custDataLst>
              <p:tags r:id="rId4"/>
            </p:custDataLst>
          </p:nvPr>
        </p:nvSpPr>
        <p:spPr>
          <a:xfrm>
            <a:off x="6419850" y="466724"/>
            <a:ext cx="5292725" cy="5257801"/>
          </a:xfrm>
        </p:spPr>
        <p:txBody>
          <a:bodyPr/>
          <a:lstStyle>
            <a:lvl1pPr marL="0" indent="0">
              <a:buNone/>
              <a:defRPr/>
            </a:lvl1pPr>
          </a:lstStyle>
          <a:p>
            <a:r>
              <a:rPr lang="en-US"/>
              <a:t>Click icon to add picture</a:t>
            </a:r>
            <a:endParaRPr lang="de-AT" dirty="0"/>
          </a:p>
        </p:txBody>
      </p:sp>
      <p:sp>
        <p:nvSpPr>
          <p:cNvPr id="43" name="Textplatzhalter 6">
            <a:extLst>
              <a:ext uri="{FF2B5EF4-FFF2-40B4-BE49-F238E27FC236}">
                <a16:creationId xmlns:a16="http://schemas.microsoft.com/office/drawing/2014/main" id="{D7E7DD6B-7A49-46D6-9B77-F3D80A663AC4}"/>
              </a:ext>
            </a:extLst>
          </p:cNvPr>
          <p:cNvSpPr>
            <a:spLocks noGrp="1"/>
          </p:cNvSpPr>
          <p:nvPr>
            <p:ph type="body" sz="quarter" idx="20" hasCustomPrompt="1"/>
            <p:custDataLst>
              <p:tags r:id="rId5"/>
            </p:custDataLst>
          </p:nvPr>
        </p:nvSpPr>
        <p:spPr>
          <a:xfrm>
            <a:off x="6422935" y="5795962"/>
            <a:ext cx="5292000" cy="100013"/>
          </a:xfrm>
        </p:spPr>
        <p:txBody>
          <a:bodyPr anchor="b"/>
          <a:lstStyle>
            <a:lvl1pPr marL="0" indent="0">
              <a:buNone/>
              <a:defRPr sz="800" cap="all" baseline="0"/>
            </a:lvl1pPr>
          </a:lstStyle>
          <a:p>
            <a:pPr marL="0" marR="0" lvl="0" indent="0" algn="l" defTabSz="914400" rtl="0" eaLnBrk="1" fontAlgn="auto" latinLnBrk="0" hangingPunct="1">
              <a:lnSpc>
                <a:spcPct val="90000"/>
              </a:lnSpc>
              <a:spcBef>
                <a:spcPts val="600"/>
              </a:spcBef>
              <a:spcAft>
                <a:spcPts val="0"/>
              </a:spcAft>
              <a:buClr>
                <a:schemeClr val="tx2"/>
              </a:buClr>
              <a:buSzPct val="90000"/>
              <a:buFont typeface="Arial" panose="020B0604020202020204" pitchFamily="34" charset="0"/>
              <a:buNone/>
              <a:tabLst/>
              <a:defRPr/>
            </a:pPr>
            <a:r>
              <a:rPr lang="de-AT" dirty="0"/>
              <a:t>© Copyright-Info, Quelle, …</a:t>
            </a:r>
          </a:p>
        </p:txBody>
      </p:sp>
      <p:sp>
        <p:nvSpPr>
          <p:cNvPr id="5" name="Fußzeilenplatzhalter 4">
            <a:extLst>
              <a:ext uri="{FF2B5EF4-FFF2-40B4-BE49-F238E27FC236}">
                <a16:creationId xmlns:a16="http://schemas.microsoft.com/office/drawing/2014/main" id="{6498FEE5-0E49-40F0-A7F3-0900FB3D0710}"/>
              </a:ext>
            </a:extLst>
          </p:cNvPr>
          <p:cNvSpPr>
            <a:spLocks noGrp="1"/>
          </p:cNvSpPr>
          <p:nvPr>
            <p:ph type="ftr" sz="quarter" idx="14"/>
          </p:nvPr>
        </p:nvSpPr>
        <p:spPr/>
        <p:txBody>
          <a:bodyPr/>
          <a:lstStyle/>
          <a:p>
            <a:r>
              <a:rPr lang="de-AT"/>
              <a:t>Musterpräsentation | September 2021</a:t>
            </a:r>
            <a:endParaRPr lang="de-AT" dirty="0"/>
          </a:p>
        </p:txBody>
      </p:sp>
      <p:sp>
        <p:nvSpPr>
          <p:cNvPr id="6" name="Foliennummernplatzhalter 5">
            <a:extLst>
              <a:ext uri="{FF2B5EF4-FFF2-40B4-BE49-F238E27FC236}">
                <a16:creationId xmlns:a16="http://schemas.microsoft.com/office/drawing/2014/main" id="{B03C87CB-D750-4CCA-B59C-9E8CA49429C9}"/>
              </a:ext>
            </a:extLst>
          </p:cNvPr>
          <p:cNvSpPr>
            <a:spLocks noGrp="1"/>
          </p:cNvSpPr>
          <p:nvPr>
            <p:ph type="sldNum" sz="quarter" idx="15"/>
          </p:nvPr>
        </p:nvSpPr>
        <p:spPr/>
        <p:txBody>
          <a:bodyPr/>
          <a:lstStyle/>
          <a:p>
            <a:fld id="{418F7AD7-DC47-44A0-A9D7-F1C17BFD6F09}" type="slidenum">
              <a:rPr lang="de-AT" smtClean="0"/>
              <a:pPr/>
              <a:t>‹#›</a:t>
            </a:fld>
            <a:endParaRPr lang="de-AT" dirty="0"/>
          </a:p>
        </p:txBody>
      </p:sp>
    </p:spTree>
    <p:extLst>
      <p:ext uri="{BB962C8B-B14F-4D97-AF65-F5344CB8AC3E}">
        <p14:creationId xmlns:p14="http://schemas.microsoft.com/office/powerpoint/2010/main" val="272214097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ext und Bild Querformat">
    <p:spTree>
      <p:nvGrpSpPr>
        <p:cNvPr id="1" name=""/>
        <p:cNvGrpSpPr/>
        <p:nvPr/>
      </p:nvGrpSpPr>
      <p:grpSpPr>
        <a:xfrm>
          <a:off x="0" y="0"/>
          <a:ext cx="0" cy="0"/>
          <a:chOff x="0" y="0"/>
          <a:chExt cx="0" cy="0"/>
        </a:xfrm>
      </p:grpSpPr>
      <p:pic>
        <p:nvPicPr>
          <p:cNvPr id="46" name="Grafik 45" descr="Logo der Technischen Universität Wien">
            <a:extLst>
              <a:ext uri="{FF2B5EF4-FFF2-40B4-BE49-F238E27FC236}">
                <a16:creationId xmlns:a16="http://schemas.microsoft.com/office/drawing/2014/main" id="{8255916F-C74A-4F99-B096-58397C68C15E}"/>
              </a:ext>
            </a:extLst>
          </p:cNvPr>
          <p:cNvPicPr/>
          <p:nvPr userDrawn="1">
            <p:custDataLst>
              <p:tags r:id="rId1"/>
            </p:custDataLst>
          </p:nvPr>
        </p:nvPicPr>
        <p:blipFill>
          <a:blip r:embed="rId7" cstate="print">
            <a:extLst>
              <a:ext uri="{28A0092B-C50C-407E-A947-70E740481C1C}">
                <a14:useLocalDpi xmlns:a14="http://schemas.microsoft.com/office/drawing/2010/main"/>
              </a:ext>
              <a:ext uri="{96DAC541-7B7A-43D3-8B79-37D633B846F1}">
                <asvg:svgBlip xmlns:asvg="http://schemas.microsoft.com/office/drawing/2016/SVG/main" r:embed="rId8"/>
              </a:ext>
            </a:extLst>
          </a:blip>
          <a:stretch>
            <a:fillRect/>
          </a:stretch>
        </p:blipFill>
        <p:spPr>
          <a:xfrm>
            <a:off x="468287" y="466725"/>
            <a:ext cx="1939882" cy="734886"/>
          </a:xfrm>
          <a:prstGeom prst="rect">
            <a:avLst/>
          </a:prstGeom>
        </p:spPr>
      </p:pic>
      <p:sp>
        <p:nvSpPr>
          <p:cNvPr id="5" name="Titel 4">
            <a:extLst>
              <a:ext uri="{FF2B5EF4-FFF2-40B4-BE49-F238E27FC236}">
                <a16:creationId xmlns:a16="http://schemas.microsoft.com/office/drawing/2014/main" id="{23A681F0-FCE5-4B65-9CC1-B94D7109D7CD}"/>
              </a:ext>
            </a:extLst>
          </p:cNvPr>
          <p:cNvSpPr>
            <a:spLocks noGrp="1"/>
          </p:cNvSpPr>
          <p:nvPr>
            <p:ph type="title"/>
            <p:custDataLst>
              <p:tags r:id="rId2"/>
            </p:custDataLst>
          </p:nvPr>
        </p:nvSpPr>
        <p:spPr>
          <a:xfrm>
            <a:off x="1308101" y="1549399"/>
            <a:ext cx="4464050" cy="828675"/>
          </a:xfrm>
        </p:spPr>
        <p:txBody>
          <a:bodyPr/>
          <a:lstStyle/>
          <a:p>
            <a:r>
              <a:rPr lang="en-US"/>
              <a:t>Click to edit Master title style</a:t>
            </a:r>
            <a:endParaRPr lang="de-AT" dirty="0"/>
          </a:p>
        </p:txBody>
      </p:sp>
      <p:sp>
        <p:nvSpPr>
          <p:cNvPr id="7" name="Textplatzhalter 6">
            <a:extLst>
              <a:ext uri="{FF2B5EF4-FFF2-40B4-BE49-F238E27FC236}">
                <a16:creationId xmlns:a16="http://schemas.microsoft.com/office/drawing/2014/main" id="{BE736EC6-E18D-421D-815A-07C67D0C5B1D}"/>
              </a:ext>
            </a:extLst>
          </p:cNvPr>
          <p:cNvSpPr>
            <a:spLocks noGrp="1"/>
          </p:cNvSpPr>
          <p:nvPr>
            <p:ph type="body" sz="quarter" idx="11" hasCustomPrompt="1"/>
            <p:custDataLst>
              <p:tags r:id="rId3"/>
            </p:custDataLst>
          </p:nvPr>
        </p:nvSpPr>
        <p:spPr>
          <a:xfrm>
            <a:off x="1308101" y="2628900"/>
            <a:ext cx="4464050" cy="2455862"/>
          </a:xfrm>
        </p:spPr>
        <p:txBody>
          <a:bodyPr/>
          <a:lstStyle>
            <a:lvl1pPr>
              <a:buClr>
                <a:schemeClr val="accent1"/>
              </a:buClr>
              <a:defRPr lang="de-AT" dirty="0"/>
            </a:lvl1pPr>
            <a:lvl2pPr>
              <a:buClr>
                <a:schemeClr val="accent1"/>
              </a:buClr>
              <a:defRPr lang="de-AT" dirty="0"/>
            </a:lvl2pPr>
            <a:lvl3pPr>
              <a:buClr>
                <a:schemeClr val="accent1"/>
              </a:buClr>
              <a:defRPr lang="de-AT" dirty="0"/>
            </a:lvl3pPr>
            <a:lvl4pPr>
              <a:buClr>
                <a:schemeClr val="accent1"/>
              </a:buClr>
              <a:defRPr lang="de-AT" dirty="0"/>
            </a:lvl4pPr>
            <a:lvl5pPr>
              <a:buClr>
                <a:schemeClr val="accent1"/>
              </a:buClr>
              <a:defRPr lang="de-AT" dirty="0"/>
            </a:lvl5pPr>
          </a:lstStyle>
          <a:p>
            <a:pPr lvl="0"/>
            <a:r>
              <a:rPr lang="de-AT" dirty="0"/>
              <a:t>Formatvorlagen des Textmasters bearbeiten</a:t>
            </a:r>
          </a:p>
          <a:p>
            <a:pPr lvl="1"/>
            <a:r>
              <a:rPr lang="de-AT" dirty="0"/>
              <a:t>Zweite Ebene</a:t>
            </a:r>
          </a:p>
          <a:p>
            <a:pPr lvl="2"/>
            <a:r>
              <a:rPr lang="de-AT" dirty="0"/>
              <a:t>Dritte Ebene</a:t>
            </a:r>
          </a:p>
          <a:p>
            <a:pPr lvl="3"/>
            <a:r>
              <a:rPr lang="de-AT" dirty="0"/>
              <a:t>Vierte Ebene</a:t>
            </a:r>
          </a:p>
          <a:p>
            <a:pPr lvl="4"/>
            <a:r>
              <a:rPr lang="de-AT" dirty="0"/>
              <a:t>Fünfte Ebene</a:t>
            </a:r>
          </a:p>
        </p:txBody>
      </p:sp>
      <p:sp>
        <p:nvSpPr>
          <p:cNvPr id="11" name="Bildplatzhalter 10">
            <a:extLst>
              <a:ext uri="{FF2B5EF4-FFF2-40B4-BE49-F238E27FC236}">
                <a16:creationId xmlns:a16="http://schemas.microsoft.com/office/drawing/2014/main" id="{90032777-F022-4926-B155-9B65CA68852D}"/>
              </a:ext>
            </a:extLst>
          </p:cNvPr>
          <p:cNvSpPr>
            <a:spLocks noGrp="1"/>
          </p:cNvSpPr>
          <p:nvPr>
            <p:ph type="pic" sz="quarter" idx="12"/>
            <p:custDataLst>
              <p:tags r:id="rId4"/>
            </p:custDataLst>
          </p:nvPr>
        </p:nvSpPr>
        <p:spPr>
          <a:xfrm>
            <a:off x="6419850" y="1549400"/>
            <a:ext cx="5292725" cy="3527425"/>
          </a:xfrm>
        </p:spPr>
        <p:txBody>
          <a:bodyPr/>
          <a:lstStyle>
            <a:lvl1pPr marL="0" indent="0">
              <a:buNone/>
              <a:defRPr/>
            </a:lvl1pPr>
          </a:lstStyle>
          <a:p>
            <a:r>
              <a:rPr lang="en-US"/>
              <a:t>Click icon to add picture</a:t>
            </a:r>
            <a:endParaRPr lang="de-AT" dirty="0"/>
          </a:p>
        </p:txBody>
      </p:sp>
      <p:sp>
        <p:nvSpPr>
          <p:cNvPr id="43" name="Textplatzhalter 6">
            <a:extLst>
              <a:ext uri="{FF2B5EF4-FFF2-40B4-BE49-F238E27FC236}">
                <a16:creationId xmlns:a16="http://schemas.microsoft.com/office/drawing/2014/main" id="{3C366575-A0E1-435D-B2F7-A633BB9BA970}"/>
              </a:ext>
            </a:extLst>
          </p:cNvPr>
          <p:cNvSpPr>
            <a:spLocks noGrp="1"/>
          </p:cNvSpPr>
          <p:nvPr>
            <p:ph type="body" sz="quarter" idx="20" hasCustomPrompt="1"/>
            <p:custDataLst>
              <p:tags r:id="rId5"/>
            </p:custDataLst>
          </p:nvPr>
        </p:nvSpPr>
        <p:spPr>
          <a:xfrm>
            <a:off x="6422935" y="5139015"/>
            <a:ext cx="5292000" cy="100013"/>
          </a:xfrm>
        </p:spPr>
        <p:txBody>
          <a:bodyPr anchor="b"/>
          <a:lstStyle>
            <a:lvl1pPr marL="0" indent="0">
              <a:buNone/>
              <a:defRPr sz="800" cap="all" baseline="0"/>
            </a:lvl1pPr>
          </a:lstStyle>
          <a:p>
            <a:pPr marL="0" marR="0" lvl="0" indent="0" algn="l" defTabSz="914400" rtl="0" eaLnBrk="1" fontAlgn="auto" latinLnBrk="0" hangingPunct="1">
              <a:lnSpc>
                <a:spcPct val="90000"/>
              </a:lnSpc>
              <a:spcBef>
                <a:spcPts val="600"/>
              </a:spcBef>
              <a:spcAft>
                <a:spcPts val="0"/>
              </a:spcAft>
              <a:buClr>
                <a:schemeClr val="tx2"/>
              </a:buClr>
              <a:buSzPct val="90000"/>
              <a:buFont typeface="Arial" panose="020B0604020202020204" pitchFamily="34" charset="0"/>
              <a:buNone/>
              <a:tabLst/>
              <a:defRPr/>
            </a:pPr>
            <a:r>
              <a:rPr lang="de-AT" dirty="0"/>
              <a:t>© Copyright-Info, Quelle, …</a:t>
            </a:r>
          </a:p>
        </p:txBody>
      </p:sp>
      <p:sp>
        <p:nvSpPr>
          <p:cNvPr id="2" name="Fußzeilenplatzhalter 1">
            <a:extLst>
              <a:ext uri="{FF2B5EF4-FFF2-40B4-BE49-F238E27FC236}">
                <a16:creationId xmlns:a16="http://schemas.microsoft.com/office/drawing/2014/main" id="{DAF7C3B0-C23A-4FDF-A6AF-F0A70F586791}"/>
              </a:ext>
            </a:extLst>
          </p:cNvPr>
          <p:cNvSpPr>
            <a:spLocks noGrp="1"/>
          </p:cNvSpPr>
          <p:nvPr>
            <p:ph type="ftr" sz="quarter" idx="14"/>
          </p:nvPr>
        </p:nvSpPr>
        <p:spPr/>
        <p:txBody>
          <a:bodyPr/>
          <a:lstStyle/>
          <a:p>
            <a:r>
              <a:rPr lang="de-AT"/>
              <a:t>Musterpräsentation | September 2021</a:t>
            </a:r>
            <a:endParaRPr lang="de-AT" dirty="0"/>
          </a:p>
        </p:txBody>
      </p:sp>
      <p:sp>
        <p:nvSpPr>
          <p:cNvPr id="6" name="Foliennummernplatzhalter 5">
            <a:extLst>
              <a:ext uri="{FF2B5EF4-FFF2-40B4-BE49-F238E27FC236}">
                <a16:creationId xmlns:a16="http://schemas.microsoft.com/office/drawing/2014/main" id="{E6F37747-6725-4A2E-9A78-7D0CB46DB205}"/>
              </a:ext>
            </a:extLst>
          </p:cNvPr>
          <p:cNvSpPr>
            <a:spLocks noGrp="1"/>
          </p:cNvSpPr>
          <p:nvPr>
            <p:ph type="sldNum" sz="quarter" idx="15"/>
          </p:nvPr>
        </p:nvSpPr>
        <p:spPr/>
        <p:txBody>
          <a:bodyPr/>
          <a:lstStyle/>
          <a:p>
            <a:fld id="{418F7AD7-DC47-44A0-A9D7-F1C17BFD6F09}" type="slidenum">
              <a:rPr lang="de-AT" smtClean="0"/>
              <a:pPr/>
              <a:t>‹#›</a:t>
            </a:fld>
            <a:endParaRPr lang="de-AT" dirty="0"/>
          </a:p>
        </p:txBody>
      </p:sp>
    </p:spTree>
    <p:extLst>
      <p:ext uri="{BB962C8B-B14F-4D97-AF65-F5344CB8AC3E}">
        <p14:creationId xmlns:p14="http://schemas.microsoft.com/office/powerpoint/2010/main" val="143013867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abelle">
    <p:spTree>
      <p:nvGrpSpPr>
        <p:cNvPr id="1" name=""/>
        <p:cNvGrpSpPr/>
        <p:nvPr/>
      </p:nvGrpSpPr>
      <p:grpSpPr>
        <a:xfrm>
          <a:off x="0" y="0"/>
          <a:ext cx="0" cy="0"/>
          <a:chOff x="0" y="0"/>
          <a:chExt cx="0" cy="0"/>
        </a:xfrm>
      </p:grpSpPr>
      <p:pic>
        <p:nvPicPr>
          <p:cNvPr id="42" name="Grafik 41" descr="Logo der Technischen Universität Wien">
            <a:extLst>
              <a:ext uri="{FF2B5EF4-FFF2-40B4-BE49-F238E27FC236}">
                <a16:creationId xmlns:a16="http://schemas.microsoft.com/office/drawing/2014/main" id="{01CD9B7C-68E1-417F-A205-77F00F0A1E1F}"/>
              </a:ext>
            </a:extLst>
          </p:cNvPr>
          <p:cNvPicPr/>
          <p:nvPr userDrawn="1">
            <p:custDataLst>
              <p:tags r:id="rId1"/>
            </p:custDataLst>
          </p:nvPr>
        </p:nvPicPr>
        <p:blipFill>
          <a:blip r:embed="rId6" cstate="print">
            <a:extLst>
              <a:ext uri="{28A0092B-C50C-407E-A947-70E740481C1C}">
                <a14:useLocalDpi xmlns:a14="http://schemas.microsoft.com/office/drawing/2010/main"/>
              </a:ext>
              <a:ext uri="{96DAC541-7B7A-43D3-8B79-37D633B846F1}">
                <asvg:svgBlip xmlns:asvg="http://schemas.microsoft.com/office/drawing/2016/SVG/main" r:embed="rId7"/>
              </a:ext>
            </a:extLst>
          </a:blip>
          <a:stretch>
            <a:fillRect/>
          </a:stretch>
        </p:blipFill>
        <p:spPr>
          <a:xfrm>
            <a:off x="468287" y="466725"/>
            <a:ext cx="1939882" cy="734886"/>
          </a:xfrm>
          <a:prstGeom prst="rect">
            <a:avLst/>
          </a:prstGeom>
        </p:spPr>
      </p:pic>
      <p:sp>
        <p:nvSpPr>
          <p:cNvPr id="43" name="Titel 42">
            <a:extLst>
              <a:ext uri="{FF2B5EF4-FFF2-40B4-BE49-F238E27FC236}">
                <a16:creationId xmlns:a16="http://schemas.microsoft.com/office/drawing/2014/main" id="{257E20E4-5915-449A-9EAF-02177CB5A4F4}"/>
              </a:ext>
            </a:extLst>
          </p:cNvPr>
          <p:cNvSpPr>
            <a:spLocks noGrp="1"/>
          </p:cNvSpPr>
          <p:nvPr>
            <p:ph type="title"/>
            <p:custDataLst>
              <p:tags r:id="rId2"/>
            </p:custDataLst>
          </p:nvPr>
        </p:nvSpPr>
        <p:spPr/>
        <p:txBody>
          <a:bodyPr/>
          <a:lstStyle/>
          <a:p>
            <a:r>
              <a:rPr lang="en-US"/>
              <a:t>Click to edit Master title style</a:t>
            </a:r>
            <a:endParaRPr lang="de-AT" dirty="0"/>
          </a:p>
        </p:txBody>
      </p:sp>
      <p:sp>
        <p:nvSpPr>
          <p:cNvPr id="7" name="Tabellenplatzhalter 6">
            <a:extLst>
              <a:ext uri="{FF2B5EF4-FFF2-40B4-BE49-F238E27FC236}">
                <a16:creationId xmlns:a16="http://schemas.microsoft.com/office/drawing/2014/main" id="{16875FCD-3D13-4E90-B3E6-1E014D587D9B}"/>
              </a:ext>
            </a:extLst>
          </p:cNvPr>
          <p:cNvSpPr>
            <a:spLocks noGrp="1"/>
          </p:cNvSpPr>
          <p:nvPr>
            <p:ph type="tbl" sz="quarter" idx="11"/>
            <p:custDataLst>
              <p:tags r:id="rId3"/>
            </p:custDataLst>
          </p:nvPr>
        </p:nvSpPr>
        <p:spPr>
          <a:xfrm>
            <a:off x="1307069" y="2628900"/>
            <a:ext cx="10405506" cy="3103562"/>
          </a:xfrm>
        </p:spPr>
        <p:txBody>
          <a:bodyPr/>
          <a:lstStyle>
            <a:lvl1pPr marL="0" indent="0">
              <a:buNone/>
              <a:defRPr/>
            </a:lvl1pPr>
          </a:lstStyle>
          <a:p>
            <a:r>
              <a:rPr lang="en-US"/>
              <a:t>Click icon to add table</a:t>
            </a:r>
            <a:endParaRPr lang="de-AT" dirty="0"/>
          </a:p>
        </p:txBody>
      </p:sp>
      <p:sp>
        <p:nvSpPr>
          <p:cNvPr id="44" name="Textplatzhalter 6">
            <a:extLst>
              <a:ext uri="{FF2B5EF4-FFF2-40B4-BE49-F238E27FC236}">
                <a16:creationId xmlns:a16="http://schemas.microsoft.com/office/drawing/2014/main" id="{477C37F3-41FF-4F9C-879D-61D49123C46A}"/>
              </a:ext>
            </a:extLst>
          </p:cNvPr>
          <p:cNvSpPr>
            <a:spLocks noGrp="1"/>
          </p:cNvSpPr>
          <p:nvPr>
            <p:ph type="body" sz="quarter" idx="18" hasCustomPrompt="1"/>
            <p:custDataLst>
              <p:tags r:id="rId4"/>
            </p:custDataLst>
          </p:nvPr>
        </p:nvSpPr>
        <p:spPr>
          <a:xfrm>
            <a:off x="1308099" y="5795962"/>
            <a:ext cx="10404000" cy="100013"/>
          </a:xfrm>
        </p:spPr>
        <p:txBody>
          <a:bodyPr anchor="b"/>
          <a:lstStyle>
            <a:lvl1pPr marL="0" indent="0">
              <a:buNone/>
              <a:defRPr sz="800" cap="all" baseline="0"/>
            </a:lvl1pPr>
          </a:lstStyle>
          <a:p>
            <a:pPr marL="0" marR="0" lvl="0" indent="0" algn="l" defTabSz="914400" rtl="0" eaLnBrk="1" fontAlgn="auto" latinLnBrk="0" hangingPunct="1">
              <a:lnSpc>
                <a:spcPct val="90000"/>
              </a:lnSpc>
              <a:spcBef>
                <a:spcPts val="600"/>
              </a:spcBef>
              <a:spcAft>
                <a:spcPts val="0"/>
              </a:spcAft>
              <a:buClr>
                <a:schemeClr val="tx2"/>
              </a:buClr>
              <a:buSzPct val="90000"/>
              <a:buFont typeface="Arial" panose="020B0604020202020204" pitchFamily="34" charset="0"/>
              <a:buNone/>
              <a:tabLst/>
              <a:defRPr/>
            </a:pPr>
            <a:r>
              <a:rPr lang="de-AT" dirty="0"/>
              <a:t>© Copyright-Info, Quelle, …</a:t>
            </a:r>
          </a:p>
        </p:txBody>
      </p:sp>
      <p:sp>
        <p:nvSpPr>
          <p:cNvPr id="4" name="Fußzeilenplatzhalter 3">
            <a:extLst>
              <a:ext uri="{FF2B5EF4-FFF2-40B4-BE49-F238E27FC236}">
                <a16:creationId xmlns:a16="http://schemas.microsoft.com/office/drawing/2014/main" id="{2A144BF2-C4EA-4914-B417-C39C63944825}"/>
              </a:ext>
            </a:extLst>
          </p:cNvPr>
          <p:cNvSpPr>
            <a:spLocks noGrp="1"/>
          </p:cNvSpPr>
          <p:nvPr>
            <p:ph type="ftr" sz="quarter" idx="14"/>
          </p:nvPr>
        </p:nvSpPr>
        <p:spPr/>
        <p:txBody>
          <a:bodyPr/>
          <a:lstStyle/>
          <a:p>
            <a:r>
              <a:rPr lang="de-AT"/>
              <a:t>Musterpräsentation | September 2021</a:t>
            </a:r>
            <a:endParaRPr lang="de-AT" dirty="0"/>
          </a:p>
        </p:txBody>
      </p:sp>
      <p:sp>
        <p:nvSpPr>
          <p:cNvPr id="6" name="Foliennummernplatzhalter 5">
            <a:extLst>
              <a:ext uri="{FF2B5EF4-FFF2-40B4-BE49-F238E27FC236}">
                <a16:creationId xmlns:a16="http://schemas.microsoft.com/office/drawing/2014/main" id="{02E67494-E528-4F3B-BF5C-BED8288A0989}"/>
              </a:ext>
            </a:extLst>
          </p:cNvPr>
          <p:cNvSpPr>
            <a:spLocks noGrp="1"/>
          </p:cNvSpPr>
          <p:nvPr>
            <p:ph type="sldNum" sz="quarter" idx="15"/>
          </p:nvPr>
        </p:nvSpPr>
        <p:spPr/>
        <p:txBody>
          <a:bodyPr/>
          <a:lstStyle/>
          <a:p>
            <a:fld id="{418F7AD7-DC47-44A0-A9D7-F1C17BFD6F09}" type="slidenum">
              <a:rPr lang="de-AT" smtClean="0"/>
              <a:pPr/>
              <a:t>‹#›</a:t>
            </a:fld>
            <a:endParaRPr lang="de-AT" dirty="0"/>
          </a:p>
        </p:txBody>
      </p:sp>
    </p:spTree>
    <p:extLst>
      <p:ext uri="{BB962C8B-B14F-4D97-AF65-F5344CB8AC3E}">
        <p14:creationId xmlns:p14="http://schemas.microsoft.com/office/powerpoint/2010/main" val="192743872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ext und Diagramm">
    <p:spTree>
      <p:nvGrpSpPr>
        <p:cNvPr id="1" name=""/>
        <p:cNvGrpSpPr/>
        <p:nvPr/>
      </p:nvGrpSpPr>
      <p:grpSpPr>
        <a:xfrm>
          <a:off x="0" y="0"/>
          <a:ext cx="0" cy="0"/>
          <a:chOff x="0" y="0"/>
          <a:chExt cx="0" cy="0"/>
        </a:xfrm>
      </p:grpSpPr>
      <p:pic>
        <p:nvPicPr>
          <p:cNvPr id="45" name="Grafik 44" descr="Logo der Technischen Universität Wien">
            <a:extLst>
              <a:ext uri="{FF2B5EF4-FFF2-40B4-BE49-F238E27FC236}">
                <a16:creationId xmlns:a16="http://schemas.microsoft.com/office/drawing/2014/main" id="{A3C39FBE-5949-4D36-BF84-EE4617A28BE0}"/>
              </a:ext>
            </a:extLst>
          </p:cNvPr>
          <p:cNvPicPr/>
          <p:nvPr userDrawn="1">
            <p:custDataLst>
              <p:tags r:id="rId1"/>
            </p:custDataLst>
          </p:nvPr>
        </p:nvPicPr>
        <p:blipFill>
          <a:blip r:embed="rId7" cstate="print">
            <a:extLst>
              <a:ext uri="{28A0092B-C50C-407E-A947-70E740481C1C}">
                <a14:useLocalDpi xmlns:a14="http://schemas.microsoft.com/office/drawing/2010/main"/>
              </a:ext>
              <a:ext uri="{96DAC541-7B7A-43D3-8B79-37D633B846F1}">
                <asvg:svgBlip xmlns:asvg="http://schemas.microsoft.com/office/drawing/2016/SVG/main" r:embed="rId8"/>
              </a:ext>
            </a:extLst>
          </a:blip>
          <a:stretch>
            <a:fillRect/>
          </a:stretch>
        </p:blipFill>
        <p:spPr>
          <a:xfrm>
            <a:off x="468287" y="466725"/>
            <a:ext cx="1939882" cy="734886"/>
          </a:xfrm>
          <a:prstGeom prst="rect">
            <a:avLst/>
          </a:prstGeom>
        </p:spPr>
      </p:pic>
      <p:sp>
        <p:nvSpPr>
          <p:cNvPr id="6" name="Titel 5">
            <a:extLst>
              <a:ext uri="{FF2B5EF4-FFF2-40B4-BE49-F238E27FC236}">
                <a16:creationId xmlns:a16="http://schemas.microsoft.com/office/drawing/2014/main" id="{6C00A8C0-0C94-4283-B6B6-E3602A0E62F2}"/>
              </a:ext>
            </a:extLst>
          </p:cNvPr>
          <p:cNvSpPr>
            <a:spLocks noGrp="1"/>
          </p:cNvSpPr>
          <p:nvPr>
            <p:ph type="title"/>
            <p:custDataLst>
              <p:tags r:id="rId2"/>
            </p:custDataLst>
          </p:nvPr>
        </p:nvSpPr>
        <p:spPr>
          <a:xfrm>
            <a:off x="1308101" y="1549399"/>
            <a:ext cx="4464050" cy="828675"/>
          </a:xfrm>
        </p:spPr>
        <p:txBody>
          <a:bodyPr/>
          <a:lstStyle/>
          <a:p>
            <a:r>
              <a:rPr lang="en-US"/>
              <a:t>Click to edit Master title style</a:t>
            </a:r>
            <a:endParaRPr lang="de-AT" dirty="0"/>
          </a:p>
        </p:txBody>
      </p:sp>
      <p:sp>
        <p:nvSpPr>
          <p:cNvPr id="7" name="Textplatzhalter 6">
            <a:extLst>
              <a:ext uri="{FF2B5EF4-FFF2-40B4-BE49-F238E27FC236}">
                <a16:creationId xmlns:a16="http://schemas.microsoft.com/office/drawing/2014/main" id="{BE736EC6-E18D-421D-815A-07C67D0C5B1D}"/>
              </a:ext>
            </a:extLst>
          </p:cNvPr>
          <p:cNvSpPr>
            <a:spLocks noGrp="1"/>
          </p:cNvSpPr>
          <p:nvPr>
            <p:ph type="body" sz="quarter" idx="11" hasCustomPrompt="1"/>
            <p:custDataLst>
              <p:tags r:id="rId3"/>
            </p:custDataLst>
          </p:nvPr>
        </p:nvSpPr>
        <p:spPr>
          <a:xfrm>
            <a:off x="1308101" y="2628900"/>
            <a:ext cx="4464050" cy="3275012"/>
          </a:xfrm>
        </p:spPr>
        <p:txBody>
          <a:bodyPr/>
          <a:lstStyle>
            <a:lvl1pPr>
              <a:buClr>
                <a:schemeClr val="accent1"/>
              </a:buClr>
              <a:defRPr/>
            </a:lvl1pPr>
            <a:lvl2pPr>
              <a:buClr>
                <a:schemeClr val="accent1"/>
              </a:buClr>
              <a:defRPr/>
            </a:lvl2pPr>
            <a:lvl3pPr>
              <a:buClr>
                <a:schemeClr val="accent1"/>
              </a:buClr>
              <a:defRPr/>
            </a:lvl3pPr>
            <a:lvl4pPr>
              <a:buClr>
                <a:schemeClr val="accent1"/>
              </a:buClr>
              <a:defRPr/>
            </a:lvl4pPr>
            <a:lvl5pPr>
              <a:buClr>
                <a:schemeClr val="accent1"/>
              </a:buClr>
              <a:defRPr/>
            </a:lvl5pPr>
          </a:lstStyle>
          <a:p>
            <a:pPr lvl="0"/>
            <a:r>
              <a:rPr lang="de-AT" dirty="0"/>
              <a:t>Formatvorlagen des Textmasters bearbeiten</a:t>
            </a:r>
          </a:p>
          <a:p>
            <a:pPr lvl="1"/>
            <a:r>
              <a:rPr lang="de-AT" dirty="0"/>
              <a:t>Zweite Ebene</a:t>
            </a:r>
          </a:p>
          <a:p>
            <a:pPr lvl="2"/>
            <a:r>
              <a:rPr lang="de-AT" dirty="0"/>
              <a:t>Dritte Ebene</a:t>
            </a:r>
          </a:p>
          <a:p>
            <a:pPr lvl="3"/>
            <a:r>
              <a:rPr lang="de-AT" dirty="0"/>
              <a:t>Vierte Ebene</a:t>
            </a:r>
          </a:p>
          <a:p>
            <a:pPr lvl="4"/>
            <a:r>
              <a:rPr lang="de-AT" dirty="0"/>
              <a:t>Fünfte Ebene</a:t>
            </a:r>
          </a:p>
        </p:txBody>
      </p:sp>
      <p:sp>
        <p:nvSpPr>
          <p:cNvPr id="3" name="Diagrammplatzhalter 2">
            <a:extLst>
              <a:ext uri="{FF2B5EF4-FFF2-40B4-BE49-F238E27FC236}">
                <a16:creationId xmlns:a16="http://schemas.microsoft.com/office/drawing/2014/main" id="{32E0DB4B-5F1B-42DD-83CB-F2653DB6A8BB}"/>
              </a:ext>
            </a:extLst>
          </p:cNvPr>
          <p:cNvSpPr>
            <a:spLocks noGrp="1"/>
          </p:cNvSpPr>
          <p:nvPr>
            <p:ph type="chart" sz="quarter" idx="14"/>
            <p:custDataLst>
              <p:tags r:id="rId4"/>
            </p:custDataLst>
          </p:nvPr>
        </p:nvSpPr>
        <p:spPr>
          <a:xfrm>
            <a:off x="6419850" y="1209674"/>
            <a:ext cx="5292725" cy="4514851"/>
          </a:xfrm>
        </p:spPr>
        <p:txBody>
          <a:bodyPr/>
          <a:lstStyle>
            <a:lvl1pPr marL="0" indent="0">
              <a:buNone/>
              <a:defRPr/>
            </a:lvl1pPr>
          </a:lstStyle>
          <a:p>
            <a:r>
              <a:rPr lang="en-US"/>
              <a:t>Click icon to add chart</a:t>
            </a:r>
            <a:endParaRPr lang="de-AT" dirty="0"/>
          </a:p>
        </p:txBody>
      </p:sp>
      <p:sp>
        <p:nvSpPr>
          <p:cNvPr id="43" name="Textplatzhalter 6">
            <a:extLst>
              <a:ext uri="{FF2B5EF4-FFF2-40B4-BE49-F238E27FC236}">
                <a16:creationId xmlns:a16="http://schemas.microsoft.com/office/drawing/2014/main" id="{C2ADED94-8356-4555-85DB-EBCA122F7F78}"/>
              </a:ext>
            </a:extLst>
          </p:cNvPr>
          <p:cNvSpPr>
            <a:spLocks noGrp="1"/>
          </p:cNvSpPr>
          <p:nvPr>
            <p:ph type="body" sz="quarter" idx="20" hasCustomPrompt="1"/>
            <p:custDataLst>
              <p:tags r:id="rId5"/>
            </p:custDataLst>
          </p:nvPr>
        </p:nvSpPr>
        <p:spPr>
          <a:xfrm>
            <a:off x="6422935" y="5795962"/>
            <a:ext cx="5292000" cy="100013"/>
          </a:xfrm>
        </p:spPr>
        <p:txBody>
          <a:bodyPr anchor="b"/>
          <a:lstStyle>
            <a:lvl1pPr marL="0" indent="0">
              <a:buNone/>
              <a:defRPr sz="800" cap="all" baseline="0"/>
            </a:lvl1pPr>
          </a:lstStyle>
          <a:p>
            <a:pPr marL="0" marR="0" lvl="0" indent="0" algn="l" defTabSz="914400" rtl="0" eaLnBrk="1" fontAlgn="auto" latinLnBrk="0" hangingPunct="1">
              <a:lnSpc>
                <a:spcPct val="90000"/>
              </a:lnSpc>
              <a:spcBef>
                <a:spcPts val="600"/>
              </a:spcBef>
              <a:spcAft>
                <a:spcPts val="0"/>
              </a:spcAft>
              <a:buClr>
                <a:schemeClr val="tx2"/>
              </a:buClr>
              <a:buSzPct val="90000"/>
              <a:buFont typeface="Arial" panose="020B0604020202020204" pitchFamily="34" charset="0"/>
              <a:buNone/>
              <a:tabLst/>
              <a:defRPr/>
            </a:pPr>
            <a:r>
              <a:rPr lang="de-AT" dirty="0"/>
              <a:t>© Copyright-Info, Quelle, …</a:t>
            </a:r>
          </a:p>
        </p:txBody>
      </p:sp>
      <p:sp>
        <p:nvSpPr>
          <p:cNvPr id="2" name="Fußzeilenplatzhalter 1">
            <a:extLst>
              <a:ext uri="{FF2B5EF4-FFF2-40B4-BE49-F238E27FC236}">
                <a16:creationId xmlns:a16="http://schemas.microsoft.com/office/drawing/2014/main" id="{3AF8834E-16B1-4EE9-8DF7-FA1E2F51D028}"/>
              </a:ext>
            </a:extLst>
          </p:cNvPr>
          <p:cNvSpPr>
            <a:spLocks noGrp="1"/>
          </p:cNvSpPr>
          <p:nvPr>
            <p:ph type="ftr" sz="quarter" idx="15"/>
          </p:nvPr>
        </p:nvSpPr>
        <p:spPr/>
        <p:txBody>
          <a:bodyPr/>
          <a:lstStyle/>
          <a:p>
            <a:r>
              <a:rPr lang="de-AT"/>
              <a:t>Musterpräsentation | September 2021</a:t>
            </a:r>
            <a:endParaRPr lang="de-AT" dirty="0"/>
          </a:p>
        </p:txBody>
      </p:sp>
      <p:sp>
        <p:nvSpPr>
          <p:cNvPr id="8" name="Foliennummernplatzhalter 7">
            <a:extLst>
              <a:ext uri="{FF2B5EF4-FFF2-40B4-BE49-F238E27FC236}">
                <a16:creationId xmlns:a16="http://schemas.microsoft.com/office/drawing/2014/main" id="{676AD5D1-50CA-4899-9199-1E0698A40712}"/>
              </a:ext>
            </a:extLst>
          </p:cNvPr>
          <p:cNvSpPr>
            <a:spLocks noGrp="1"/>
          </p:cNvSpPr>
          <p:nvPr>
            <p:ph type="sldNum" sz="quarter" idx="16"/>
          </p:nvPr>
        </p:nvSpPr>
        <p:spPr/>
        <p:txBody>
          <a:bodyPr/>
          <a:lstStyle/>
          <a:p>
            <a:fld id="{418F7AD7-DC47-44A0-A9D7-F1C17BFD6F09}" type="slidenum">
              <a:rPr lang="de-AT" smtClean="0"/>
              <a:pPr/>
              <a:t>‹#›</a:t>
            </a:fld>
            <a:endParaRPr lang="de-AT" dirty="0"/>
          </a:p>
        </p:txBody>
      </p:sp>
    </p:spTree>
    <p:extLst>
      <p:ext uri="{BB962C8B-B14F-4D97-AF65-F5344CB8AC3E}">
        <p14:creationId xmlns:p14="http://schemas.microsoft.com/office/powerpoint/2010/main" val="181991960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Video">
    <p:bg bwMode="gray">
      <p:bgPr>
        <a:solidFill>
          <a:schemeClr val="tx2"/>
        </a:solidFill>
        <a:effectLst/>
      </p:bgPr>
    </p:bg>
    <p:spTree>
      <p:nvGrpSpPr>
        <p:cNvPr id="1" name=""/>
        <p:cNvGrpSpPr/>
        <p:nvPr/>
      </p:nvGrpSpPr>
      <p:grpSpPr>
        <a:xfrm>
          <a:off x="0" y="0"/>
          <a:ext cx="0" cy="0"/>
          <a:chOff x="0" y="0"/>
          <a:chExt cx="0" cy="0"/>
        </a:xfrm>
      </p:grpSpPr>
      <p:sp>
        <p:nvSpPr>
          <p:cNvPr id="13" name="Titel 12">
            <a:extLst>
              <a:ext uri="{FF2B5EF4-FFF2-40B4-BE49-F238E27FC236}">
                <a16:creationId xmlns:a16="http://schemas.microsoft.com/office/drawing/2014/main" id="{DE750BCC-5617-4E30-A125-B426A9710263}"/>
              </a:ext>
            </a:extLst>
          </p:cNvPr>
          <p:cNvSpPr>
            <a:spLocks noGrp="1"/>
          </p:cNvSpPr>
          <p:nvPr>
            <p:ph type="title"/>
            <p:custDataLst>
              <p:tags r:id="rId1"/>
            </p:custDataLst>
          </p:nvPr>
        </p:nvSpPr>
        <p:spPr>
          <a:xfrm>
            <a:off x="822961" y="195048"/>
            <a:ext cx="10469880" cy="507896"/>
          </a:xfrm>
        </p:spPr>
        <p:txBody>
          <a:bodyPr/>
          <a:lstStyle>
            <a:lvl1pPr>
              <a:defRPr>
                <a:solidFill>
                  <a:schemeClr val="bg1"/>
                </a:solidFill>
              </a:defRPr>
            </a:lvl1pPr>
          </a:lstStyle>
          <a:p>
            <a:r>
              <a:rPr lang="en-US"/>
              <a:t>Click to edit Master title style</a:t>
            </a:r>
            <a:endParaRPr lang="de-AT" dirty="0"/>
          </a:p>
        </p:txBody>
      </p:sp>
      <p:sp>
        <p:nvSpPr>
          <p:cNvPr id="8" name="Medienplatzhalter 7">
            <a:extLst>
              <a:ext uri="{FF2B5EF4-FFF2-40B4-BE49-F238E27FC236}">
                <a16:creationId xmlns:a16="http://schemas.microsoft.com/office/drawing/2014/main" id="{9DB15156-AFEA-490A-9AB3-282980DCE6BB}"/>
              </a:ext>
            </a:extLst>
          </p:cNvPr>
          <p:cNvSpPr>
            <a:spLocks noGrp="1"/>
          </p:cNvSpPr>
          <p:nvPr>
            <p:ph type="media" sz="quarter" idx="11"/>
            <p:custDataLst>
              <p:tags r:id="rId2"/>
            </p:custDataLst>
          </p:nvPr>
        </p:nvSpPr>
        <p:spPr>
          <a:xfrm>
            <a:off x="838200" y="860793"/>
            <a:ext cx="10454640" cy="5179859"/>
          </a:xfrm>
        </p:spPr>
        <p:txBody>
          <a:bodyPr/>
          <a:lstStyle>
            <a:lvl1pPr marL="0" indent="0">
              <a:buNone/>
              <a:defRPr>
                <a:solidFill>
                  <a:schemeClr val="bg1"/>
                </a:solidFill>
              </a:defRPr>
            </a:lvl1pPr>
          </a:lstStyle>
          <a:p>
            <a:r>
              <a:rPr lang="en-US"/>
              <a:t>Click icon to add media</a:t>
            </a:r>
            <a:endParaRPr lang="de-AT" dirty="0"/>
          </a:p>
        </p:txBody>
      </p:sp>
      <p:sp>
        <p:nvSpPr>
          <p:cNvPr id="10" name="Textplatzhalter 6">
            <a:extLst>
              <a:ext uri="{FF2B5EF4-FFF2-40B4-BE49-F238E27FC236}">
                <a16:creationId xmlns:a16="http://schemas.microsoft.com/office/drawing/2014/main" id="{023AC317-B486-4CC7-B5B5-23C174489D1B}"/>
              </a:ext>
            </a:extLst>
          </p:cNvPr>
          <p:cNvSpPr>
            <a:spLocks noGrp="1"/>
          </p:cNvSpPr>
          <p:nvPr>
            <p:ph type="body" sz="quarter" idx="20" hasCustomPrompt="1"/>
            <p:custDataLst>
              <p:tags r:id="rId3"/>
            </p:custDataLst>
          </p:nvPr>
        </p:nvSpPr>
        <p:spPr>
          <a:xfrm>
            <a:off x="6422935" y="6082240"/>
            <a:ext cx="4869905" cy="100013"/>
          </a:xfrm>
        </p:spPr>
        <p:txBody>
          <a:bodyPr anchor="b"/>
          <a:lstStyle>
            <a:lvl1pPr marL="0" indent="0">
              <a:buNone/>
              <a:defRPr sz="800" cap="all" baseline="0">
                <a:solidFill>
                  <a:schemeClr val="bg1"/>
                </a:solidFill>
              </a:defRPr>
            </a:lvl1pPr>
          </a:lstStyle>
          <a:p>
            <a:pPr marL="0" marR="0" lvl="0" indent="0" algn="l" defTabSz="914400" rtl="0" eaLnBrk="1" fontAlgn="auto" latinLnBrk="0" hangingPunct="1">
              <a:lnSpc>
                <a:spcPct val="90000"/>
              </a:lnSpc>
              <a:spcBef>
                <a:spcPts val="600"/>
              </a:spcBef>
              <a:spcAft>
                <a:spcPts val="0"/>
              </a:spcAft>
              <a:buClr>
                <a:schemeClr val="tx2"/>
              </a:buClr>
              <a:buSzPct val="90000"/>
              <a:buFont typeface="Arial" panose="020B0604020202020204" pitchFamily="34" charset="0"/>
              <a:buNone/>
              <a:tabLst/>
              <a:defRPr/>
            </a:pPr>
            <a:r>
              <a:rPr lang="de-AT" dirty="0"/>
              <a:t>© Copyright-Info, Quelle, …</a:t>
            </a:r>
          </a:p>
        </p:txBody>
      </p:sp>
      <p:sp>
        <p:nvSpPr>
          <p:cNvPr id="2" name="Fußzeilenplatzhalter 1">
            <a:extLst>
              <a:ext uri="{FF2B5EF4-FFF2-40B4-BE49-F238E27FC236}">
                <a16:creationId xmlns:a16="http://schemas.microsoft.com/office/drawing/2014/main" id="{963120CD-C498-4220-A8B4-BE4E0E076332}"/>
              </a:ext>
            </a:extLst>
          </p:cNvPr>
          <p:cNvSpPr>
            <a:spLocks noGrp="1"/>
          </p:cNvSpPr>
          <p:nvPr>
            <p:ph type="ftr" sz="quarter" idx="14"/>
          </p:nvPr>
        </p:nvSpPr>
        <p:spPr/>
        <p:txBody>
          <a:bodyPr/>
          <a:lstStyle/>
          <a:p>
            <a:r>
              <a:rPr lang="de-AT"/>
              <a:t>Musterpräsentation | September 2021</a:t>
            </a:r>
            <a:endParaRPr lang="de-AT" dirty="0"/>
          </a:p>
        </p:txBody>
      </p:sp>
      <p:sp>
        <p:nvSpPr>
          <p:cNvPr id="3" name="Foliennummernplatzhalter 2">
            <a:extLst>
              <a:ext uri="{FF2B5EF4-FFF2-40B4-BE49-F238E27FC236}">
                <a16:creationId xmlns:a16="http://schemas.microsoft.com/office/drawing/2014/main" id="{F6E1F152-AD0F-4B68-9E69-AE6948F47C76}"/>
              </a:ext>
            </a:extLst>
          </p:cNvPr>
          <p:cNvSpPr>
            <a:spLocks noGrp="1"/>
          </p:cNvSpPr>
          <p:nvPr>
            <p:ph type="sldNum" sz="quarter" idx="15"/>
          </p:nvPr>
        </p:nvSpPr>
        <p:spPr/>
        <p:txBody>
          <a:bodyPr/>
          <a:lstStyle/>
          <a:p>
            <a:fld id="{418F7AD7-DC47-44A0-A9D7-F1C17BFD6F09}" type="slidenum">
              <a:rPr lang="de-AT" smtClean="0"/>
              <a:pPr/>
              <a:t>‹#›</a:t>
            </a:fld>
            <a:endParaRPr lang="de-AT" dirty="0"/>
          </a:p>
        </p:txBody>
      </p:sp>
    </p:spTree>
    <p:extLst>
      <p:ext uri="{BB962C8B-B14F-4D97-AF65-F5344CB8AC3E}">
        <p14:creationId xmlns:p14="http://schemas.microsoft.com/office/powerpoint/2010/main" val="173093232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userDrawn="1">
  <p:cSld name="Zitat etc.">
    <p:bg bwMode="gray">
      <p:bgPr>
        <a:solidFill>
          <a:schemeClr val="tx2"/>
        </a:solidFill>
        <a:effectLst/>
      </p:bgPr>
    </p:bg>
    <p:spTree>
      <p:nvGrpSpPr>
        <p:cNvPr id="1" name=""/>
        <p:cNvGrpSpPr/>
        <p:nvPr/>
      </p:nvGrpSpPr>
      <p:grpSpPr>
        <a:xfrm>
          <a:off x="0" y="0"/>
          <a:ext cx="0" cy="0"/>
          <a:chOff x="0" y="0"/>
          <a:chExt cx="0" cy="0"/>
        </a:xfrm>
      </p:grpSpPr>
      <p:sp>
        <p:nvSpPr>
          <p:cNvPr id="13" name="Titel 12">
            <a:extLst>
              <a:ext uri="{FF2B5EF4-FFF2-40B4-BE49-F238E27FC236}">
                <a16:creationId xmlns:a16="http://schemas.microsoft.com/office/drawing/2014/main" id="{DE750BCC-5617-4E30-A125-B426A9710263}"/>
              </a:ext>
            </a:extLst>
          </p:cNvPr>
          <p:cNvSpPr>
            <a:spLocks noGrp="1"/>
          </p:cNvSpPr>
          <p:nvPr>
            <p:ph type="title"/>
            <p:custDataLst>
              <p:tags r:id="rId1"/>
            </p:custDataLst>
          </p:nvPr>
        </p:nvSpPr>
        <p:spPr>
          <a:xfrm>
            <a:off x="1308100" y="1209676"/>
            <a:ext cx="9577388" cy="3099778"/>
          </a:xfrm>
        </p:spPr>
        <p:txBody>
          <a:bodyPr anchor="ctr"/>
          <a:lstStyle>
            <a:lvl1pPr algn="ctr">
              <a:defRPr sz="4000">
                <a:solidFill>
                  <a:schemeClr val="bg1"/>
                </a:solidFill>
              </a:defRPr>
            </a:lvl1pPr>
          </a:lstStyle>
          <a:p>
            <a:r>
              <a:rPr lang="en-US"/>
              <a:t>Click to edit Master title style</a:t>
            </a:r>
            <a:endParaRPr lang="de-AT" dirty="0"/>
          </a:p>
        </p:txBody>
      </p:sp>
      <p:sp>
        <p:nvSpPr>
          <p:cNvPr id="5" name="Textplatzhalter 4">
            <a:extLst>
              <a:ext uri="{FF2B5EF4-FFF2-40B4-BE49-F238E27FC236}">
                <a16:creationId xmlns:a16="http://schemas.microsoft.com/office/drawing/2014/main" id="{1B6E97C2-5489-4CD9-873E-EF97AACF8A28}"/>
              </a:ext>
            </a:extLst>
          </p:cNvPr>
          <p:cNvSpPr>
            <a:spLocks noGrp="1"/>
          </p:cNvSpPr>
          <p:nvPr>
            <p:ph type="body" sz="quarter" idx="16"/>
          </p:nvPr>
        </p:nvSpPr>
        <p:spPr>
          <a:xfrm>
            <a:off x="6232525" y="4503737"/>
            <a:ext cx="4652963" cy="573088"/>
          </a:xfrm>
        </p:spPr>
        <p:txBody>
          <a:bodyPr/>
          <a:lstStyle>
            <a:lvl1pPr marL="0" indent="0" algn="r">
              <a:buNone/>
              <a:defRPr sz="1800">
                <a:solidFill>
                  <a:schemeClr val="bg1"/>
                </a:solidFill>
              </a:defRPr>
            </a:lvl1pPr>
            <a:lvl2pPr algn="r">
              <a:defRPr sz="1600">
                <a:solidFill>
                  <a:schemeClr val="bg1"/>
                </a:solidFill>
              </a:defRPr>
            </a:lvl2pPr>
            <a:lvl3pPr algn="r">
              <a:defRPr sz="1400">
                <a:solidFill>
                  <a:schemeClr val="bg1"/>
                </a:solidFill>
              </a:defRPr>
            </a:lvl3pPr>
            <a:lvl4pPr algn="r">
              <a:defRPr sz="1400">
                <a:solidFill>
                  <a:schemeClr val="bg1"/>
                </a:solidFill>
              </a:defRPr>
            </a:lvl4pPr>
            <a:lvl5pPr algn="r">
              <a:defRPr sz="1400">
                <a:solidFill>
                  <a:schemeClr val="bg1"/>
                </a:solidFill>
              </a:defRPr>
            </a:lvl5pPr>
          </a:lstStyle>
          <a:p>
            <a:pPr lvl="0"/>
            <a:r>
              <a:rPr lang="en-US"/>
              <a:t>Click to edit Master text styles</a:t>
            </a:r>
          </a:p>
        </p:txBody>
      </p:sp>
      <p:sp>
        <p:nvSpPr>
          <p:cNvPr id="2" name="Fußzeilenplatzhalter 1">
            <a:extLst>
              <a:ext uri="{FF2B5EF4-FFF2-40B4-BE49-F238E27FC236}">
                <a16:creationId xmlns:a16="http://schemas.microsoft.com/office/drawing/2014/main" id="{963120CD-C498-4220-A8B4-BE4E0E076332}"/>
              </a:ext>
            </a:extLst>
          </p:cNvPr>
          <p:cNvSpPr>
            <a:spLocks noGrp="1"/>
          </p:cNvSpPr>
          <p:nvPr>
            <p:ph type="ftr" sz="quarter" idx="14"/>
          </p:nvPr>
        </p:nvSpPr>
        <p:spPr/>
        <p:txBody>
          <a:bodyPr/>
          <a:lstStyle/>
          <a:p>
            <a:r>
              <a:rPr lang="de-AT"/>
              <a:t>Musterpräsentation | September 2021</a:t>
            </a:r>
            <a:endParaRPr lang="de-AT" dirty="0"/>
          </a:p>
        </p:txBody>
      </p:sp>
      <p:sp>
        <p:nvSpPr>
          <p:cNvPr id="3" name="Foliennummernplatzhalter 2">
            <a:extLst>
              <a:ext uri="{FF2B5EF4-FFF2-40B4-BE49-F238E27FC236}">
                <a16:creationId xmlns:a16="http://schemas.microsoft.com/office/drawing/2014/main" id="{F6E1F152-AD0F-4B68-9E69-AE6948F47C76}"/>
              </a:ext>
            </a:extLst>
          </p:cNvPr>
          <p:cNvSpPr>
            <a:spLocks noGrp="1"/>
          </p:cNvSpPr>
          <p:nvPr>
            <p:ph type="sldNum" sz="quarter" idx="15"/>
          </p:nvPr>
        </p:nvSpPr>
        <p:spPr/>
        <p:txBody>
          <a:bodyPr/>
          <a:lstStyle/>
          <a:p>
            <a:fld id="{418F7AD7-DC47-44A0-A9D7-F1C17BFD6F09}" type="slidenum">
              <a:rPr lang="de-AT" smtClean="0"/>
              <a:pPr/>
              <a:t>‹#›</a:t>
            </a:fld>
            <a:endParaRPr lang="de-AT" dirty="0"/>
          </a:p>
        </p:txBody>
      </p:sp>
    </p:spTree>
    <p:extLst>
      <p:ext uri="{BB962C8B-B14F-4D97-AF65-F5344CB8AC3E}">
        <p14:creationId xmlns:p14="http://schemas.microsoft.com/office/powerpoint/2010/main" val="9562187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Bild">
    <p:bg>
      <p:bgRef idx="1001">
        <a:schemeClr val="bg1"/>
      </p:bgRef>
    </p:bg>
    <p:spTree>
      <p:nvGrpSpPr>
        <p:cNvPr id="1" name=""/>
        <p:cNvGrpSpPr/>
        <p:nvPr/>
      </p:nvGrpSpPr>
      <p:grpSpPr>
        <a:xfrm>
          <a:off x="0" y="0"/>
          <a:ext cx="0" cy="0"/>
          <a:chOff x="0" y="0"/>
          <a:chExt cx="0" cy="0"/>
        </a:xfrm>
      </p:grpSpPr>
      <p:sp>
        <p:nvSpPr>
          <p:cNvPr id="5" name="Bildplatzhalter 4">
            <a:extLst>
              <a:ext uri="{FF2B5EF4-FFF2-40B4-BE49-F238E27FC236}">
                <a16:creationId xmlns:a16="http://schemas.microsoft.com/office/drawing/2014/main" id="{E88835D5-7CB1-4717-895C-F6ACBDD1151E}"/>
              </a:ext>
            </a:extLst>
          </p:cNvPr>
          <p:cNvSpPr>
            <a:spLocks noGrp="1"/>
          </p:cNvSpPr>
          <p:nvPr>
            <p:ph type="pic" sz="quarter" idx="16"/>
            <p:custDataLst>
              <p:tags r:id="rId1"/>
            </p:custDataLst>
          </p:nvPr>
        </p:nvSpPr>
        <p:spPr>
          <a:xfrm>
            <a:off x="0" y="0"/>
            <a:ext cx="12192000" cy="6063380"/>
          </a:xfrm>
          <a:solidFill>
            <a:schemeClr val="bg1">
              <a:lumMod val="75000"/>
            </a:schemeClr>
          </a:solidFill>
          <a:ln>
            <a:noFill/>
          </a:ln>
        </p:spPr>
        <p:txBody>
          <a:bodyPr/>
          <a:lstStyle>
            <a:lvl1pPr marL="0" indent="0">
              <a:buNone/>
              <a:defRPr/>
            </a:lvl1pPr>
          </a:lstStyle>
          <a:p>
            <a:r>
              <a:rPr lang="en-US"/>
              <a:t>Click icon to add picture</a:t>
            </a:r>
            <a:endParaRPr lang="de-AT" dirty="0"/>
          </a:p>
        </p:txBody>
      </p:sp>
      <p:sp>
        <p:nvSpPr>
          <p:cNvPr id="13" name="Titel 12">
            <a:extLst>
              <a:ext uri="{FF2B5EF4-FFF2-40B4-BE49-F238E27FC236}">
                <a16:creationId xmlns:a16="http://schemas.microsoft.com/office/drawing/2014/main" id="{DE750BCC-5617-4E30-A125-B426A9710263}"/>
              </a:ext>
            </a:extLst>
          </p:cNvPr>
          <p:cNvSpPr>
            <a:spLocks noGrp="1"/>
          </p:cNvSpPr>
          <p:nvPr>
            <p:ph type="title"/>
            <p:custDataLst>
              <p:tags r:id="rId2"/>
            </p:custDataLst>
          </p:nvPr>
        </p:nvSpPr>
        <p:spPr>
          <a:xfrm>
            <a:off x="822961" y="195048"/>
            <a:ext cx="10469880" cy="507896"/>
          </a:xfrm>
        </p:spPr>
        <p:txBody>
          <a:bodyPr/>
          <a:lstStyle>
            <a:lvl1pPr>
              <a:defRPr>
                <a:solidFill>
                  <a:schemeClr val="bg1"/>
                </a:solidFill>
              </a:defRPr>
            </a:lvl1pPr>
          </a:lstStyle>
          <a:p>
            <a:r>
              <a:rPr lang="en-US"/>
              <a:t>Click to edit Master title style</a:t>
            </a:r>
            <a:endParaRPr lang="de-AT" dirty="0"/>
          </a:p>
        </p:txBody>
      </p:sp>
      <p:sp>
        <p:nvSpPr>
          <p:cNvPr id="7" name="Textplatzhalter 42">
            <a:extLst>
              <a:ext uri="{FF2B5EF4-FFF2-40B4-BE49-F238E27FC236}">
                <a16:creationId xmlns:a16="http://schemas.microsoft.com/office/drawing/2014/main" id="{B15E41F2-9F0D-4C90-B6D3-88903F9FBD2B}"/>
              </a:ext>
            </a:extLst>
          </p:cNvPr>
          <p:cNvSpPr>
            <a:spLocks noGrp="1"/>
          </p:cNvSpPr>
          <p:nvPr>
            <p:ph type="body" sz="quarter" idx="17" hasCustomPrompt="1"/>
            <p:custDataLst>
              <p:tags r:id="rId3"/>
            </p:custDataLst>
          </p:nvPr>
        </p:nvSpPr>
        <p:spPr>
          <a:xfrm>
            <a:off x="7247493" y="6050376"/>
            <a:ext cx="4465082" cy="171450"/>
          </a:xfrm>
        </p:spPr>
        <p:txBody>
          <a:bodyPr anchor="b"/>
          <a:lstStyle>
            <a:lvl1pPr algn="r">
              <a:buNone/>
              <a:defRPr sz="800" cap="all" baseline="0"/>
            </a:lvl1pPr>
            <a:lvl2pPr>
              <a:buNone/>
              <a:defRPr sz="800"/>
            </a:lvl2pPr>
            <a:lvl3pPr>
              <a:buNone/>
              <a:defRPr sz="800"/>
            </a:lvl3pPr>
            <a:lvl4pPr>
              <a:buNone/>
              <a:defRPr sz="800"/>
            </a:lvl4pPr>
            <a:lvl5pPr>
              <a:buNone/>
              <a:defRPr sz="800"/>
            </a:lvl5pPr>
          </a:lstStyle>
          <a:p>
            <a:pPr lvl="0" algn="r">
              <a:buNone/>
            </a:pPr>
            <a:r>
              <a:rPr lang="de-AT" dirty="0"/>
              <a:t>© Copyright-Info, Quelle, …</a:t>
            </a:r>
          </a:p>
        </p:txBody>
      </p:sp>
      <p:sp>
        <p:nvSpPr>
          <p:cNvPr id="2" name="Fußzeilenplatzhalter 1">
            <a:extLst>
              <a:ext uri="{FF2B5EF4-FFF2-40B4-BE49-F238E27FC236}">
                <a16:creationId xmlns:a16="http://schemas.microsoft.com/office/drawing/2014/main" id="{963120CD-C498-4220-A8B4-BE4E0E076332}"/>
              </a:ext>
            </a:extLst>
          </p:cNvPr>
          <p:cNvSpPr>
            <a:spLocks noGrp="1"/>
          </p:cNvSpPr>
          <p:nvPr>
            <p:ph type="ftr" sz="quarter" idx="14"/>
          </p:nvPr>
        </p:nvSpPr>
        <p:spPr/>
        <p:txBody>
          <a:bodyPr/>
          <a:lstStyle/>
          <a:p>
            <a:r>
              <a:rPr lang="de-AT"/>
              <a:t>Musterpräsentation | September 2021</a:t>
            </a:r>
            <a:endParaRPr lang="de-AT" dirty="0"/>
          </a:p>
        </p:txBody>
      </p:sp>
      <p:sp>
        <p:nvSpPr>
          <p:cNvPr id="3" name="Foliennummernplatzhalter 2">
            <a:extLst>
              <a:ext uri="{FF2B5EF4-FFF2-40B4-BE49-F238E27FC236}">
                <a16:creationId xmlns:a16="http://schemas.microsoft.com/office/drawing/2014/main" id="{F6E1F152-AD0F-4B68-9E69-AE6948F47C76}"/>
              </a:ext>
            </a:extLst>
          </p:cNvPr>
          <p:cNvSpPr>
            <a:spLocks noGrp="1"/>
          </p:cNvSpPr>
          <p:nvPr>
            <p:ph type="sldNum" sz="quarter" idx="15"/>
            <p:custDataLst>
              <p:tags r:id="rId4"/>
            </p:custDataLst>
          </p:nvPr>
        </p:nvSpPr>
        <p:spPr/>
        <p:txBody>
          <a:bodyPr/>
          <a:lstStyle/>
          <a:p>
            <a:fld id="{418F7AD7-DC47-44A0-A9D7-F1C17BFD6F09}" type="slidenum">
              <a:rPr lang="de-AT" smtClean="0"/>
              <a:pPr/>
              <a:t>‹#›</a:t>
            </a:fld>
            <a:endParaRPr lang="de-AT" dirty="0"/>
          </a:p>
        </p:txBody>
      </p:sp>
    </p:spTree>
    <p:extLst>
      <p:ext uri="{BB962C8B-B14F-4D97-AF65-F5344CB8AC3E}">
        <p14:creationId xmlns:p14="http://schemas.microsoft.com/office/powerpoint/2010/main" val="3212252985"/>
      </p:ext>
    </p:extLst>
  </p:cSld>
  <p:clrMapOvr>
    <a:overrideClrMapping bg1="lt1" tx1="dk1" bg2="lt2" tx2="dk2" accent1="accent1" accent2="accent2" accent3="accent3" accent4="accent4" accent5="accent5" accent6="accent6" hlink="hlink" folHlink="folHlink"/>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itelfolie mit Sublogo">
    <p:spTree>
      <p:nvGrpSpPr>
        <p:cNvPr id="1" name=""/>
        <p:cNvGrpSpPr/>
        <p:nvPr/>
      </p:nvGrpSpPr>
      <p:grpSpPr>
        <a:xfrm>
          <a:off x="0" y="0"/>
          <a:ext cx="0" cy="0"/>
          <a:chOff x="0" y="0"/>
          <a:chExt cx="0" cy="0"/>
        </a:xfrm>
      </p:grpSpPr>
      <p:sp>
        <p:nvSpPr>
          <p:cNvPr id="51" name="Inhaltsplatzhalter 50">
            <a:extLst>
              <a:ext uri="{FF2B5EF4-FFF2-40B4-BE49-F238E27FC236}">
                <a16:creationId xmlns:a16="http://schemas.microsoft.com/office/drawing/2014/main" id="{FA616A29-9F54-4E04-A2B1-9CBD31AC30BF}"/>
              </a:ext>
              <a:ext uri="{C183D7F6-B498-43B3-948B-1728B52AA6E4}">
                <adec:decorative xmlns:adec="http://schemas.microsoft.com/office/drawing/2017/decorative" val="1"/>
              </a:ext>
            </a:extLst>
          </p:cNvPr>
          <p:cNvSpPr>
            <a:spLocks noGrp="1"/>
          </p:cNvSpPr>
          <p:nvPr>
            <p:ph sz="quarter" idx="17" hasCustomPrompt="1"/>
            <p:custDataLst>
              <p:tags r:id="rId1"/>
            </p:custDataLst>
          </p:nvPr>
        </p:nvSpPr>
        <p:spPr>
          <a:xfrm>
            <a:off x="464055" y="468437"/>
            <a:ext cx="2424112" cy="738000"/>
          </a:xfrm>
        </p:spPr>
        <p:txBody>
          <a:bodyPr/>
          <a:lstStyle>
            <a:lvl1pPr>
              <a:buNone/>
              <a:defRPr/>
            </a:lvl1pPr>
            <a:lvl2pPr>
              <a:buNone/>
              <a:defRPr/>
            </a:lvl2pPr>
            <a:lvl3pPr>
              <a:buNone/>
              <a:defRPr/>
            </a:lvl3pPr>
            <a:lvl4pPr>
              <a:buNone/>
              <a:defRPr/>
            </a:lvl4pPr>
            <a:lvl5pPr>
              <a:buNone/>
              <a:defRPr/>
            </a:lvl5pPr>
          </a:lstStyle>
          <a:p>
            <a:pPr lvl="0"/>
            <a:r>
              <a:rPr lang="de-AT" dirty="0"/>
              <a:t>Sublogo</a:t>
            </a:r>
          </a:p>
        </p:txBody>
      </p:sp>
      <p:sp>
        <p:nvSpPr>
          <p:cNvPr id="2" name="Titel 1">
            <a:extLst>
              <a:ext uri="{FF2B5EF4-FFF2-40B4-BE49-F238E27FC236}">
                <a16:creationId xmlns:a16="http://schemas.microsoft.com/office/drawing/2014/main" id="{7226F95A-C572-4753-9A21-DBF6531D5F3A}"/>
              </a:ext>
            </a:extLst>
          </p:cNvPr>
          <p:cNvSpPr>
            <a:spLocks noGrp="1"/>
          </p:cNvSpPr>
          <p:nvPr>
            <p:ph type="ctrTitle" hasCustomPrompt="1"/>
            <p:custDataLst>
              <p:tags r:id="rId2"/>
            </p:custDataLst>
          </p:nvPr>
        </p:nvSpPr>
        <p:spPr>
          <a:xfrm>
            <a:off x="1308100" y="2276475"/>
            <a:ext cx="9288464" cy="1524000"/>
          </a:xfrm>
        </p:spPr>
        <p:txBody>
          <a:bodyPr lIns="0" tIns="0" rIns="0" bIns="0" anchor="b">
            <a:noAutofit/>
          </a:bodyPr>
          <a:lstStyle>
            <a:lvl1pPr algn="l">
              <a:defRPr sz="5400">
                <a:solidFill>
                  <a:schemeClr val="accent1"/>
                </a:solidFill>
              </a:defRPr>
            </a:lvl1pPr>
          </a:lstStyle>
          <a:p>
            <a:r>
              <a:rPr lang="de-AT" dirty="0"/>
              <a:t>Titel</a:t>
            </a:r>
          </a:p>
        </p:txBody>
      </p:sp>
      <p:sp>
        <p:nvSpPr>
          <p:cNvPr id="3" name="Untertitel 2">
            <a:extLst>
              <a:ext uri="{FF2B5EF4-FFF2-40B4-BE49-F238E27FC236}">
                <a16:creationId xmlns:a16="http://schemas.microsoft.com/office/drawing/2014/main" id="{53DE19F1-4351-4A07-8662-A968E8A450FD}"/>
              </a:ext>
            </a:extLst>
          </p:cNvPr>
          <p:cNvSpPr>
            <a:spLocks noGrp="1"/>
          </p:cNvSpPr>
          <p:nvPr>
            <p:ph type="subTitle" idx="1" hasCustomPrompt="1"/>
            <p:custDataLst>
              <p:tags r:id="rId3"/>
            </p:custDataLst>
          </p:nvPr>
        </p:nvSpPr>
        <p:spPr>
          <a:xfrm>
            <a:off x="1308100" y="3971926"/>
            <a:ext cx="9288464" cy="1104900"/>
          </a:xfrm>
        </p:spPr>
        <p:txBody>
          <a:bodyPr lIns="0" tIns="0" rIns="0" bIns="0">
            <a:noAutofit/>
          </a:bodyPr>
          <a:lstStyle>
            <a:lvl1pPr marL="0" indent="0" algn="l">
              <a:buNone/>
              <a:defRPr sz="32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de-AT" dirty="0"/>
              <a:t>Untertitel (Datum, Ort, Name, ...)</a:t>
            </a:r>
          </a:p>
        </p:txBody>
      </p:sp>
      <p:sp>
        <p:nvSpPr>
          <p:cNvPr id="6" name="Textplatzhalter 4">
            <a:extLst>
              <a:ext uri="{FF2B5EF4-FFF2-40B4-BE49-F238E27FC236}">
                <a16:creationId xmlns:a16="http://schemas.microsoft.com/office/drawing/2014/main" id="{11F96F86-EC1A-4E1A-B16C-1B22A6CC3DCF}"/>
              </a:ext>
            </a:extLst>
          </p:cNvPr>
          <p:cNvSpPr>
            <a:spLocks noGrp="1"/>
          </p:cNvSpPr>
          <p:nvPr>
            <p:ph type="body" sz="quarter" idx="10" hasCustomPrompt="1"/>
            <p:custDataLst>
              <p:tags r:id="rId4"/>
            </p:custDataLst>
          </p:nvPr>
        </p:nvSpPr>
        <p:spPr bwMode="gray">
          <a:xfrm>
            <a:off x="7589520" y="6412992"/>
            <a:ext cx="4123055" cy="233552"/>
          </a:xfrm>
        </p:spPr>
        <p:txBody>
          <a:bodyPr anchor="ctr"/>
          <a:lstStyle>
            <a:lvl1pPr marL="0" indent="0" algn="r">
              <a:buNone/>
              <a:defRPr sz="1400" b="1">
                <a:solidFill>
                  <a:schemeClr val="bg1"/>
                </a:solidFill>
              </a:defRPr>
            </a:lvl1pPr>
          </a:lstStyle>
          <a:p>
            <a:pPr lvl="0"/>
            <a:r>
              <a:rPr lang="de-AT" dirty="0"/>
              <a:t>www.tuwien.at</a:t>
            </a:r>
          </a:p>
        </p:txBody>
      </p:sp>
    </p:spTree>
    <p:extLst>
      <p:ext uri="{BB962C8B-B14F-4D97-AF65-F5344CB8AC3E}">
        <p14:creationId xmlns:p14="http://schemas.microsoft.com/office/powerpoint/2010/main" val="60397389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itelfolie mit Bild und Sublogo">
    <p:spTree>
      <p:nvGrpSpPr>
        <p:cNvPr id="1" name=""/>
        <p:cNvGrpSpPr/>
        <p:nvPr/>
      </p:nvGrpSpPr>
      <p:grpSpPr>
        <a:xfrm>
          <a:off x="0" y="0"/>
          <a:ext cx="0" cy="0"/>
          <a:chOff x="0" y="0"/>
          <a:chExt cx="0" cy="0"/>
        </a:xfrm>
      </p:grpSpPr>
      <p:pic>
        <p:nvPicPr>
          <p:cNvPr id="7" name="Grafik 6">
            <a:extLst>
              <a:ext uri="{FF2B5EF4-FFF2-40B4-BE49-F238E27FC236}">
                <a16:creationId xmlns:a16="http://schemas.microsoft.com/office/drawing/2014/main" id="{BC768571-8F27-4801-BE51-98B18A003B6D}"/>
              </a:ext>
              <a:ext uri="{C183D7F6-B498-43B3-948B-1728B52AA6E4}">
                <adec:decorative xmlns:adec="http://schemas.microsoft.com/office/drawing/2017/decorative" val="1"/>
              </a:ext>
            </a:extLst>
          </p:cNvPr>
          <p:cNvPicPr>
            <a:picLocks noChangeAspect="1"/>
          </p:cNvPicPr>
          <p:nvPr userDrawn="1">
            <p:custDataLst>
              <p:tags r:id="rId1"/>
            </p:custDataLst>
          </p:nvPr>
        </p:nvPicPr>
        <p:blipFill rotWithShape="1">
          <a:blip r:embed="rId8" cstate="screen">
            <a:extLst>
              <a:ext uri="{28A0092B-C50C-407E-A947-70E740481C1C}">
                <a14:useLocalDpi xmlns:a14="http://schemas.microsoft.com/office/drawing/2010/main"/>
              </a:ext>
            </a:extLst>
          </a:blip>
          <a:srcRect b="11502"/>
          <a:stretch/>
        </p:blipFill>
        <p:spPr>
          <a:xfrm>
            <a:off x="0" y="3312"/>
            <a:ext cx="12192000" cy="6063380"/>
          </a:xfrm>
          <a:prstGeom prst="rect">
            <a:avLst/>
          </a:prstGeom>
        </p:spPr>
      </p:pic>
      <p:sp>
        <p:nvSpPr>
          <p:cNvPr id="10" name="Inhaltsplatzhalter 50">
            <a:extLst>
              <a:ext uri="{FF2B5EF4-FFF2-40B4-BE49-F238E27FC236}">
                <a16:creationId xmlns:a16="http://schemas.microsoft.com/office/drawing/2014/main" id="{36BC36E0-5BB3-4FF7-91BE-F08527FA05CA}"/>
              </a:ext>
              <a:ext uri="{C183D7F6-B498-43B3-948B-1728B52AA6E4}">
                <adec:decorative xmlns:adec="http://schemas.microsoft.com/office/drawing/2017/decorative" val="1"/>
              </a:ext>
            </a:extLst>
          </p:cNvPr>
          <p:cNvSpPr>
            <a:spLocks noGrp="1"/>
          </p:cNvSpPr>
          <p:nvPr>
            <p:ph sz="quarter" idx="17" hasCustomPrompt="1"/>
            <p:custDataLst>
              <p:tags r:id="rId2"/>
            </p:custDataLst>
          </p:nvPr>
        </p:nvSpPr>
        <p:spPr bwMode="gray">
          <a:xfrm>
            <a:off x="464055" y="468437"/>
            <a:ext cx="2424112" cy="738000"/>
          </a:xfrm>
        </p:spPr>
        <p:txBody>
          <a:bodyPr/>
          <a:lstStyle>
            <a:lvl1pPr>
              <a:buNone/>
              <a:defRPr/>
            </a:lvl1pPr>
            <a:lvl2pPr>
              <a:buNone/>
              <a:defRPr/>
            </a:lvl2pPr>
            <a:lvl3pPr>
              <a:buNone/>
              <a:defRPr/>
            </a:lvl3pPr>
            <a:lvl4pPr>
              <a:buNone/>
              <a:defRPr/>
            </a:lvl4pPr>
            <a:lvl5pPr>
              <a:buNone/>
              <a:defRPr/>
            </a:lvl5pPr>
          </a:lstStyle>
          <a:p>
            <a:pPr lvl="0"/>
            <a:r>
              <a:rPr lang="de-AT" dirty="0"/>
              <a:t>Sublogo</a:t>
            </a:r>
          </a:p>
        </p:txBody>
      </p:sp>
      <p:sp>
        <p:nvSpPr>
          <p:cNvPr id="3" name="Titel 2">
            <a:extLst>
              <a:ext uri="{FF2B5EF4-FFF2-40B4-BE49-F238E27FC236}">
                <a16:creationId xmlns:a16="http://schemas.microsoft.com/office/drawing/2014/main" id="{518F59B5-2786-498C-82D3-0A9C1CD89FA5}"/>
              </a:ext>
            </a:extLst>
          </p:cNvPr>
          <p:cNvSpPr>
            <a:spLocks noGrp="1"/>
          </p:cNvSpPr>
          <p:nvPr>
            <p:ph type="title" hasCustomPrompt="1"/>
            <p:custDataLst>
              <p:tags r:id="rId3"/>
            </p:custDataLst>
          </p:nvPr>
        </p:nvSpPr>
        <p:spPr>
          <a:xfrm>
            <a:off x="461963" y="4301639"/>
            <a:ext cx="10134599" cy="1176824"/>
          </a:xfrm>
        </p:spPr>
        <p:txBody>
          <a:bodyPr/>
          <a:lstStyle>
            <a:lvl1pPr>
              <a:defRPr>
                <a:solidFill>
                  <a:schemeClr val="bg1"/>
                </a:solidFill>
              </a:defRPr>
            </a:lvl1pPr>
          </a:lstStyle>
          <a:p>
            <a:r>
              <a:rPr lang="de-AT" dirty="0"/>
              <a:t>Titel</a:t>
            </a:r>
          </a:p>
        </p:txBody>
      </p:sp>
      <p:sp>
        <p:nvSpPr>
          <p:cNvPr id="5" name="Textplatzhalter 6">
            <a:extLst>
              <a:ext uri="{FF2B5EF4-FFF2-40B4-BE49-F238E27FC236}">
                <a16:creationId xmlns:a16="http://schemas.microsoft.com/office/drawing/2014/main" id="{F336A329-ED2F-4460-87B8-2E6D5936410D}"/>
              </a:ext>
            </a:extLst>
          </p:cNvPr>
          <p:cNvSpPr>
            <a:spLocks noGrp="1"/>
          </p:cNvSpPr>
          <p:nvPr>
            <p:ph type="body" sz="quarter" idx="15" hasCustomPrompt="1"/>
            <p:custDataLst>
              <p:tags r:id="rId4"/>
            </p:custDataLst>
          </p:nvPr>
        </p:nvSpPr>
        <p:spPr>
          <a:xfrm>
            <a:off x="461963" y="5550408"/>
            <a:ext cx="10134600" cy="345566"/>
          </a:xfrm>
        </p:spPr>
        <p:txBody>
          <a:bodyPr/>
          <a:lstStyle>
            <a:lvl1pPr marL="0" indent="0">
              <a:buNone/>
              <a:defRPr sz="2400">
                <a:solidFill>
                  <a:schemeClr val="bg1"/>
                </a:solidFill>
              </a:defRPr>
            </a:lvl1pPr>
            <a:lvl2pPr marL="0" indent="0">
              <a:buNone/>
              <a:defRPr sz="2400">
                <a:solidFill>
                  <a:schemeClr val="bg1"/>
                </a:solidFill>
              </a:defRPr>
            </a:lvl2pPr>
            <a:lvl3pPr marL="269875" indent="0">
              <a:buNone/>
              <a:defRPr sz="2400">
                <a:solidFill>
                  <a:schemeClr val="bg1"/>
                </a:solidFill>
              </a:defRPr>
            </a:lvl3pPr>
            <a:lvl4pPr marL="538162" indent="0">
              <a:buNone/>
              <a:defRPr sz="2400">
                <a:solidFill>
                  <a:schemeClr val="bg1"/>
                </a:solidFill>
              </a:defRPr>
            </a:lvl4pPr>
            <a:lvl5pPr marL="903288" indent="0">
              <a:buNone/>
              <a:defRPr sz="2400">
                <a:solidFill>
                  <a:schemeClr val="bg1"/>
                </a:solidFill>
              </a:defRPr>
            </a:lvl5pPr>
          </a:lstStyle>
          <a:p>
            <a:pPr lvl="0"/>
            <a:r>
              <a:rPr lang="de-AT" dirty="0"/>
              <a:t>Untertitel (Datum, Ort, Name, …)</a:t>
            </a:r>
          </a:p>
        </p:txBody>
      </p:sp>
      <p:sp>
        <p:nvSpPr>
          <p:cNvPr id="6" name="Textplatzhalter 42">
            <a:extLst>
              <a:ext uri="{FF2B5EF4-FFF2-40B4-BE49-F238E27FC236}">
                <a16:creationId xmlns:a16="http://schemas.microsoft.com/office/drawing/2014/main" id="{A5A954F1-45CA-4DB2-A03D-24CC2A505886}"/>
              </a:ext>
            </a:extLst>
          </p:cNvPr>
          <p:cNvSpPr>
            <a:spLocks noGrp="1"/>
          </p:cNvSpPr>
          <p:nvPr>
            <p:ph type="body" sz="quarter" idx="14" hasCustomPrompt="1"/>
            <p:custDataLst>
              <p:tags r:id="rId5"/>
            </p:custDataLst>
          </p:nvPr>
        </p:nvSpPr>
        <p:spPr>
          <a:xfrm>
            <a:off x="7247493" y="6050376"/>
            <a:ext cx="4465082" cy="171450"/>
          </a:xfrm>
        </p:spPr>
        <p:txBody>
          <a:bodyPr anchor="b"/>
          <a:lstStyle>
            <a:lvl1pPr algn="r">
              <a:buNone/>
              <a:defRPr sz="800" cap="all" baseline="0"/>
            </a:lvl1pPr>
            <a:lvl2pPr>
              <a:buNone/>
              <a:defRPr sz="800"/>
            </a:lvl2pPr>
            <a:lvl3pPr>
              <a:buNone/>
              <a:defRPr sz="800"/>
            </a:lvl3pPr>
            <a:lvl4pPr>
              <a:buNone/>
              <a:defRPr sz="800"/>
            </a:lvl4pPr>
            <a:lvl5pPr>
              <a:buNone/>
              <a:defRPr sz="800"/>
            </a:lvl5pPr>
          </a:lstStyle>
          <a:p>
            <a:pPr lvl="0" algn="r">
              <a:buNone/>
            </a:pPr>
            <a:r>
              <a:rPr lang="de-AT" dirty="0"/>
              <a:t>© Copyright-Info, Quelle, …</a:t>
            </a:r>
          </a:p>
        </p:txBody>
      </p:sp>
      <p:sp>
        <p:nvSpPr>
          <p:cNvPr id="8" name="Textplatzhalter 4">
            <a:extLst>
              <a:ext uri="{FF2B5EF4-FFF2-40B4-BE49-F238E27FC236}">
                <a16:creationId xmlns:a16="http://schemas.microsoft.com/office/drawing/2014/main" id="{C4669611-45BF-4E01-AE99-8C851B6E8EC1}"/>
              </a:ext>
            </a:extLst>
          </p:cNvPr>
          <p:cNvSpPr>
            <a:spLocks noGrp="1"/>
          </p:cNvSpPr>
          <p:nvPr>
            <p:ph type="body" sz="quarter" idx="10" hasCustomPrompt="1"/>
            <p:custDataLst>
              <p:tags r:id="rId6"/>
            </p:custDataLst>
          </p:nvPr>
        </p:nvSpPr>
        <p:spPr bwMode="gray">
          <a:xfrm>
            <a:off x="7589520" y="6412992"/>
            <a:ext cx="4123055" cy="233552"/>
          </a:xfrm>
        </p:spPr>
        <p:txBody>
          <a:bodyPr anchor="ctr"/>
          <a:lstStyle>
            <a:lvl1pPr marL="0" indent="0" algn="r">
              <a:buNone/>
              <a:defRPr sz="1400" b="1">
                <a:solidFill>
                  <a:schemeClr val="bg1"/>
                </a:solidFill>
              </a:defRPr>
            </a:lvl1pPr>
          </a:lstStyle>
          <a:p>
            <a:pPr lvl="0"/>
            <a:r>
              <a:rPr lang="de-AT" dirty="0"/>
              <a:t>www.tuwien.at</a:t>
            </a:r>
          </a:p>
        </p:txBody>
      </p:sp>
    </p:spTree>
    <p:extLst>
      <p:ext uri="{BB962C8B-B14F-4D97-AF65-F5344CB8AC3E}">
        <p14:creationId xmlns:p14="http://schemas.microsoft.com/office/powerpoint/2010/main" val="340040189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 Abschnittsüb. mit Sub-Logo">
    <p:spTree>
      <p:nvGrpSpPr>
        <p:cNvPr id="1" name=""/>
        <p:cNvGrpSpPr/>
        <p:nvPr/>
      </p:nvGrpSpPr>
      <p:grpSpPr>
        <a:xfrm>
          <a:off x="0" y="0"/>
          <a:ext cx="0" cy="0"/>
          <a:chOff x="0" y="0"/>
          <a:chExt cx="0" cy="0"/>
        </a:xfrm>
      </p:grpSpPr>
      <p:sp>
        <p:nvSpPr>
          <p:cNvPr id="12" name="Inhaltsplatzhalter 50">
            <a:extLst>
              <a:ext uri="{FF2B5EF4-FFF2-40B4-BE49-F238E27FC236}">
                <a16:creationId xmlns:a16="http://schemas.microsoft.com/office/drawing/2014/main" id="{9543D4FD-C269-424C-BFF1-0CC3376683D9}"/>
              </a:ext>
              <a:ext uri="{C183D7F6-B498-43B3-948B-1728B52AA6E4}">
                <adec:decorative xmlns:adec="http://schemas.microsoft.com/office/drawing/2017/decorative" val="1"/>
              </a:ext>
            </a:extLst>
          </p:cNvPr>
          <p:cNvSpPr>
            <a:spLocks noGrp="1"/>
          </p:cNvSpPr>
          <p:nvPr>
            <p:ph sz="quarter" idx="17" hasCustomPrompt="1"/>
            <p:custDataLst>
              <p:tags r:id="rId1"/>
            </p:custDataLst>
          </p:nvPr>
        </p:nvSpPr>
        <p:spPr>
          <a:xfrm>
            <a:off x="464055" y="468437"/>
            <a:ext cx="2424112" cy="738000"/>
          </a:xfrm>
        </p:spPr>
        <p:txBody>
          <a:bodyPr/>
          <a:lstStyle>
            <a:lvl1pPr>
              <a:buNone/>
              <a:defRPr/>
            </a:lvl1pPr>
            <a:lvl2pPr>
              <a:buNone/>
              <a:defRPr/>
            </a:lvl2pPr>
            <a:lvl3pPr>
              <a:buNone/>
              <a:defRPr/>
            </a:lvl3pPr>
            <a:lvl4pPr>
              <a:buNone/>
              <a:defRPr/>
            </a:lvl4pPr>
            <a:lvl5pPr>
              <a:buNone/>
              <a:defRPr/>
            </a:lvl5pPr>
          </a:lstStyle>
          <a:p>
            <a:pPr lvl="0"/>
            <a:r>
              <a:rPr lang="de-AT" dirty="0"/>
              <a:t>Sublogo</a:t>
            </a:r>
          </a:p>
        </p:txBody>
      </p:sp>
      <p:sp>
        <p:nvSpPr>
          <p:cNvPr id="45" name="Titel 44">
            <a:extLst>
              <a:ext uri="{FF2B5EF4-FFF2-40B4-BE49-F238E27FC236}">
                <a16:creationId xmlns:a16="http://schemas.microsoft.com/office/drawing/2014/main" id="{3516091C-A315-4CB3-88CE-6B9EB554E55A}"/>
              </a:ext>
            </a:extLst>
          </p:cNvPr>
          <p:cNvSpPr>
            <a:spLocks noGrp="1"/>
          </p:cNvSpPr>
          <p:nvPr>
            <p:ph type="title"/>
            <p:custDataLst>
              <p:tags r:id="rId2"/>
            </p:custDataLst>
          </p:nvPr>
        </p:nvSpPr>
        <p:spPr>
          <a:xfrm>
            <a:off x="1307069" y="1549399"/>
            <a:ext cx="9288463" cy="828675"/>
          </a:xfrm>
        </p:spPr>
        <p:txBody>
          <a:bodyPr/>
          <a:lstStyle/>
          <a:p>
            <a:r>
              <a:rPr lang="en-US"/>
              <a:t>Click to edit Master title style</a:t>
            </a:r>
            <a:endParaRPr lang="de-AT" dirty="0"/>
          </a:p>
        </p:txBody>
      </p:sp>
      <p:sp>
        <p:nvSpPr>
          <p:cNvPr id="3" name="Textplatzhalter 2">
            <a:extLst>
              <a:ext uri="{FF2B5EF4-FFF2-40B4-BE49-F238E27FC236}">
                <a16:creationId xmlns:a16="http://schemas.microsoft.com/office/drawing/2014/main" id="{F233E7E8-1933-4C21-BF6B-D51AF4E4672E}"/>
              </a:ext>
            </a:extLst>
          </p:cNvPr>
          <p:cNvSpPr>
            <a:spLocks noGrp="1"/>
          </p:cNvSpPr>
          <p:nvPr>
            <p:ph type="body" idx="1"/>
            <p:custDataLst>
              <p:tags r:id="rId3"/>
            </p:custDataLst>
          </p:nvPr>
        </p:nvSpPr>
        <p:spPr>
          <a:xfrm>
            <a:off x="1308100" y="2628900"/>
            <a:ext cx="9288463"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2" name="Fußzeilenplatzhalter 1">
            <a:extLst>
              <a:ext uri="{FF2B5EF4-FFF2-40B4-BE49-F238E27FC236}">
                <a16:creationId xmlns:a16="http://schemas.microsoft.com/office/drawing/2014/main" id="{0A8FA552-E20A-45D6-9466-06CF509E5F5C}"/>
              </a:ext>
            </a:extLst>
          </p:cNvPr>
          <p:cNvSpPr>
            <a:spLocks noGrp="1"/>
          </p:cNvSpPr>
          <p:nvPr>
            <p:ph type="ftr" sz="quarter" idx="18"/>
          </p:nvPr>
        </p:nvSpPr>
        <p:spPr/>
        <p:txBody>
          <a:bodyPr/>
          <a:lstStyle/>
          <a:p>
            <a:r>
              <a:rPr lang="de-AT"/>
              <a:t>Musterpräsentation | September 2021</a:t>
            </a:r>
            <a:endParaRPr lang="de-AT" dirty="0"/>
          </a:p>
        </p:txBody>
      </p:sp>
      <p:sp>
        <p:nvSpPr>
          <p:cNvPr id="4" name="Foliennummernplatzhalter 3">
            <a:extLst>
              <a:ext uri="{FF2B5EF4-FFF2-40B4-BE49-F238E27FC236}">
                <a16:creationId xmlns:a16="http://schemas.microsoft.com/office/drawing/2014/main" id="{AA824437-7701-4594-9DE8-06D5133A3A97}"/>
              </a:ext>
            </a:extLst>
          </p:cNvPr>
          <p:cNvSpPr>
            <a:spLocks noGrp="1"/>
          </p:cNvSpPr>
          <p:nvPr>
            <p:ph type="sldNum" sz="quarter" idx="19"/>
          </p:nvPr>
        </p:nvSpPr>
        <p:spPr/>
        <p:txBody>
          <a:bodyPr/>
          <a:lstStyle/>
          <a:p>
            <a:fld id="{418F7AD7-DC47-44A0-A9D7-F1C17BFD6F09}" type="slidenum">
              <a:rPr lang="de-AT" smtClean="0"/>
              <a:pPr/>
              <a:t>‹#›</a:t>
            </a:fld>
            <a:endParaRPr lang="de-AT" dirty="0"/>
          </a:p>
        </p:txBody>
      </p:sp>
    </p:spTree>
    <p:extLst>
      <p:ext uri="{BB962C8B-B14F-4D97-AF65-F5344CB8AC3E}">
        <p14:creationId xmlns:p14="http://schemas.microsoft.com/office/powerpoint/2010/main" val="3339159794"/>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Logo klein - Titel und Inhalt">
    <p:spTree>
      <p:nvGrpSpPr>
        <p:cNvPr id="1" name=""/>
        <p:cNvGrpSpPr/>
        <p:nvPr/>
      </p:nvGrpSpPr>
      <p:grpSpPr>
        <a:xfrm>
          <a:off x="0" y="0"/>
          <a:ext cx="0" cy="0"/>
          <a:chOff x="0" y="0"/>
          <a:chExt cx="0" cy="0"/>
        </a:xfrm>
      </p:grpSpPr>
      <p:pic>
        <p:nvPicPr>
          <p:cNvPr id="7" name="Grafik 6">
            <a:extLst>
              <a:ext uri="{FF2B5EF4-FFF2-40B4-BE49-F238E27FC236}">
                <a16:creationId xmlns:a16="http://schemas.microsoft.com/office/drawing/2014/main" id="{7CC3861D-6A0E-4D97-BCA6-9F478718F38A}"/>
              </a:ext>
            </a:extLst>
          </p:cNvPr>
          <p:cNvPicPr>
            <a:picLocks noChangeAspect="1"/>
          </p:cNvPicPr>
          <p:nvPr userDrawn="1">
            <p:custDataLst>
              <p:tags r:id="rId1"/>
            </p:custDataLst>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461963" y="468438"/>
            <a:ext cx="488826" cy="488826"/>
          </a:xfrm>
          <a:prstGeom prst="rect">
            <a:avLst/>
          </a:prstGeom>
        </p:spPr>
      </p:pic>
      <p:sp>
        <p:nvSpPr>
          <p:cNvPr id="4" name="Titel 3">
            <a:extLst>
              <a:ext uri="{FF2B5EF4-FFF2-40B4-BE49-F238E27FC236}">
                <a16:creationId xmlns:a16="http://schemas.microsoft.com/office/drawing/2014/main" id="{26FE97BF-50D8-4DF7-BDB0-2CE0DB6CB7F9}"/>
              </a:ext>
            </a:extLst>
          </p:cNvPr>
          <p:cNvSpPr>
            <a:spLocks noGrp="1"/>
          </p:cNvSpPr>
          <p:nvPr>
            <p:ph type="title"/>
            <p:custDataLst>
              <p:tags r:id="rId2"/>
            </p:custDataLst>
          </p:nvPr>
        </p:nvSpPr>
        <p:spPr>
          <a:xfrm>
            <a:off x="1307065" y="468438"/>
            <a:ext cx="9289498" cy="828675"/>
          </a:xfrm>
        </p:spPr>
        <p:txBody>
          <a:bodyPr anchor="t"/>
          <a:lstStyle>
            <a:lvl1pPr>
              <a:lnSpc>
                <a:spcPct val="90000"/>
              </a:lnSpc>
              <a:defRPr sz="2800"/>
            </a:lvl1pPr>
          </a:lstStyle>
          <a:p>
            <a:r>
              <a:rPr lang="en-US"/>
              <a:t>Click to edit Master title style</a:t>
            </a:r>
            <a:endParaRPr lang="de-AT" dirty="0"/>
          </a:p>
        </p:txBody>
      </p:sp>
      <p:sp>
        <p:nvSpPr>
          <p:cNvPr id="3" name="Inhaltsplatzhalter 2">
            <a:extLst>
              <a:ext uri="{FF2B5EF4-FFF2-40B4-BE49-F238E27FC236}">
                <a16:creationId xmlns:a16="http://schemas.microsoft.com/office/drawing/2014/main" id="{229AD4FC-B392-43C1-88AF-11A99A7BAEB9}"/>
              </a:ext>
            </a:extLst>
          </p:cNvPr>
          <p:cNvSpPr>
            <a:spLocks noGrp="1"/>
          </p:cNvSpPr>
          <p:nvPr>
            <p:ph idx="1" hasCustomPrompt="1"/>
            <p:custDataLst>
              <p:tags r:id="rId3"/>
            </p:custDataLst>
          </p:nvPr>
        </p:nvSpPr>
        <p:spPr>
          <a:xfrm>
            <a:off x="1308100" y="1549400"/>
            <a:ext cx="9288463" cy="4175125"/>
          </a:xfrm>
        </p:spPr>
        <p:txBody>
          <a:bodyPr/>
          <a:lstStyle>
            <a:lvl1pPr>
              <a:buClr>
                <a:schemeClr val="accent1"/>
              </a:buClr>
              <a:defRPr/>
            </a:lvl1pPr>
            <a:lvl2pPr>
              <a:buClr>
                <a:schemeClr val="accent1"/>
              </a:buClr>
              <a:defRPr/>
            </a:lvl2pPr>
            <a:lvl3pPr>
              <a:buClr>
                <a:schemeClr val="accent1"/>
              </a:buClr>
              <a:defRPr/>
            </a:lvl3pPr>
            <a:lvl4pPr>
              <a:buClr>
                <a:schemeClr val="accent1"/>
              </a:buClr>
              <a:defRPr/>
            </a:lvl4pPr>
            <a:lvl5pPr>
              <a:buClr>
                <a:schemeClr val="accent1"/>
              </a:buClr>
              <a:defRPr/>
            </a:lvl5pPr>
          </a:lstStyle>
          <a:p>
            <a:pPr lvl="0"/>
            <a:r>
              <a:rPr lang="de-AT" dirty="0"/>
              <a:t>Formatvorlagen des Textmasters bearbeiten</a:t>
            </a:r>
          </a:p>
          <a:p>
            <a:pPr lvl="1"/>
            <a:r>
              <a:rPr lang="de-AT" dirty="0"/>
              <a:t>Zweite Ebene</a:t>
            </a:r>
          </a:p>
          <a:p>
            <a:pPr lvl="2"/>
            <a:r>
              <a:rPr lang="de-AT" dirty="0"/>
              <a:t>Dritte Ebene</a:t>
            </a:r>
          </a:p>
          <a:p>
            <a:pPr lvl="3"/>
            <a:r>
              <a:rPr lang="de-AT" dirty="0"/>
              <a:t>Vierte Ebene</a:t>
            </a:r>
          </a:p>
          <a:p>
            <a:pPr lvl="4"/>
            <a:r>
              <a:rPr lang="de-AT" dirty="0"/>
              <a:t>Fünfte Ebene</a:t>
            </a:r>
          </a:p>
        </p:txBody>
      </p:sp>
      <p:sp>
        <p:nvSpPr>
          <p:cNvPr id="14" name="Textplatzhalter 6">
            <a:extLst>
              <a:ext uri="{FF2B5EF4-FFF2-40B4-BE49-F238E27FC236}">
                <a16:creationId xmlns:a16="http://schemas.microsoft.com/office/drawing/2014/main" id="{DCF8E267-CD9A-43BB-A12F-82C2525191D3}"/>
              </a:ext>
            </a:extLst>
          </p:cNvPr>
          <p:cNvSpPr>
            <a:spLocks noGrp="1"/>
          </p:cNvSpPr>
          <p:nvPr>
            <p:ph type="body" sz="quarter" idx="16" hasCustomPrompt="1"/>
            <p:custDataLst>
              <p:tags r:id="rId4"/>
            </p:custDataLst>
          </p:nvPr>
        </p:nvSpPr>
        <p:spPr>
          <a:xfrm>
            <a:off x="1308100" y="5795962"/>
            <a:ext cx="9288463" cy="100013"/>
          </a:xfrm>
        </p:spPr>
        <p:txBody>
          <a:bodyPr anchor="b"/>
          <a:lstStyle>
            <a:lvl1pPr marL="0" indent="0">
              <a:buNone/>
              <a:defRPr sz="800" cap="all" baseline="0"/>
            </a:lvl1pPr>
          </a:lstStyle>
          <a:p>
            <a:pPr marL="0" marR="0" lvl="0" indent="0" algn="l" defTabSz="914400" rtl="0" eaLnBrk="1" fontAlgn="auto" latinLnBrk="0" hangingPunct="1">
              <a:lnSpc>
                <a:spcPct val="90000"/>
              </a:lnSpc>
              <a:spcBef>
                <a:spcPts val="600"/>
              </a:spcBef>
              <a:spcAft>
                <a:spcPts val="0"/>
              </a:spcAft>
              <a:buClr>
                <a:schemeClr val="tx2"/>
              </a:buClr>
              <a:buSzPct val="90000"/>
              <a:buFont typeface="Arial" panose="020B0604020202020204" pitchFamily="34" charset="0"/>
              <a:buNone/>
              <a:tabLst/>
              <a:defRPr/>
            </a:pPr>
            <a:r>
              <a:rPr lang="de-AT" dirty="0"/>
              <a:t>© Copyright-Info, Quelle, …</a:t>
            </a:r>
          </a:p>
        </p:txBody>
      </p:sp>
      <p:sp>
        <p:nvSpPr>
          <p:cNvPr id="5" name="Fußzeilenplatzhalter 4">
            <a:extLst>
              <a:ext uri="{FF2B5EF4-FFF2-40B4-BE49-F238E27FC236}">
                <a16:creationId xmlns:a16="http://schemas.microsoft.com/office/drawing/2014/main" id="{2A647B48-DCA4-45E1-9B45-2653E61736CE}"/>
              </a:ext>
            </a:extLst>
          </p:cNvPr>
          <p:cNvSpPr>
            <a:spLocks noGrp="1"/>
          </p:cNvSpPr>
          <p:nvPr>
            <p:ph type="ftr" sz="quarter" idx="14"/>
          </p:nvPr>
        </p:nvSpPr>
        <p:spPr/>
        <p:txBody>
          <a:bodyPr/>
          <a:lstStyle/>
          <a:p>
            <a:r>
              <a:rPr lang="de-AT"/>
              <a:t>Musterpräsentation | September 2021</a:t>
            </a:r>
            <a:endParaRPr lang="de-AT" dirty="0"/>
          </a:p>
        </p:txBody>
      </p:sp>
      <p:sp>
        <p:nvSpPr>
          <p:cNvPr id="6" name="Foliennummernplatzhalter 5">
            <a:extLst>
              <a:ext uri="{FF2B5EF4-FFF2-40B4-BE49-F238E27FC236}">
                <a16:creationId xmlns:a16="http://schemas.microsoft.com/office/drawing/2014/main" id="{42E5224C-410D-4B9F-BF59-7C006D98BAB0}"/>
              </a:ext>
            </a:extLst>
          </p:cNvPr>
          <p:cNvSpPr>
            <a:spLocks noGrp="1"/>
          </p:cNvSpPr>
          <p:nvPr>
            <p:ph type="sldNum" sz="quarter" idx="15"/>
          </p:nvPr>
        </p:nvSpPr>
        <p:spPr/>
        <p:txBody>
          <a:bodyPr/>
          <a:lstStyle/>
          <a:p>
            <a:fld id="{418F7AD7-DC47-44A0-A9D7-F1C17BFD6F09}" type="slidenum">
              <a:rPr lang="de-AT" smtClean="0"/>
              <a:pPr/>
              <a:t>‹#›</a:t>
            </a:fld>
            <a:endParaRPr lang="de-AT" dirty="0"/>
          </a:p>
        </p:txBody>
      </p:sp>
    </p:spTree>
    <p:extLst>
      <p:ext uri="{BB962C8B-B14F-4D97-AF65-F5344CB8AC3E}">
        <p14:creationId xmlns:p14="http://schemas.microsoft.com/office/powerpoint/2010/main" val="103813265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Logo klein - Fließtext 2-spalting">
    <p:spTree>
      <p:nvGrpSpPr>
        <p:cNvPr id="1" name=""/>
        <p:cNvGrpSpPr/>
        <p:nvPr/>
      </p:nvGrpSpPr>
      <p:grpSpPr>
        <a:xfrm>
          <a:off x="0" y="0"/>
          <a:ext cx="0" cy="0"/>
          <a:chOff x="0" y="0"/>
          <a:chExt cx="0" cy="0"/>
        </a:xfrm>
      </p:grpSpPr>
      <p:pic>
        <p:nvPicPr>
          <p:cNvPr id="13" name="Grafik 12">
            <a:extLst>
              <a:ext uri="{FF2B5EF4-FFF2-40B4-BE49-F238E27FC236}">
                <a16:creationId xmlns:a16="http://schemas.microsoft.com/office/drawing/2014/main" id="{31A36E86-3263-4D48-BFCA-E26CD9DAB5A7}"/>
              </a:ext>
            </a:extLst>
          </p:cNvPr>
          <p:cNvPicPr>
            <a:picLocks noChangeAspect="1"/>
          </p:cNvPicPr>
          <p:nvPr userDrawn="1">
            <p:custDataLst>
              <p:tags r:id="rId1"/>
            </p:custDataLst>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461963" y="468438"/>
            <a:ext cx="488826" cy="488826"/>
          </a:xfrm>
          <a:prstGeom prst="rect">
            <a:avLst/>
          </a:prstGeom>
        </p:spPr>
      </p:pic>
      <p:sp>
        <p:nvSpPr>
          <p:cNvPr id="2" name="Titel 1">
            <a:extLst>
              <a:ext uri="{FF2B5EF4-FFF2-40B4-BE49-F238E27FC236}">
                <a16:creationId xmlns:a16="http://schemas.microsoft.com/office/drawing/2014/main" id="{D1800308-609F-43F8-A26B-1C8A6934DB39}"/>
              </a:ext>
            </a:extLst>
          </p:cNvPr>
          <p:cNvSpPr>
            <a:spLocks noGrp="1"/>
          </p:cNvSpPr>
          <p:nvPr>
            <p:ph type="title"/>
            <p:custDataLst>
              <p:tags r:id="rId2"/>
            </p:custDataLst>
          </p:nvPr>
        </p:nvSpPr>
        <p:spPr>
          <a:xfrm>
            <a:off x="1307065" y="468438"/>
            <a:ext cx="9289498" cy="828675"/>
          </a:xfrm>
        </p:spPr>
        <p:txBody>
          <a:bodyPr anchor="t"/>
          <a:lstStyle>
            <a:lvl1pPr>
              <a:defRPr sz="2800"/>
            </a:lvl1pPr>
          </a:lstStyle>
          <a:p>
            <a:r>
              <a:rPr lang="en-US"/>
              <a:t>Click to edit Master title style</a:t>
            </a:r>
            <a:endParaRPr lang="de-AT" dirty="0"/>
          </a:p>
        </p:txBody>
      </p:sp>
      <p:sp>
        <p:nvSpPr>
          <p:cNvPr id="3" name="Inhaltsplatzhalter 2">
            <a:extLst>
              <a:ext uri="{FF2B5EF4-FFF2-40B4-BE49-F238E27FC236}">
                <a16:creationId xmlns:a16="http://schemas.microsoft.com/office/drawing/2014/main" id="{229AD4FC-B392-43C1-88AF-11A99A7BAEB9}"/>
              </a:ext>
            </a:extLst>
          </p:cNvPr>
          <p:cNvSpPr>
            <a:spLocks noGrp="1"/>
          </p:cNvSpPr>
          <p:nvPr>
            <p:ph idx="1" hasCustomPrompt="1"/>
            <p:custDataLst>
              <p:tags r:id="rId3"/>
            </p:custDataLst>
          </p:nvPr>
        </p:nvSpPr>
        <p:spPr>
          <a:xfrm>
            <a:off x="1308100" y="1549400"/>
            <a:ext cx="9288463" cy="4175125"/>
          </a:xfrm>
        </p:spPr>
        <p:txBody>
          <a:bodyPr numCol="2" spcCol="540000"/>
          <a:lstStyle>
            <a:lvl1pPr>
              <a:buClr>
                <a:schemeClr val="accent1"/>
              </a:buClr>
              <a:defRPr/>
            </a:lvl1pPr>
            <a:lvl2pPr>
              <a:buClr>
                <a:schemeClr val="accent1"/>
              </a:buClr>
              <a:defRPr/>
            </a:lvl2pPr>
            <a:lvl3pPr>
              <a:buClr>
                <a:schemeClr val="accent1"/>
              </a:buClr>
              <a:defRPr/>
            </a:lvl3pPr>
            <a:lvl4pPr>
              <a:buClr>
                <a:schemeClr val="accent1"/>
              </a:buClr>
              <a:defRPr/>
            </a:lvl4pPr>
            <a:lvl5pPr>
              <a:buClr>
                <a:schemeClr val="accent1"/>
              </a:buClr>
              <a:defRPr/>
            </a:lvl5pPr>
          </a:lstStyle>
          <a:p>
            <a:pPr lvl="0"/>
            <a:r>
              <a:rPr lang="de-AT" dirty="0"/>
              <a:t>Formatvorlagen des Textmasters bearbeiten</a:t>
            </a:r>
          </a:p>
          <a:p>
            <a:pPr lvl="1"/>
            <a:r>
              <a:rPr lang="de-AT" dirty="0"/>
              <a:t>Zweite Ebene</a:t>
            </a:r>
          </a:p>
          <a:p>
            <a:pPr lvl="2"/>
            <a:r>
              <a:rPr lang="de-AT" dirty="0"/>
              <a:t>Dritte Ebene</a:t>
            </a:r>
          </a:p>
          <a:p>
            <a:pPr lvl="3"/>
            <a:r>
              <a:rPr lang="de-AT" dirty="0"/>
              <a:t>Vierte Ebene</a:t>
            </a:r>
          </a:p>
          <a:p>
            <a:pPr lvl="4"/>
            <a:r>
              <a:rPr lang="de-AT" dirty="0"/>
              <a:t>Fünfte Ebene</a:t>
            </a:r>
          </a:p>
        </p:txBody>
      </p:sp>
      <p:sp>
        <p:nvSpPr>
          <p:cNvPr id="14" name="Textplatzhalter 6">
            <a:extLst>
              <a:ext uri="{FF2B5EF4-FFF2-40B4-BE49-F238E27FC236}">
                <a16:creationId xmlns:a16="http://schemas.microsoft.com/office/drawing/2014/main" id="{A40535DB-D4B5-42FC-8954-8DE1710FC3AB}"/>
              </a:ext>
            </a:extLst>
          </p:cNvPr>
          <p:cNvSpPr>
            <a:spLocks noGrp="1"/>
          </p:cNvSpPr>
          <p:nvPr>
            <p:ph type="body" sz="quarter" idx="16" hasCustomPrompt="1"/>
            <p:custDataLst>
              <p:tags r:id="rId4"/>
            </p:custDataLst>
          </p:nvPr>
        </p:nvSpPr>
        <p:spPr>
          <a:xfrm>
            <a:off x="1308100" y="5795962"/>
            <a:ext cx="9288463" cy="100013"/>
          </a:xfrm>
        </p:spPr>
        <p:txBody>
          <a:bodyPr anchor="b"/>
          <a:lstStyle>
            <a:lvl1pPr marL="0" indent="0">
              <a:buNone/>
              <a:defRPr sz="800" cap="all" baseline="0"/>
            </a:lvl1pPr>
          </a:lstStyle>
          <a:p>
            <a:pPr marL="0" marR="0" lvl="0" indent="0" algn="l" defTabSz="914400" rtl="0" eaLnBrk="1" fontAlgn="auto" latinLnBrk="0" hangingPunct="1">
              <a:lnSpc>
                <a:spcPct val="90000"/>
              </a:lnSpc>
              <a:spcBef>
                <a:spcPts val="600"/>
              </a:spcBef>
              <a:spcAft>
                <a:spcPts val="0"/>
              </a:spcAft>
              <a:buClr>
                <a:schemeClr val="tx2"/>
              </a:buClr>
              <a:buSzPct val="90000"/>
              <a:buFont typeface="Arial" panose="020B0604020202020204" pitchFamily="34" charset="0"/>
              <a:buNone/>
              <a:tabLst/>
              <a:defRPr/>
            </a:pPr>
            <a:r>
              <a:rPr lang="de-AT" dirty="0"/>
              <a:t>© Copyright-Info, Quelle, …</a:t>
            </a:r>
          </a:p>
        </p:txBody>
      </p:sp>
      <p:sp>
        <p:nvSpPr>
          <p:cNvPr id="5" name="Fußzeilenplatzhalter 4">
            <a:extLst>
              <a:ext uri="{FF2B5EF4-FFF2-40B4-BE49-F238E27FC236}">
                <a16:creationId xmlns:a16="http://schemas.microsoft.com/office/drawing/2014/main" id="{D22D9E9D-7157-4CE0-BAAB-69ABA24A65CD}"/>
              </a:ext>
            </a:extLst>
          </p:cNvPr>
          <p:cNvSpPr>
            <a:spLocks noGrp="1"/>
          </p:cNvSpPr>
          <p:nvPr>
            <p:ph type="ftr" sz="quarter" idx="14"/>
          </p:nvPr>
        </p:nvSpPr>
        <p:spPr/>
        <p:txBody>
          <a:bodyPr/>
          <a:lstStyle/>
          <a:p>
            <a:r>
              <a:rPr lang="de-AT"/>
              <a:t>Musterpräsentation | September 2021</a:t>
            </a:r>
            <a:endParaRPr lang="de-AT" dirty="0"/>
          </a:p>
        </p:txBody>
      </p:sp>
      <p:sp>
        <p:nvSpPr>
          <p:cNvPr id="6" name="Foliennummernplatzhalter 5">
            <a:extLst>
              <a:ext uri="{FF2B5EF4-FFF2-40B4-BE49-F238E27FC236}">
                <a16:creationId xmlns:a16="http://schemas.microsoft.com/office/drawing/2014/main" id="{B8198BD7-791A-4FCA-B55B-36A5C4823CCE}"/>
              </a:ext>
            </a:extLst>
          </p:cNvPr>
          <p:cNvSpPr>
            <a:spLocks noGrp="1"/>
          </p:cNvSpPr>
          <p:nvPr>
            <p:ph type="sldNum" sz="quarter" idx="15"/>
          </p:nvPr>
        </p:nvSpPr>
        <p:spPr/>
        <p:txBody>
          <a:bodyPr/>
          <a:lstStyle/>
          <a:p>
            <a:fld id="{418F7AD7-DC47-44A0-A9D7-F1C17BFD6F09}" type="slidenum">
              <a:rPr lang="de-AT" smtClean="0"/>
              <a:pPr/>
              <a:t>‹#›</a:t>
            </a:fld>
            <a:endParaRPr lang="de-AT" dirty="0"/>
          </a:p>
        </p:txBody>
      </p:sp>
    </p:spTree>
    <p:extLst>
      <p:ext uri="{BB962C8B-B14F-4D97-AF65-F5344CB8AC3E}">
        <p14:creationId xmlns:p14="http://schemas.microsoft.com/office/powerpoint/2010/main" val="3308214892"/>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Logo klein - Agenda">
    <p:spTree>
      <p:nvGrpSpPr>
        <p:cNvPr id="1" name=""/>
        <p:cNvGrpSpPr/>
        <p:nvPr/>
      </p:nvGrpSpPr>
      <p:grpSpPr>
        <a:xfrm>
          <a:off x="0" y="0"/>
          <a:ext cx="0" cy="0"/>
          <a:chOff x="0" y="0"/>
          <a:chExt cx="0" cy="0"/>
        </a:xfrm>
      </p:grpSpPr>
      <p:pic>
        <p:nvPicPr>
          <p:cNvPr id="15" name="Grafik 14">
            <a:extLst>
              <a:ext uri="{FF2B5EF4-FFF2-40B4-BE49-F238E27FC236}">
                <a16:creationId xmlns:a16="http://schemas.microsoft.com/office/drawing/2014/main" id="{ED6CEAC0-C944-4C35-85FE-DD880493D9E4}"/>
              </a:ext>
            </a:extLst>
          </p:cNvPr>
          <p:cNvPicPr>
            <a:picLocks noChangeAspect="1"/>
          </p:cNvPicPr>
          <p:nvPr userDrawn="1">
            <p:custDataLst>
              <p:tags r:id="rId1"/>
            </p:custDataLst>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461963" y="468438"/>
            <a:ext cx="488826" cy="488826"/>
          </a:xfrm>
          <a:prstGeom prst="rect">
            <a:avLst/>
          </a:prstGeom>
        </p:spPr>
      </p:pic>
      <p:sp>
        <p:nvSpPr>
          <p:cNvPr id="2" name="Titel 1">
            <a:extLst>
              <a:ext uri="{FF2B5EF4-FFF2-40B4-BE49-F238E27FC236}">
                <a16:creationId xmlns:a16="http://schemas.microsoft.com/office/drawing/2014/main" id="{CB637127-39B7-41CD-ADEB-36B572791C6D}"/>
              </a:ext>
            </a:extLst>
          </p:cNvPr>
          <p:cNvSpPr>
            <a:spLocks noGrp="1"/>
          </p:cNvSpPr>
          <p:nvPr>
            <p:ph type="title"/>
            <p:custDataLst>
              <p:tags r:id="rId2"/>
            </p:custDataLst>
          </p:nvPr>
        </p:nvSpPr>
        <p:spPr>
          <a:xfrm>
            <a:off x="1308100" y="468438"/>
            <a:ext cx="9577388" cy="828675"/>
          </a:xfrm>
        </p:spPr>
        <p:txBody>
          <a:bodyPr anchor="t"/>
          <a:lstStyle>
            <a:lvl1pPr>
              <a:defRPr sz="2800"/>
            </a:lvl1pPr>
          </a:lstStyle>
          <a:p>
            <a:r>
              <a:rPr lang="en-US"/>
              <a:t>Click to edit Master title style</a:t>
            </a:r>
            <a:endParaRPr lang="de-AT" dirty="0"/>
          </a:p>
        </p:txBody>
      </p:sp>
      <p:sp>
        <p:nvSpPr>
          <p:cNvPr id="8" name="Textplatzhalter 5">
            <a:extLst>
              <a:ext uri="{FF2B5EF4-FFF2-40B4-BE49-F238E27FC236}">
                <a16:creationId xmlns:a16="http://schemas.microsoft.com/office/drawing/2014/main" id="{F29669C5-6473-4DB6-A3D0-5DBCA391D293}"/>
              </a:ext>
            </a:extLst>
          </p:cNvPr>
          <p:cNvSpPr>
            <a:spLocks noGrp="1"/>
          </p:cNvSpPr>
          <p:nvPr>
            <p:ph type="body" sz="quarter" idx="12" hasCustomPrompt="1"/>
            <p:custDataLst>
              <p:tags r:id="rId3"/>
            </p:custDataLst>
          </p:nvPr>
        </p:nvSpPr>
        <p:spPr>
          <a:xfrm>
            <a:off x="1308101" y="1549400"/>
            <a:ext cx="4464050" cy="4175125"/>
          </a:xfrm>
        </p:spPr>
        <p:txBody>
          <a:bodyPr/>
          <a:lstStyle>
            <a:lvl1pPr marL="0" indent="0">
              <a:buClr>
                <a:schemeClr val="accent1"/>
              </a:buClr>
              <a:buNone/>
              <a:defRPr b="1">
                <a:solidFill>
                  <a:schemeClr val="accent1"/>
                </a:solidFill>
              </a:defRPr>
            </a:lvl1pPr>
            <a:lvl2pPr marL="0" indent="0">
              <a:buClr>
                <a:schemeClr val="accent1"/>
              </a:buClr>
              <a:buNone/>
              <a:defRPr b="1"/>
            </a:lvl2pPr>
            <a:lvl3pPr marL="273050" indent="-273050">
              <a:buClr>
                <a:schemeClr val="accent1"/>
              </a:buClr>
              <a:defRPr/>
            </a:lvl3pPr>
            <a:lvl4pPr marL="536575" indent="-268288">
              <a:buClr>
                <a:schemeClr val="accent1"/>
              </a:buClr>
              <a:defRPr/>
            </a:lvl4pPr>
            <a:lvl5pPr marL="809625" indent="-268288">
              <a:buClr>
                <a:schemeClr val="accent1"/>
              </a:buClr>
              <a:defRPr/>
            </a:lvl5pPr>
          </a:lstStyle>
          <a:p>
            <a:pPr lvl="0"/>
            <a:r>
              <a:rPr lang="de-AT" dirty="0"/>
              <a:t>Formatvorlagen des Textmasters bearbeiten</a:t>
            </a:r>
          </a:p>
          <a:p>
            <a:pPr lvl="1"/>
            <a:r>
              <a:rPr lang="de-AT" dirty="0"/>
              <a:t>Zweite Ebene</a:t>
            </a:r>
          </a:p>
          <a:p>
            <a:pPr lvl="2"/>
            <a:r>
              <a:rPr lang="de-AT" dirty="0"/>
              <a:t>Dritte Ebene</a:t>
            </a:r>
          </a:p>
          <a:p>
            <a:pPr lvl="3"/>
            <a:r>
              <a:rPr lang="de-AT" dirty="0"/>
              <a:t>Vierte Ebene</a:t>
            </a:r>
          </a:p>
          <a:p>
            <a:pPr lvl="4"/>
            <a:r>
              <a:rPr lang="de-AT" dirty="0"/>
              <a:t>Fünfte Ebene</a:t>
            </a:r>
          </a:p>
        </p:txBody>
      </p:sp>
      <p:sp>
        <p:nvSpPr>
          <p:cNvPr id="16" name="Textplatzhalter 6">
            <a:extLst>
              <a:ext uri="{FF2B5EF4-FFF2-40B4-BE49-F238E27FC236}">
                <a16:creationId xmlns:a16="http://schemas.microsoft.com/office/drawing/2014/main" id="{CA906227-8E2A-4CC2-9512-40B18BC7BB01}"/>
              </a:ext>
            </a:extLst>
          </p:cNvPr>
          <p:cNvSpPr>
            <a:spLocks noGrp="1"/>
          </p:cNvSpPr>
          <p:nvPr>
            <p:ph type="body" sz="quarter" idx="20" hasCustomPrompt="1"/>
            <p:custDataLst>
              <p:tags r:id="rId4"/>
            </p:custDataLst>
          </p:nvPr>
        </p:nvSpPr>
        <p:spPr>
          <a:xfrm>
            <a:off x="1308099" y="5795962"/>
            <a:ext cx="4464000" cy="100013"/>
          </a:xfrm>
        </p:spPr>
        <p:txBody>
          <a:bodyPr anchor="b"/>
          <a:lstStyle>
            <a:lvl1pPr marL="0" indent="0">
              <a:buNone/>
              <a:defRPr sz="800" cap="all" baseline="0"/>
            </a:lvl1pPr>
          </a:lstStyle>
          <a:p>
            <a:pPr marL="0" marR="0" lvl="0" indent="0" algn="l" defTabSz="914400" rtl="0" eaLnBrk="1" fontAlgn="auto" latinLnBrk="0" hangingPunct="1">
              <a:lnSpc>
                <a:spcPct val="90000"/>
              </a:lnSpc>
              <a:spcBef>
                <a:spcPts val="600"/>
              </a:spcBef>
              <a:spcAft>
                <a:spcPts val="0"/>
              </a:spcAft>
              <a:buClr>
                <a:schemeClr val="tx2"/>
              </a:buClr>
              <a:buSzPct val="90000"/>
              <a:buFont typeface="Arial" panose="020B0604020202020204" pitchFamily="34" charset="0"/>
              <a:buNone/>
              <a:tabLst/>
              <a:defRPr/>
            </a:pPr>
            <a:r>
              <a:rPr lang="de-AT" dirty="0"/>
              <a:t>© Copyright-Info, Quelle, …</a:t>
            </a:r>
          </a:p>
        </p:txBody>
      </p:sp>
      <p:sp>
        <p:nvSpPr>
          <p:cNvPr id="10" name="Textplatzhalter 5">
            <a:extLst>
              <a:ext uri="{FF2B5EF4-FFF2-40B4-BE49-F238E27FC236}">
                <a16:creationId xmlns:a16="http://schemas.microsoft.com/office/drawing/2014/main" id="{3467B23B-DD93-4CED-BBFA-9278E3AD6732}"/>
              </a:ext>
            </a:extLst>
          </p:cNvPr>
          <p:cNvSpPr>
            <a:spLocks noGrp="1"/>
          </p:cNvSpPr>
          <p:nvPr>
            <p:ph type="body" sz="quarter" idx="13" hasCustomPrompt="1"/>
            <p:custDataLst>
              <p:tags r:id="rId5"/>
            </p:custDataLst>
          </p:nvPr>
        </p:nvSpPr>
        <p:spPr>
          <a:xfrm>
            <a:off x="6419849" y="1549400"/>
            <a:ext cx="4464000" cy="4175125"/>
          </a:xfrm>
        </p:spPr>
        <p:txBody>
          <a:bodyPr/>
          <a:lstStyle>
            <a:lvl1pPr marL="0" indent="0">
              <a:buClr>
                <a:schemeClr val="accent1"/>
              </a:buClr>
              <a:buNone/>
              <a:defRPr b="1">
                <a:solidFill>
                  <a:schemeClr val="accent1"/>
                </a:solidFill>
              </a:defRPr>
            </a:lvl1pPr>
            <a:lvl2pPr marL="0" indent="0">
              <a:buClr>
                <a:schemeClr val="accent1"/>
              </a:buClr>
              <a:buNone/>
              <a:defRPr b="1"/>
            </a:lvl2pPr>
            <a:lvl3pPr marL="273050" indent="-273050">
              <a:buClr>
                <a:schemeClr val="accent1"/>
              </a:buClr>
              <a:defRPr/>
            </a:lvl3pPr>
            <a:lvl4pPr marL="536575" indent="-268288">
              <a:buClr>
                <a:schemeClr val="accent1"/>
              </a:buClr>
              <a:defRPr/>
            </a:lvl4pPr>
            <a:lvl5pPr marL="809625" indent="-268288">
              <a:buClr>
                <a:schemeClr val="accent1"/>
              </a:buClr>
              <a:defRPr/>
            </a:lvl5pPr>
          </a:lstStyle>
          <a:p>
            <a:pPr lvl="0"/>
            <a:r>
              <a:rPr lang="de-AT" dirty="0"/>
              <a:t>Formatvorlagen des Textmasters bearbeiten</a:t>
            </a:r>
          </a:p>
          <a:p>
            <a:pPr lvl="1"/>
            <a:r>
              <a:rPr lang="de-AT" dirty="0"/>
              <a:t>Zweite Ebene</a:t>
            </a:r>
          </a:p>
          <a:p>
            <a:pPr lvl="2"/>
            <a:r>
              <a:rPr lang="de-AT" dirty="0"/>
              <a:t>Dritte Ebene</a:t>
            </a:r>
          </a:p>
          <a:p>
            <a:pPr lvl="3"/>
            <a:r>
              <a:rPr lang="de-AT" dirty="0"/>
              <a:t>Vierte Ebene</a:t>
            </a:r>
          </a:p>
          <a:p>
            <a:pPr lvl="4"/>
            <a:r>
              <a:rPr lang="de-AT" dirty="0"/>
              <a:t>Fünfte Ebene</a:t>
            </a:r>
          </a:p>
        </p:txBody>
      </p:sp>
      <p:sp>
        <p:nvSpPr>
          <p:cNvPr id="17" name="Textplatzhalter 6">
            <a:extLst>
              <a:ext uri="{FF2B5EF4-FFF2-40B4-BE49-F238E27FC236}">
                <a16:creationId xmlns:a16="http://schemas.microsoft.com/office/drawing/2014/main" id="{183A7FE6-F5FB-4D55-918B-53D8A0E35A7D}"/>
              </a:ext>
            </a:extLst>
          </p:cNvPr>
          <p:cNvSpPr>
            <a:spLocks noGrp="1"/>
          </p:cNvSpPr>
          <p:nvPr>
            <p:ph type="body" sz="quarter" idx="21" hasCustomPrompt="1"/>
            <p:custDataLst>
              <p:tags r:id="rId6"/>
            </p:custDataLst>
          </p:nvPr>
        </p:nvSpPr>
        <p:spPr>
          <a:xfrm>
            <a:off x="6422935" y="5795962"/>
            <a:ext cx="4464000" cy="100013"/>
          </a:xfrm>
        </p:spPr>
        <p:txBody>
          <a:bodyPr anchor="b"/>
          <a:lstStyle>
            <a:lvl1pPr marL="0" indent="0">
              <a:buNone/>
              <a:defRPr sz="800" cap="all" baseline="0"/>
            </a:lvl1pPr>
          </a:lstStyle>
          <a:p>
            <a:pPr marL="0" marR="0" lvl="0" indent="0" algn="l" defTabSz="914400" rtl="0" eaLnBrk="1" fontAlgn="auto" latinLnBrk="0" hangingPunct="1">
              <a:lnSpc>
                <a:spcPct val="90000"/>
              </a:lnSpc>
              <a:spcBef>
                <a:spcPts val="600"/>
              </a:spcBef>
              <a:spcAft>
                <a:spcPts val="0"/>
              </a:spcAft>
              <a:buClr>
                <a:schemeClr val="tx2"/>
              </a:buClr>
              <a:buSzPct val="90000"/>
              <a:buFont typeface="Arial" panose="020B0604020202020204" pitchFamily="34" charset="0"/>
              <a:buNone/>
              <a:tabLst/>
              <a:defRPr/>
            </a:pPr>
            <a:r>
              <a:rPr lang="de-AT" dirty="0"/>
              <a:t>© Copyright-Info, Quelle, …</a:t>
            </a:r>
          </a:p>
        </p:txBody>
      </p:sp>
      <p:sp>
        <p:nvSpPr>
          <p:cNvPr id="5" name="Fußzeilenplatzhalter 4">
            <a:extLst>
              <a:ext uri="{FF2B5EF4-FFF2-40B4-BE49-F238E27FC236}">
                <a16:creationId xmlns:a16="http://schemas.microsoft.com/office/drawing/2014/main" id="{CFCC6A98-6ABC-499D-9FF6-E10D60E3C105}"/>
              </a:ext>
            </a:extLst>
          </p:cNvPr>
          <p:cNvSpPr>
            <a:spLocks noGrp="1"/>
          </p:cNvSpPr>
          <p:nvPr>
            <p:ph type="ftr" sz="quarter" idx="18"/>
          </p:nvPr>
        </p:nvSpPr>
        <p:spPr/>
        <p:txBody>
          <a:bodyPr/>
          <a:lstStyle/>
          <a:p>
            <a:r>
              <a:rPr lang="de-AT"/>
              <a:t>Musterpräsentation | September 2021</a:t>
            </a:r>
            <a:endParaRPr lang="de-AT" dirty="0"/>
          </a:p>
        </p:txBody>
      </p:sp>
      <p:sp>
        <p:nvSpPr>
          <p:cNvPr id="6" name="Foliennummernplatzhalter 5">
            <a:extLst>
              <a:ext uri="{FF2B5EF4-FFF2-40B4-BE49-F238E27FC236}">
                <a16:creationId xmlns:a16="http://schemas.microsoft.com/office/drawing/2014/main" id="{105B48A5-FBFD-449D-B880-FBE3EBB24ED5}"/>
              </a:ext>
            </a:extLst>
          </p:cNvPr>
          <p:cNvSpPr>
            <a:spLocks noGrp="1"/>
          </p:cNvSpPr>
          <p:nvPr>
            <p:ph type="sldNum" sz="quarter" idx="19"/>
          </p:nvPr>
        </p:nvSpPr>
        <p:spPr/>
        <p:txBody>
          <a:bodyPr/>
          <a:lstStyle/>
          <a:p>
            <a:fld id="{418F7AD7-DC47-44A0-A9D7-F1C17BFD6F09}" type="slidenum">
              <a:rPr lang="de-AT" smtClean="0"/>
              <a:pPr/>
              <a:t>‹#›</a:t>
            </a:fld>
            <a:endParaRPr lang="de-AT" dirty="0"/>
          </a:p>
        </p:txBody>
      </p:sp>
    </p:spTree>
    <p:extLst>
      <p:ext uri="{BB962C8B-B14F-4D97-AF65-F5344CB8AC3E}">
        <p14:creationId xmlns:p14="http://schemas.microsoft.com/office/powerpoint/2010/main" val="3007704782"/>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Logo klein - 2 Inhalte">
    <p:spTree>
      <p:nvGrpSpPr>
        <p:cNvPr id="1" name=""/>
        <p:cNvGrpSpPr/>
        <p:nvPr/>
      </p:nvGrpSpPr>
      <p:grpSpPr>
        <a:xfrm>
          <a:off x="0" y="0"/>
          <a:ext cx="0" cy="0"/>
          <a:chOff x="0" y="0"/>
          <a:chExt cx="0" cy="0"/>
        </a:xfrm>
      </p:grpSpPr>
      <p:pic>
        <p:nvPicPr>
          <p:cNvPr id="14" name="Grafik 13">
            <a:extLst>
              <a:ext uri="{FF2B5EF4-FFF2-40B4-BE49-F238E27FC236}">
                <a16:creationId xmlns:a16="http://schemas.microsoft.com/office/drawing/2014/main" id="{45653598-50F2-40CF-AC84-D7A01191F273}"/>
              </a:ext>
            </a:extLst>
          </p:cNvPr>
          <p:cNvPicPr>
            <a:picLocks noChangeAspect="1"/>
          </p:cNvPicPr>
          <p:nvPr userDrawn="1">
            <p:custDataLst>
              <p:tags r:id="rId1"/>
            </p:custDataLst>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461963" y="468438"/>
            <a:ext cx="488826" cy="488826"/>
          </a:xfrm>
          <a:prstGeom prst="rect">
            <a:avLst/>
          </a:prstGeom>
        </p:spPr>
      </p:pic>
      <p:sp>
        <p:nvSpPr>
          <p:cNvPr id="2" name="Titel 1">
            <a:extLst>
              <a:ext uri="{FF2B5EF4-FFF2-40B4-BE49-F238E27FC236}">
                <a16:creationId xmlns:a16="http://schemas.microsoft.com/office/drawing/2014/main" id="{CB637127-39B7-41CD-ADEB-36B572791C6D}"/>
              </a:ext>
            </a:extLst>
          </p:cNvPr>
          <p:cNvSpPr>
            <a:spLocks noGrp="1"/>
          </p:cNvSpPr>
          <p:nvPr>
            <p:ph type="title"/>
            <p:custDataLst>
              <p:tags r:id="rId2"/>
            </p:custDataLst>
          </p:nvPr>
        </p:nvSpPr>
        <p:spPr>
          <a:xfrm>
            <a:off x="1308100" y="468438"/>
            <a:ext cx="9577388" cy="828675"/>
          </a:xfrm>
        </p:spPr>
        <p:txBody>
          <a:bodyPr anchor="t"/>
          <a:lstStyle>
            <a:lvl1pPr>
              <a:defRPr sz="2800"/>
            </a:lvl1pPr>
          </a:lstStyle>
          <a:p>
            <a:r>
              <a:rPr lang="en-US"/>
              <a:t>Click to edit Master title style</a:t>
            </a:r>
            <a:endParaRPr lang="de-AT" dirty="0"/>
          </a:p>
        </p:txBody>
      </p:sp>
      <p:sp>
        <p:nvSpPr>
          <p:cNvPr id="3" name="Inhaltsplatzhalter 2">
            <a:extLst>
              <a:ext uri="{FF2B5EF4-FFF2-40B4-BE49-F238E27FC236}">
                <a16:creationId xmlns:a16="http://schemas.microsoft.com/office/drawing/2014/main" id="{F7B43B39-7264-48E0-94D9-E36AC50DAA03}"/>
              </a:ext>
            </a:extLst>
          </p:cNvPr>
          <p:cNvSpPr>
            <a:spLocks noGrp="1"/>
          </p:cNvSpPr>
          <p:nvPr>
            <p:ph sz="half" idx="1" hasCustomPrompt="1"/>
            <p:custDataLst>
              <p:tags r:id="rId3"/>
            </p:custDataLst>
          </p:nvPr>
        </p:nvSpPr>
        <p:spPr>
          <a:xfrm>
            <a:off x="1308100" y="1549400"/>
            <a:ext cx="4464051" cy="4175125"/>
          </a:xfrm>
        </p:spPr>
        <p:txBody>
          <a:bodyPr/>
          <a:lstStyle>
            <a:lvl1pPr>
              <a:buClr>
                <a:schemeClr val="accent1"/>
              </a:buClr>
              <a:defRPr/>
            </a:lvl1pPr>
            <a:lvl2pPr>
              <a:buClr>
                <a:schemeClr val="accent1"/>
              </a:buClr>
              <a:defRPr/>
            </a:lvl2pPr>
            <a:lvl3pPr>
              <a:buClr>
                <a:schemeClr val="accent1"/>
              </a:buClr>
              <a:defRPr/>
            </a:lvl3pPr>
            <a:lvl4pPr>
              <a:buClr>
                <a:schemeClr val="accent1"/>
              </a:buClr>
              <a:defRPr/>
            </a:lvl4pPr>
            <a:lvl5pPr>
              <a:buClr>
                <a:schemeClr val="accent1"/>
              </a:buClr>
              <a:defRPr/>
            </a:lvl5pPr>
          </a:lstStyle>
          <a:p>
            <a:pPr lvl="0"/>
            <a:r>
              <a:rPr lang="de-AT" dirty="0"/>
              <a:t>Formatvorlagen des Textmasters bearbeiten</a:t>
            </a:r>
          </a:p>
          <a:p>
            <a:pPr lvl="1"/>
            <a:r>
              <a:rPr lang="de-AT" dirty="0"/>
              <a:t>Zweite Ebene</a:t>
            </a:r>
          </a:p>
          <a:p>
            <a:pPr lvl="2"/>
            <a:r>
              <a:rPr lang="de-AT" dirty="0"/>
              <a:t>Dritte Ebene</a:t>
            </a:r>
          </a:p>
          <a:p>
            <a:pPr lvl="3"/>
            <a:r>
              <a:rPr lang="de-AT" dirty="0"/>
              <a:t>Vierte Ebene</a:t>
            </a:r>
          </a:p>
          <a:p>
            <a:pPr lvl="4"/>
            <a:r>
              <a:rPr lang="de-AT" dirty="0"/>
              <a:t>Fünfte Ebene</a:t>
            </a:r>
          </a:p>
        </p:txBody>
      </p:sp>
      <p:sp>
        <p:nvSpPr>
          <p:cNvPr id="16" name="Textplatzhalter 6">
            <a:extLst>
              <a:ext uri="{FF2B5EF4-FFF2-40B4-BE49-F238E27FC236}">
                <a16:creationId xmlns:a16="http://schemas.microsoft.com/office/drawing/2014/main" id="{03719867-2AF1-4E31-B21C-CB92983E16A5}"/>
              </a:ext>
            </a:extLst>
          </p:cNvPr>
          <p:cNvSpPr>
            <a:spLocks noGrp="1"/>
          </p:cNvSpPr>
          <p:nvPr>
            <p:ph type="body" sz="quarter" idx="20" hasCustomPrompt="1"/>
            <p:custDataLst>
              <p:tags r:id="rId4"/>
            </p:custDataLst>
          </p:nvPr>
        </p:nvSpPr>
        <p:spPr>
          <a:xfrm>
            <a:off x="1308099" y="5795962"/>
            <a:ext cx="4464000" cy="100013"/>
          </a:xfrm>
        </p:spPr>
        <p:txBody>
          <a:bodyPr anchor="b"/>
          <a:lstStyle>
            <a:lvl1pPr marL="0" indent="0">
              <a:buNone/>
              <a:defRPr sz="800" cap="all" baseline="0"/>
            </a:lvl1pPr>
          </a:lstStyle>
          <a:p>
            <a:pPr marL="0" marR="0" lvl="0" indent="0" algn="l" defTabSz="914400" rtl="0" eaLnBrk="1" fontAlgn="auto" latinLnBrk="0" hangingPunct="1">
              <a:lnSpc>
                <a:spcPct val="90000"/>
              </a:lnSpc>
              <a:spcBef>
                <a:spcPts val="600"/>
              </a:spcBef>
              <a:spcAft>
                <a:spcPts val="0"/>
              </a:spcAft>
              <a:buClr>
                <a:schemeClr val="tx2"/>
              </a:buClr>
              <a:buSzPct val="90000"/>
              <a:buFont typeface="Arial" panose="020B0604020202020204" pitchFamily="34" charset="0"/>
              <a:buNone/>
              <a:tabLst/>
              <a:defRPr/>
            </a:pPr>
            <a:r>
              <a:rPr lang="de-AT" dirty="0"/>
              <a:t>© Copyright-Info, Quelle, …</a:t>
            </a:r>
          </a:p>
        </p:txBody>
      </p:sp>
      <p:sp>
        <p:nvSpPr>
          <p:cNvPr id="4" name="Inhaltsplatzhalter 3">
            <a:extLst>
              <a:ext uri="{FF2B5EF4-FFF2-40B4-BE49-F238E27FC236}">
                <a16:creationId xmlns:a16="http://schemas.microsoft.com/office/drawing/2014/main" id="{CE90AAD2-686D-442B-A7A1-591C8F14300E}"/>
              </a:ext>
            </a:extLst>
          </p:cNvPr>
          <p:cNvSpPr>
            <a:spLocks noGrp="1"/>
          </p:cNvSpPr>
          <p:nvPr>
            <p:ph sz="half" idx="2" hasCustomPrompt="1"/>
            <p:custDataLst>
              <p:tags r:id="rId5"/>
            </p:custDataLst>
          </p:nvPr>
        </p:nvSpPr>
        <p:spPr>
          <a:xfrm>
            <a:off x="6419850" y="1549400"/>
            <a:ext cx="4465638" cy="4175125"/>
          </a:xfrm>
        </p:spPr>
        <p:txBody>
          <a:bodyPr/>
          <a:lstStyle>
            <a:lvl1pPr>
              <a:buClr>
                <a:schemeClr val="accent1"/>
              </a:buClr>
              <a:defRPr/>
            </a:lvl1pPr>
            <a:lvl2pPr>
              <a:buClr>
                <a:schemeClr val="accent1"/>
              </a:buClr>
              <a:defRPr/>
            </a:lvl2pPr>
            <a:lvl3pPr>
              <a:buClr>
                <a:schemeClr val="accent1"/>
              </a:buClr>
              <a:defRPr/>
            </a:lvl3pPr>
            <a:lvl4pPr>
              <a:buClr>
                <a:schemeClr val="accent1"/>
              </a:buClr>
              <a:defRPr/>
            </a:lvl4pPr>
            <a:lvl5pPr>
              <a:buClr>
                <a:schemeClr val="accent1"/>
              </a:buClr>
              <a:defRPr/>
            </a:lvl5pPr>
          </a:lstStyle>
          <a:p>
            <a:pPr lvl="0"/>
            <a:r>
              <a:rPr lang="de-AT" dirty="0"/>
              <a:t>Formatvorlagen des Textmasters bearbeiten</a:t>
            </a:r>
          </a:p>
          <a:p>
            <a:pPr lvl="1"/>
            <a:r>
              <a:rPr lang="de-AT" dirty="0"/>
              <a:t>Zweite Ebene</a:t>
            </a:r>
          </a:p>
          <a:p>
            <a:pPr lvl="2"/>
            <a:r>
              <a:rPr lang="de-AT" dirty="0"/>
              <a:t>Dritte Ebene</a:t>
            </a:r>
          </a:p>
          <a:p>
            <a:pPr lvl="3"/>
            <a:r>
              <a:rPr lang="de-AT" dirty="0"/>
              <a:t>Vierte Ebene</a:t>
            </a:r>
          </a:p>
          <a:p>
            <a:pPr lvl="4"/>
            <a:r>
              <a:rPr lang="de-AT" dirty="0"/>
              <a:t>Fünfte Ebene</a:t>
            </a:r>
          </a:p>
        </p:txBody>
      </p:sp>
      <p:sp>
        <p:nvSpPr>
          <p:cNvPr id="17" name="Textplatzhalter 6">
            <a:extLst>
              <a:ext uri="{FF2B5EF4-FFF2-40B4-BE49-F238E27FC236}">
                <a16:creationId xmlns:a16="http://schemas.microsoft.com/office/drawing/2014/main" id="{209EDC04-5C25-482D-BDF6-9F99E0B14BD3}"/>
              </a:ext>
            </a:extLst>
          </p:cNvPr>
          <p:cNvSpPr>
            <a:spLocks noGrp="1"/>
          </p:cNvSpPr>
          <p:nvPr>
            <p:ph type="body" sz="quarter" idx="21" hasCustomPrompt="1"/>
            <p:custDataLst>
              <p:tags r:id="rId6"/>
            </p:custDataLst>
          </p:nvPr>
        </p:nvSpPr>
        <p:spPr>
          <a:xfrm>
            <a:off x="6422935" y="5795962"/>
            <a:ext cx="4464000" cy="100013"/>
          </a:xfrm>
        </p:spPr>
        <p:txBody>
          <a:bodyPr anchor="b"/>
          <a:lstStyle>
            <a:lvl1pPr marL="0" indent="0">
              <a:buNone/>
              <a:defRPr sz="800" cap="all" baseline="0"/>
            </a:lvl1pPr>
          </a:lstStyle>
          <a:p>
            <a:pPr marL="0" marR="0" lvl="0" indent="0" algn="l" defTabSz="914400" rtl="0" eaLnBrk="1" fontAlgn="auto" latinLnBrk="0" hangingPunct="1">
              <a:lnSpc>
                <a:spcPct val="90000"/>
              </a:lnSpc>
              <a:spcBef>
                <a:spcPts val="600"/>
              </a:spcBef>
              <a:spcAft>
                <a:spcPts val="0"/>
              </a:spcAft>
              <a:buClr>
                <a:schemeClr val="tx2"/>
              </a:buClr>
              <a:buSzPct val="90000"/>
              <a:buFont typeface="Arial" panose="020B0604020202020204" pitchFamily="34" charset="0"/>
              <a:buNone/>
              <a:tabLst/>
              <a:defRPr/>
            </a:pPr>
            <a:r>
              <a:rPr lang="de-AT" dirty="0"/>
              <a:t>© Copyright-Info, Quelle, …</a:t>
            </a:r>
          </a:p>
        </p:txBody>
      </p:sp>
      <p:sp>
        <p:nvSpPr>
          <p:cNvPr id="6" name="Fußzeilenplatzhalter 5">
            <a:extLst>
              <a:ext uri="{FF2B5EF4-FFF2-40B4-BE49-F238E27FC236}">
                <a16:creationId xmlns:a16="http://schemas.microsoft.com/office/drawing/2014/main" id="{C5A49CA1-FA2C-4221-B4C1-B59C1E0F7B4B}"/>
              </a:ext>
            </a:extLst>
          </p:cNvPr>
          <p:cNvSpPr>
            <a:spLocks noGrp="1"/>
          </p:cNvSpPr>
          <p:nvPr>
            <p:ph type="ftr" sz="quarter" idx="15"/>
          </p:nvPr>
        </p:nvSpPr>
        <p:spPr/>
        <p:txBody>
          <a:bodyPr/>
          <a:lstStyle/>
          <a:p>
            <a:r>
              <a:rPr lang="de-AT"/>
              <a:t>Musterpräsentation | September 2021</a:t>
            </a:r>
            <a:endParaRPr lang="de-AT" dirty="0"/>
          </a:p>
        </p:txBody>
      </p:sp>
      <p:sp>
        <p:nvSpPr>
          <p:cNvPr id="7" name="Foliennummernplatzhalter 6">
            <a:extLst>
              <a:ext uri="{FF2B5EF4-FFF2-40B4-BE49-F238E27FC236}">
                <a16:creationId xmlns:a16="http://schemas.microsoft.com/office/drawing/2014/main" id="{444A1E6C-0A49-4AE4-B97A-06341D14321F}"/>
              </a:ext>
            </a:extLst>
          </p:cNvPr>
          <p:cNvSpPr>
            <a:spLocks noGrp="1"/>
          </p:cNvSpPr>
          <p:nvPr>
            <p:ph type="sldNum" sz="quarter" idx="16"/>
          </p:nvPr>
        </p:nvSpPr>
        <p:spPr/>
        <p:txBody>
          <a:bodyPr/>
          <a:lstStyle/>
          <a:p>
            <a:fld id="{418F7AD7-DC47-44A0-A9D7-F1C17BFD6F09}" type="slidenum">
              <a:rPr lang="de-AT" smtClean="0"/>
              <a:pPr/>
              <a:t>‹#›</a:t>
            </a:fld>
            <a:endParaRPr lang="de-AT" dirty="0"/>
          </a:p>
        </p:txBody>
      </p:sp>
    </p:spTree>
    <p:extLst>
      <p:ext uri="{BB962C8B-B14F-4D97-AF65-F5344CB8AC3E}">
        <p14:creationId xmlns:p14="http://schemas.microsoft.com/office/powerpoint/2010/main" val="3031252502"/>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Logo klein - 2 Inhalte mit 2 Überschriften">
    <p:spTree>
      <p:nvGrpSpPr>
        <p:cNvPr id="1" name=""/>
        <p:cNvGrpSpPr/>
        <p:nvPr/>
      </p:nvGrpSpPr>
      <p:grpSpPr>
        <a:xfrm>
          <a:off x="0" y="0"/>
          <a:ext cx="0" cy="0"/>
          <a:chOff x="0" y="0"/>
          <a:chExt cx="0" cy="0"/>
        </a:xfrm>
      </p:grpSpPr>
      <p:pic>
        <p:nvPicPr>
          <p:cNvPr id="15" name="Grafik 14">
            <a:extLst>
              <a:ext uri="{FF2B5EF4-FFF2-40B4-BE49-F238E27FC236}">
                <a16:creationId xmlns:a16="http://schemas.microsoft.com/office/drawing/2014/main" id="{0F39A128-B7D5-4E74-A458-2046F7EE6F83}"/>
              </a:ext>
            </a:extLst>
          </p:cNvPr>
          <p:cNvPicPr>
            <a:picLocks noChangeAspect="1"/>
          </p:cNvPicPr>
          <p:nvPr userDrawn="1">
            <p:custDataLst>
              <p:tags r:id="rId1"/>
            </p:custDataLst>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461963" y="468438"/>
            <a:ext cx="488826" cy="488826"/>
          </a:xfrm>
          <a:prstGeom prst="rect">
            <a:avLst/>
          </a:prstGeom>
        </p:spPr>
      </p:pic>
      <p:sp>
        <p:nvSpPr>
          <p:cNvPr id="2" name="Titel 1">
            <a:extLst>
              <a:ext uri="{FF2B5EF4-FFF2-40B4-BE49-F238E27FC236}">
                <a16:creationId xmlns:a16="http://schemas.microsoft.com/office/drawing/2014/main" id="{462B4ADB-90A0-4C80-9CEF-4EA65EC7BC08}"/>
              </a:ext>
            </a:extLst>
          </p:cNvPr>
          <p:cNvSpPr>
            <a:spLocks noGrp="1"/>
          </p:cNvSpPr>
          <p:nvPr>
            <p:ph type="title"/>
            <p:custDataLst>
              <p:tags r:id="rId2"/>
            </p:custDataLst>
          </p:nvPr>
        </p:nvSpPr>
        <p:spPr>
          <a:xfrm>
            <a:off x="1308100" y="468438"/>
            <a:ext cx="4458966" cy="828675"/>
          </a:xfrm>
        </p:spPr>
        <p:txBody>
          <a:bodyPr anchor="t"/>
          <a:lstStyle>
            <a:lvl1pPr>
              <a:defRPr sz="2800">
                <a:latin typeface="+mj-lt"/>
              </a:defRPr>
            </a:lvl1pPr>
          </a:lstStyle>
          <a:p>
            <a:r>
              <a:rPr lang="en-US"/>
              <a:t>Click to edit Master title style</a:t>
            </a:r>
            <a:endParaRPr lang="de-AT" dirty="0"/>
          </a:p>
        </p:txBody>
      </p:sp>
      <p:sp>
        <p:nvSpPr>
          <p:cNvPr id="3" name="Inhaltsplatzhalter 2">
            <a:extLst>
              <a:ext uri="{FF2B5EF4-FFF2-40B4-BE49-F238E27FC236}">
                <a16:creationId xmlns:a16="http://schemas.microsoft.com/office/drawing/2014/main" id="{F7B43B39-7264-48E0-94D9-E36AC50DAA03}"/>
              </a:ext>
            </a:extLst>
          </p:cNvPr>
          <p:cNvSpPr>
            <a:spLocks noGrp="1"/>
          </p:cNvSpPr>
          <p:nvPr>
            <p:ph sz="half" idx="1" hasCustomPrompt="1"/>
            <p:custDataLst>
              <p:tags r:id="rId3"/>
            </p:custDataLst>
          </p:nvPr>
        </p:nvSpPr>
        <p:spPr>
          <a:xfrm>
            <a:off x="1308100" y="1549400"/>
            <a:ext cx="4464051" cy="4175125"/>
          </a:xfrm>
        </p:spPr>
        <p:txBody>
          <a:bodyPr/>
          <a:lstStyle>
            <a:lvl1pPr>
              <a:buClr>
                <a:schemeClr val="accent1"/>
              </a:buClr>
              <a:defRPr/>
            </a:lvl1pPr>
            <a:lvl2pPr>
              <a:buClr>
                <a:schemeClr val="accent1"/>
              </a:buClr>
              <a:defRPr/>
            </a:lvl2pPr>
            <a:lvl3pPr>
              <a:buClr>
                <a:schemeClr val="accent1"/>
              </a:buClr>
              <a:defRPr/>
            </a:lvl3pPr>
            <a:lvl4pPr>
              <a:buClr>
                <a:schemeClr val="accent1"/>
              </a:buClr>
              <a:defRPr/>
            </a:lvl4pPr>
            <a:lvl5pPr>
              <a:buClr>
                <a:schemeClr val="accent1"/>
              </a:buClr>
              <a:defRPr/>
            </a:lvl5pPr>
          </a:lstStyle>
          <a:p>
            <a:pPr lvl="0"/>
            <a:r>
              <a:rPr lang="de-AT" dirty="0"/>
              <a:t>Formatvorlagen des Textmasters bearbeiten</a:t>
            </a:r>
          </a:p>
          <a:p>
            <a:pPr lvl="1"/>
            <a:r>
              <a:rPr lang="de-AT" dirty="0"/>
              <a:t>Zweite Ebene</a:t>
            </a:r>
          </a:p>
          <a:p>
            <a:pPr lvl="2"/>
            <a:r>
              <a:rPr lang="de-AT" dirty="0"/>
              <a:t>Dritte Ebene</a:t>
            </a:r>
          </a:p>
          <a:p>
            <a:pPr lvl="3"/>
            <a:r>
              <a:rPr lang="de-AT" dirty="0"/>
              <a:t>Vierte Ebene</a:t>
            </a:r>
          </a:p>
          <a:p>
            <a:pPr lvl="4"/>
            <a:r>
              <a:rPr lang="de-AT" dirty="0"/>
              <a:t>Fünfte Ebene</a:t>
            </a:r>
          </a:p>
        </p:txBody>
      </p:sp>
      <p:sp>
        <p:nvSpPr>
          <p:cNvPr id="17" name="Textplatzhalter 6">
            <a:extLst>
              <a:ext uri="{FF2B5EF4-FFF2-40B4-BE49-F238E27FC236}">
                <a16:creationId xmlns:a16="http://schemas.microsoft.com/office/drawing/2014/main" id="{A3FB2859-A54E-4049-8E23-3E9B56B21315}"/>
              </a:ext>
            </a:extLst>
          </p:cNvPr>
          <p:cNvSpPr>
            <a:spLocks noGrp="1"/>
          </p:cNvSpPr>
          <p:nvPr>
            <p:ph type="body" sz="quarter" idx="20" hasCustomPrompt="1"/>
            <p:custDataLst>
              <p:tags r:id="rId4"/>
            </p:custDataLst>
          </p:nvPr>
        </p:nvSpPr>
        <p:spPr>
          <a:xfrm>
            <a:off x="1308099" y="5795962"/>
            <a:ext cx="4464000" cy="100013"/>
          </a:xfrm>
        </p:spPr>
        <p:txBody>
          <a:bodyPr anchor="b"/>
          <a:lstStyle>
            <a:lvl1pPr marL="0" indent="0">
              <a:buNone/>
              <a:defRPr sz="800" cap="all" baseline="0"/>
            </a:lvl1pPr>
          </a:lstStyle>
          <a:p>
            <a:pPr marL="0" marR="0" lvl="0" indent="0" algn="l" defTabSz="914400" rtl="0" eaLnBrk="1" fontAlgn="auto" latinLnBrk="0" hangingPunct="1">
              <a:lnSpc>
                <a:spcPct val="90000"/>
              </a:lnSpc>
              <a:spcBef>
                <a:spcPts val="600"/>
              </a:spcBef>
              <a:spcAft>
                <a:spcPts val="0"/>
              </a:spcAft>
              <a:buClr>
                <a:schemeClr val="tx2"/>
              </a:buClr>
              <a:buSzPct val="90000"/>
              <a:buFont typeface="Arial" panose="020B0604020202020204" pitchFamily="34" charset="0"/>
              <a:buNone/>
              <a:tabLst/>
              <a:defRPr/>
            </a:pPr>
            <a:r>
              <a:rPr lang="de-AT" dirty="0"/>
              <a:t>© Copyright-Info, Quelle, …</a:t>
            </a:r>
          </a:p>
        </p:txBody>
      </p:sp>
      <p:sp>
        <p:nvSpPr>
          <p:cNvPr id="5" name="Textplatzhalter 4">
            <a:extLst>
              <a:ext uri="{FF2B5EF4-FFF2-40B4-BE49-F238E27FC236}">
                <a16:creationId xmlns:a16="http://schemas.microsoft.com/office/drawing/2014/main" id="{090A6531-1A5C-4E36-808F-D401F287FCB8}"/>
              </a:ext>
            </a:extLst>
          </p:cNvPr>
          <p:cNvSpPr>
            <a:spLocks noGrp="1"/>
          </p:cNvSpPr>
          <p:nvPr>
            <p:ph type="body" sz="quarter" idx="11" hasCustomPrompt="1"/>
            <p:custDataLst>
              <p:tags r:id="rId5"/>
            </p:custDataLst>
          </p:nvPr>
        </p:nvSpPr>
        <p:spPr>
          <a:xfrm>
            <a:off x="6419848" y="468438"/>
            <a:ext cx="4465639" cy="828674"/>
          </a:xfrm>
        </p:spPr>
        <p:txBody>
          <a:bodyPr anchor="t"/>
          <a:lstStyle>
            <a:lvl1pPr marL="0" indent="0">
              <a:buNone/>
              <a:defRPr sz="2800" b="1">
                <a:solidFill>
                  <a:schemeClr val="accent1"/>
                </a:solidFill>
                <a:latin typeface="+mj-lt"/>
              </a:defRPr>
            </a:lvl1pPr>
          </a:lstStyle>
          <a:p>
            <a:pPr lvl="0"/>
            <a:r>
              <a:rPr lang="de-AT"/>
              <a:t>Titel kurz</a:t>
            </a:r>
            <a:endParaRPr lang="de-AT" dirty="0"/>
          </a:p>
        </p:txBody>
      </p:sp>
      <p:sp>
        <p:nvSpPr>
          <p:cNvPr id="4" name="Inhaltsplatzhalter 3">
            <a:extLst>
              <a:ext uri="{FF2B5EF4-FFF2-40B4-BE49-F238E27FC236}">
                <a16:creationId xmlns:a16="http://schemas.microsoft.com/office/drawing/2014/main" id="{CE90AAD2-686D-442B-A7A1-591C8F14300E}"/>
              </a:ext>
            </a:extLst>
          </p:cNvPr>
          <p:cNvSpPr>
            <a:spLocks noGrp="1"/>
          </p:cNvSpPr>
          <p:nvPr>
            <p:ph sz="half" idx="2" hasCustomPrompt="1"/>
            <p:custDataLst>
              <p:tags r:id="rId6"/>
            </p:custDataLst>
          </p:nvPr>
        </p:nvSpPr>
        <p:spPr>
          <a:xfrm>
            <a:off x="6419848" y="1549400"/>
            <a:ext cx="4465639" cy="4175125"/>
          </a:xfrm>
        </p:spPr>
        <p:txBody>
          <a:bodyPr/>
          <a:lstStyle>
            <a:lvl1pPr>
              <a:buClr>
                <a:schemeClr val="accent1"/>
              </a:buClr>
              <a:defRPr/>
            </a:lvl1pPr>
            <a:lvl2pPr>
              <a:buClr>
                <a:schemeClr val="accent1"/>
              </a:buClr>
              <a:defRPr/>
            </a:lvl2pPr>
            <a:lvl3pPr>
              <a:buClr>
                <a:schemeClr val="accent1"/>
              </a:buClr>
              <a:defRPr/>
            </a:lvl3pPr>
            <a:lvl4pPr>
              <a:buClr>
                <a:schemeClr val="accent1"/>
              </a:buClr>
              <a:defRPr/>
            </a:lvl4pPr>
            <a:lvl5pPr>
              <a:buClr>
                <a:schemeClr val="accent1"/>
              </a:buClr>
              <a:defRPr/>
            </a:lvl5pPr>
          </a:lstStyle>
          <a:p>
            <a:pPr lvl="0"/>
            <a:r>
              <a:rPr lang="de-AT" dirty="0"/>
              <a:t>Formatvorlagen des Textmasters bearbeiten</a:t>
            </a:r>
          </a:p>
          <a:p>
            <a:pPr lvl="1"/>
            <a:r>
              <a:rPr lang="de-AT" dirty="0"/>
              <a:t>Zweite Ebene</a:t>
            </a:r>
          </a:p>
          <a:p>
            <a:pPr lvl="2"/>
            <a:r>
              <a:rPr lang="de-AT" dirty="0"/>
              <a:t>Dritte Ebene</a:t>
            </a:r>
          </a:p>
          <a:p>
            <a:pPr lvl="3"/>
            <a:r>
              <a:rPr lang="de-AT" dirty="0"/>
              <a:t>Vierte Ebene</a:t>
            </a:r>
          </a:p>
          <a:p>
            <a:pPr lvl="4"/>
            <a:r>
              <a:rPr lang="de-AT" dirty="0"/>
              <a:t>Fünfte Ebene</a:t>
            </a:r>
          </a:p>
        </p:txBody>
      </p:sp>
      <p:sp>
        <p:nvSpPr>
          <p:cNvPr id="18" name="Textplatzhalter 6">
            <a:extLst>
              <a:ext uri="{FF2B5EF4-FFF2-40B4-BE49-F238E27FC236}">
                <a16:creationId xmlns:a16="http://schemas.microsoft.com/office/drawing/2014/main" id="{29987B4A-92C0-46CA-8956-DD82D63D8213}"/>
              </a:ext>
            </a:extLst>
          </p:cNvPr>
          <p:cNvSpPr>
            <a:spLocks noGrp="1"/>
          </p:cNvSpPr>
          <p:nvPr>
            <p:ph type="body" sz="quarter" idx="21" hasCustomPrompt="1"/>
            <p:custDataLst>
              <p:tags r:id="rId7"/>
            </p:custDataLst>
          </p:nvPr>
        </p:nvSpPr>
        <p:spPr>
          <a:xfrm>
            <a:off x="6422935" y="5795962"/>
            <a:ext cx="4464000" cy="100013"/>
          </a:xfrm>
        </p:spPr>
        <p:txBody>
          <a:bodyPr anchor="b"/>
          <a:lstStyle>
            <a:lvl1pPr marL="0" indent="0">
              <a:buNone/>
              <a:defRPr sz="800" cap="all" baseline="0"/>
            </a:lvl1pPr>
          </a:lstStyle>
          <a:p>
            <a:pPr marL="0" marR="0" lvl="0" indent="0" algn="l" defTabSz="914400" rtl="0" eaLnBrk="1" fontAlgn="auto" latinLnBrk="0" hangingPunct="1">
              <a:lnSpc>
                <a:spcPct val="90000"/>
              </a:lnSpc>
              <a:spcBef>
                <a:spcPts val="600"/>
              </a:spcBef>
              <a:spcAft>
                <a:spcPts val="0"/>
              </a:spcAft>
              <a:buClr>
                <a:schemeClr val="tx2"/>
              </a:buClr>
              <a:buSzPct val="90000"/>
              <a:buFont typeface="Arial" panose="020B0604020202020204" pitchFamily="34" charset="0"/>
              <a:buNone/>
              <a:tabLst/>
              <a:defRPr/>
            </a:pPr>
            <a:r>
              <a:rPr lang="de-AT" dirty="0"/>
              <a:t>© Copyright-Info, Quelle, …</a:t>
            </a:r>
          </a:p>
        </p:txBody>
      </p:sp>
      <p:sp>
        <p:nvSpPr>
          <p:cNvPr id="7" name="Fußzeilenplatzhalter 6">
            <a:extLst>
              <a:ext uri="{FF2B5EF4-FFF2-40B4-BE49-F238E27FC236}">
                <a16:creationId xmlns:a16="http://schemas.microsoft.com/office/drawing/2014/main" id="{08DF6979-56D6-4B18-BAB7-859190730799}"/>
              </a:ext>
            </a:extLst>
          </p:cNvPr>
          <p:cNvSpPr>
            <a:spLocks noGrp="1"/>
          </p:cNvSpPr>
          <p:nvPr>
            <p:ph type="ftr" sz="quarter" idx="16"/>
          </p:nvPr>
        </p:nvSpPr>
        <p:spPr/>
        <p:txBody>
          <a:bodyPr/>
          <a:lstStyle/>
          <a:p>
            <a:r>
              <a:rPr lang="de-AT"/>
              <a:t>Musterpräsentation | September 2021</a:t>
            </a:r>
            <a:endParaRPr lang="de-AT" dirty="0"/>
          </a:p>
        </p:txBody>
      </p:sp>
      <p:sp>
        <p:nvSpPr>
          <p:cNvPr id="8" name="Foliennummernplatzhalter 7">
            <a:extLst>
              <a:ext uri="{FF2B5EF4-FFF2-40B4-BE49-F238E27FC236}">
                <a16:creationId xmlns:a16="http://schemas.microsoft.com/office/drawing/2014/main" id="{6CF1862D-E8F4-4C35-877A-4230D6BD966C}"/>
              </a:ext>
            </a:extLst>
          </p:cNvPr>
          <p:cNvSpPr>
            <a:spLocks noGrp="1"/>
          </p:cNvSpPr>
          <p:nvPr>
            <p:ph type="sldNum" sz="quarter" idx="17"/>
          </p:nvPr>
        </p:nvSpPr>
        <p:spPr/>
        <p:txBody>
          <a:bodyPr/>
          <a:lstStyle/>
          <a:p>
            <a:fld id="{418F7AD7-DC47-44A0-A9D7-F1C17BFD6F09}" type="slidenum">
              <a:rPr lang="de-AT" smtClean="0"/>
              <a:pPr/>
              <a:t>‹#›</a:t>
            </a:fld>
            <a:endParaRPr lang="de-AT" dirty="0"/>
          </a:p>
        </p:txBody>
      </p:sp>
    </p:spTree>
    <p:extLst>
      <p:ext uri="{BB962C8B-B14F-4D97-AF65-F5344CB8AC3E}">
        <p14:creationId xmlns:p14="http://schemas.microsoft.com/office/powerpoint/2010/main" val="4108276419"/>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Logo klein - 2 Inhalte mit Titel und Zwischentitel">
    <p:spTree>
      <p:nvGrpSpPr>
        <p:cNvPr id="1" name=""/>
        <p:cNvGrpSpPr/>
        <p:nvPr/>
      </p:nvGrpSpPr>
      <p:grpSpPr>
        <a:xfrm>
          <a:off x="0" y="0"/>
          <a:ext cx="0" cy="0"/>
          <a:chOff x="0" y="0"/>
          <a:chExt cx="0" cy="0"/>
        </a:xfrm>
      </p:grpSpPr>
      <p:pic>
        <p:nvPicPr>
          <p:cNvPr id="15" name="Grafik 14">
            <a:extLst>
              <a:ext uri="{FF2B5EF4-FFF2-40B4-BE49-F238E27FC236}">
                <a16:creationId xmlns:a16="http://schemas.microsoft.com/office/drawing/2014/main" id="{BCD57A74-8557-43E6-AA11-A9EA05D72C38}"/>
              </a:ext>
            </a:extLst>
          </p:cNvPr>
          <p:cNvPicPr>
            <a:picLocks noChangeAspect="1"/>
          </p:cNvPicPr>
          <p:nvPr userDrawn="1">
            <p:custDataLst>
              <p:tags r:id="rId1"/>
            </p:custDataLst>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461963" y="468438"/>
            <a:ext cx="488826" cy="488826"/>
          </a:xfrm>
          <a:prstGeom prst="rect">
            <a:avLst/>
          </a:prstGeom>
        </p:spPr>
      </p:pic>
      <p:sp>
        <p:nvSpPr>
          <p:cNvPr id="2" name="Titel 1">
            <a:extLst>
              <a:ext uri="{FF2B5EF4-FFF2-40B4-BE49-F238E27FC236}">
                <a16:creationId xmlns:a16="http://schemas.microsoft.com/office/drawing/2014/main" id="{462B4ADB-90A0-4C80-9CEF-4EA65EC7BC08}"/>
              </a:ext>
            </a:extLst>
          </p:cNvPr>
          <p:cNvSpPr>
            <a:spLocks noGrp="1"/>
          </p:cNvSpPr>
          <p:nvPr>
            <p:ph type="title"/>
            <p:custDataLst>
              <p:tags r:id="rId2"/>
            </p:custDataLst>
          </p:nvPr>
        </p:nvSpPr>
        <p:spPr>
          <a:xfrm>
            <a:off x="1308100" y="468438"/>
            <a:ext cx="9577388" cy="828675"/>
          </a:xfrm>
        </p:spPr>
        <p:txBody>
          <a:bodyPr anchor="t"/>
          <a:lstStyle>
            <a:lvl1pPr>
              <a:defRPr sz="2800">
                <a:latin typeface="+mj-lt"/>
              </a:defRPr>
            </a:lvl1pPr>
          </a:lstStyle>
          <a:p>
            <a:r>
              <a:rPr lang="en-US"/>
              <a:t>Click to edit Master title style</a:t>
            </a:r>
            <a:endParaRPr lang="de-AT" dirty="0"/>
          </a:p>
        </p:txBody>
      </p:sp>
      <p:sp>
        <p:nvSpPr>
          <p:cNvPr id="5" name="Textplatzhalter 4">
            <a:extLst>
              <a:ext uri="{FF2B5EF4-FFF2-40B4-BE49-F238E27FC236}">
                <a16:creationId xmlns:a16="http://schemas.microsoft.com/office/drawing/2014/main" id="{20C7294D-AB76-4F34-AE16-B8A53315B53B}"/>
              </a:ext>
            </a:extLst>
          </p:cNvPr>
          <p:cNvSpPr>
            <a:spLocks noGrp="1"/>
          </p:cNvSpPr>
          <p:nvPr>
            <p:ph type="body" sz="quarter" idx="22"/>
            <p:custDataLst>
              <p:tags r:id="rId3"/>
            </p:custDataLst>
          </p:nvPr>
        </p:nvSpPr>
        <p:spPr>
          <a:xfrm>
            <a:off x="1306513" y="1547243"/>
            <a:ext cx="9578975" cy="338138"/>
          </a:xfrm>
        </p:spPr>
        <p:txBody>
          <a:bodyPr vert="horz" lIns="0" tIns="0" rIns="0" bIns="0" rtlCol="0">
            <a:noAutofit/>
          </a:bodyPr>
          <a:lstStyle>
            <a:lvl1pPr>
              <a:defRPr lang="de-DE" b="1" smtClean="0">
                <a:solidFill>
                  <a:schemeClr val="accent1"/>
                </a:solidFill>
              </a:defRPr>
            </a:lvl1pPr>
            <a:lvl2pPr>
              <a:defRPr lang="de-DE" smtClean="0"/>
            </a:lvl2pPr>
            <a:lvl3pPr>
              <a:defRPr lang="de-DE" smtClean="0"/>
            </a:lvl3pPr>
            <a:lvl4pPr>
              <a:defRPr lang="de-DE" smtClean="0"/>
            </a:lvl4pPr>
            <a:lvl5pPr>
              <a:defRPr lang="de-AT"/>
            </a:lvl5pPr>
          </a:lstStyle>
          <a:p>
            <a:pPr marL="0" lvl="0" indent="0">
              <a:buNone/>
            </a:pPr>
            <a:r>
              <a:rPr lang="en-US"/>
              <a:t>Click to edit Master text styles</a:t>
            </a:r>
          </a:p>
        </p:txBody>
      </p:sp>
      <p:sp>
        <p:nvSpPr>
          <p:cNvPr id="18" name="Inhaltsplatzhalter 2">
            <a:extLst>
              <a:ext uri="{FF2B5EF4-FFF2-40B4-BE49-F238E27FC236}">
                <a16:creationId xmlns:a16="http://schemas.microsoft.com/office/drawing/2014/main" id="{EF57B5E7-3EEC-4208-A7DF-F23A38D8C492}"/>
              </a:ext>
            </a:extLst>
          </p:cNvPr>
          <p:cNvSpPr>
            <a:spLocks noGrp="1"/>
          </p:cNvSpPr>
          <p:nvPr>
            <p:ph sz="half" idx="18" hasCustomPrompt="1"/>
            <p:custDataLst>
              <p:tags r:id="rId4"/>
            </p:custDataLst>
          </p:nvPr>
        </p:nvSpPr>
        <p:spPr>
          <a:xfrm>
            <a:off x="1308100" y="1956817"/>
            <a:ext cx="4464051" cy="3767708"/>
          </a:xfrm>
        </p:spPr>
        <p:txBody>
          <a:bodyPr/>
          <a:lstStyle>
            <a:lvl1pPr>
              <a:buClr>
                <a:schemeClr val="accent1"/>
              </a:buClr>
              <a:defRPr/>
            </a:lvl1pPr>
            <a:lvl2pPr>
              <a:buClr>
                <a:schemeClr val="accent1"/>
              </a:buClr>
              <a:defRPr/>
            </a:lvl2pPr>
            <a:lvl3pPr>
              <a:buClr>
                <a:schemeClr val="accent1"/>
              </a:buClr>
              <a:defRPr/>
            </a:lvl3pPr>
            <a:lvl4pPr>
              <a:buClr>
                <a:schemeClr val="accent1"/>
              </a:buClr>
              <a:defRPr/>
            </a:lvl4pPr>
            <a:lvl5pPr>
              <a:buClr>
                <a:schemeClr val="accent1"/>
              </a:buClr>
              <a:defRPr/>
            </a:lvl5pPr>
          </a:lstStyle>
          <a:p>
            <a:pPr lvl="0"/>
            <a:r>
              <a:rPr lang="de-AT" dirty="0"/>
              <a:t>Formatvorlagen des Textmasters bearbeiten</a:t>
            </a:r>
          </a:p>
          <a:p>
            <a:pPr lvl="1"/>
            <a:r>
              <a:rPr lang="de-AT" dirty="0"/>
              <a:t>Zweite Ebene</a:t>
            </a:r>
          </a:p>
          <a:p>
            <a:pPr lvl="2"/>
            <a:r>
              <a:rPr lang="de-AT" dirty="0"/>
              <a:t>Dritte Ebene</a:t>
            </a:r>
          </a:p>
          <a:p>
            <a:pPr lvl="3"/>
            <a:r>
              <a:rPr lang="de-AT" dirty="0"/>
              <a:t>Vierte Ebene</a:t>
            </a:r>
          </a:p>
          <a:p>
            <a:pPr lvl="4"/>
            <a:r>
              <a:rPr lang="de-AT" dirty="0"/>
              <a:t>Fünfte Ebene</a:t>
            </a:r>
          </a:p>
        </p:txBody>
      </p:sp>
      <p:sp>
        <p:nvSpPr>
          <p:cNvPr id="20" name="Textplatzhalter 6">
            <a:extLst>
              <a:ext uri="{FF2B5EF4-FFF2-40B4-BE49-F238E27FC236}">
                <a16:creationId xmlns:a16="http://schemas.microsoft.com/office/drawing/2014/main" id="{A54B1CBB-2721-4614-885C-583E3BDC6D59}"/>
              </a:ext>
            </a:extLst>
          </p:cNvPr>
          <p:cNvSpPr>
            <a:spLocks noGrp="1"/>
          </p:cNvSpPr>
          <p:nvPr>
            <p:ph type="body" sz="quarter" idx="20" hasCustomPrompt="1"/>
            <p:custDataLst>
              <p:tags r:id="rId5"/>
            </p:custDataLst>
          </p:nvPr>
        </p:nvSpPr>
        <p:spPr>
          <a:xfrm>
            <a:off x="1308099" y="5795962"/>
            <a:ext cx="4464000" cy="100013"/>
          </a:xfrm>
        </p:spPr>
        <p:txBody>
          <a:bodyPr anchor="b"/>
          <a:lstStyle>
            <a:lvl1pPr marL="0" indent="0">
              <a:buNone/>
              <a:defRPr sz="800" cap="all" baseline="0"/>
            </a:lvl1pPr>
          </a:lstStyle>
          <a:p>
            <a:pPr marL="0" marR="0" lvl="0" indent="0" algn="l" defTabSz="914400" rtl="0" eaLnBrk="1" fontAlgn="auto" latinLnBrk="0" hangingPunct="1">
              <a:lnSpc>
                <a:spcPct val="90000"/>
              </a:lnSpc>
              <a:spcBef>
                <a:spcPts val="600"/>
              </a:spcBef>
              <a:spcAft>
                <a:spcPts val="0"/>
              </a:spcAft>
              <a:buClr>
                <a:schemeClr val="tx2"/>
              </a:buClr>
              <a:buSzPct val="90000"/>
              <a:buFont typeface="Arial" panose="020B0604020202020204" pitchFamily="34" charset="0"/>
              <a:buNone/>
              <a:tabLst/>
              <a:defRPr/>
            </a:pPr>
            <a:r>
              <a:rPr lang="de-AT" dirty="0"/>
              <a:t>© Copyright-Info, Quelle, …</a:t>
            </a:r>
          </a:p>
        </p:txBody>
      </p:sp>
      <p:sp>
        <p:nvSpPr>
          <p:cNvPr id="19" name="Inhaltsplatzhalter 3">
            <a:extLst>
              <a:ext uri="{FF2B5EF4-FFF2-40B4-BE49-F238E27FC236}">
                <a16:creationId xmlns:a16="http://schemas.microsoft.com/office/drawing/2014/main" id="{C28CA6E3-ADBB-46D6-A1FC-9C929E9483AA}"/>
              </a:ext>
            </a:extLst>
          </p:cNvPr>
          <p:cNvSpPr>
            <a:spLocks noGrp="1"/>
          </p:cNvSpPr>
          <p:nvPr>
            <p:ph sz="half" idx="19" hasCustomPrompt="1"/>
            <p:custDataLst>
              <p:tags r:id="rId6"/>
            </p:custDataLst>
          </p:nvPr>
        </p:nvSpPr>
        <p:spPr>
          <a:xfrm>
            <a:off x="6419848" y="1956817"/>
            <a:ext cx="4465639" cy="3767708"/>
          </a:xfrm>
        </p:spPr>
        <p:txBody>
          <a:bodyPr/>
          <a:lstStyle>
            <a:lvl1pPr>
              <a:buClr>
                <a:schemeClr val="accent1"/>
              </a:buClr>
              <a:defRPr/>
            </a:lvl1pPr>
            <a:lvl2pPr>
              <a:buClr>
                <a:schemeClr val="accent1"/>
              </a:buClr>
              <a:defRPr/>
            </a:lvl2pPr>
            <a:lvl3pPr>
              <a:buClr>
                <a:schemeClr val="accent1"/>
              </a:buClr>
              <a:defRPr/>
            </a:lvl3pPr>
            <a:lvl4pPr>
              <a:buClr>
                <a:schemeClr val="accent1"/>
              </a:buClr>
              <a:defRPr/>
            </a:lvl4pPr>
            <a:lvl5pPr>
              <a:buClr>
                <a:schemeClr val="accent1"/>
              </a:buClr>
              <a:defRPr/>
            </a:lvl5pPr>
          </a:lstStyle>
          <a:p>
            <a:pPr lvl="0"/>
            <a:r>
              <a:rPr lang="de-AT" dirty="0"/>
              <a:t>Formatvorlagen des Textmasters bearbeiten</a:t>
            </a:r>
          </a:p>
          <a:p>
            <a:pPr lvl="1"/>
            <a:r>
              <a:rPr lang="de-AT" dirty="0"/>
              <a:t>Zweite Ebene</a:t>
            </a:r>
          </a:p>
          <a:p>
            <a:pPr lvl="2"/>
            <a:r>
              <a:rPr lang="de-AT" dirty="0"/>
              <a:t>Dritte Ebene</a:t>
            </a:r>
          </a:p>
          <a:p>
            <a:pPr lvl="3"/>
            <a:r>
              <a:rPr lang="de-AT" dirty="0"/>
              <a:t>Vierte Ebene</a:t>
            </a:r>
          </a:p>
          <a:p>
            <a:pPr lvl="4"/>
            <a:r>
              <a:rPr lang="de-AT" dirty="0"/>
              <a:t>Fünfte Ebene</a:t>
            </a:r>
          </a:p>
        </p:txBody>
      </p:sp>
      <p:sp>
        <p:nvSpPr>
          <p:cNvPr id="21" name="Textplatzhalter 6">
            <a:extLst>
              <a:ext uri="{FF2B5EF4-FFF2-40B4-BE49-F238E27FC236}">
                <a16:creationId xmlns:a16="http://schemas.microsoft.com/office/drawing/2014/main" id="{5F649EA5-E092-4F48-89BC-59787C8A4B08}"/>
              </a:ext>
            </a:extLst>
          </p:cNvPr>
          <p:cNvSpPr>
            <a:spLocks noGrp="1"/>
          </p:cNvSpPr>
          <p:nvPr>
            <p:ph type="body" sz="quarter" idx="21" hasCustomPrompt="1"/>
            <p:custDataLst>
              <p:tags r:id="rId7"/>
            </p:custDataLst>
          </p:nvPr>
        </p:nvSpPr>
        <p:spPr>
          <a:xfrm>
            <a:off x="6422935" y="5795962"/>
            <a:ext cx="4464000" cy="100013"/>
          </a:xfrm>
        </p:spPr>
        <p:txBody>
          <a:bodyPr anchor="b"/>
          <a:lstStyle>
            <a:lvl1pPr marL="0" indent="0">
              <a:buNone/>
              <a:defRPr sz="800" cap="all" baseline="0"/>
            </a:lvl1pPr>
          </a:lstStyle>
          <a:p>
            <a:pPr marL="0" marR="0" lvl="0" indent="0" algn="l" defTabSz="914400" rtl="0" eaLnBrk="1" fontAlgn="auto" latinLnBrk="0" hangingPunct="1">
              <a:lnSpc>
                <a:spcPct val="90000"/>
              </a:lnSpc>
              <a:spcBef>
                <a:spcPts val="600"/>
              </a:spcBef>
              <a:spcAft>
                <a:spcPts val="0"/>
              </a:spcAft>
              <a:buClr>
                <a:schemeClr val="tx2"/>
              </a:buClr>
              <a:buSzPct val="90000"/>
              <a:buFont typeface="Arial" panose="020B0604020202020204" pitchFamily="34" charset="0"/>
              <a:buNone/>
              <a:tabLst/>
              <a:defRPr/>
            </a:pPr>
            <a:r>
              <a:rPr lang="de-AT" dirty="0"/>
              <a:t>© Copyright-Info, Quelle, …</a:t>
            </a:r>
          </a:p>
        </p:txBody>
      </p:sp>
      <p:sp>
        <p:nvSpPr>
          <p:cNvPr id="7" name="Fußzeilenplatzhalter 6">
            <a:extLst>
              <a:ext uri="{FF2B5EF4-FFF2-40B4-BE49-F238E27FC236}">
                <a16:creationId xmlns:a16="http://schemas.microsoft.com/office/drawing/2014/main" id="{08DF6979-56D6-4B18-BAB7-859190730799}"/>
              </a:ext>
            </a:extLst>
          </p:cNvPr>
          <p:cNvSpPr>
            <a:spLocks noGrp="1"/>
          </p:cNvSpPr>
          <p:nvPr>
            <p:ph type="ftr" sz="quarter" idx="16"/>
          </p:nvPr>
        </p:nvSpPr>
        <p:spPr/>
        <p:txBody>
          <a:bodyPr/>
          <a:lstStyle/>
          <a:p>
            <a:r>
              <a:rPr lang="de-AT"/>
              <a:t>Musterpräsentation | September 2021</a:t>
            </a:r>
            <a:endParaRPr lang="de-AT" dirty="0"/>
          </a:p>
        </p:txBody>
      </p:sp>
      <p:sp>
        <p:nvSpPr>
          <p:cNvPr id="8" name="Foliennummernplatzhalter 7">
            <a:extLst>
              <a:ext uri="{FF2B5EF4-FFF2-40B4-BE49-F238E27FC236}">
                <a16:creationId xmlns:a16="http://schemas.microsoft.com/office/drawing/2014/main" id="{6CF1862D-E8F4-4C35-877A-4230D6BD966C}"/>
              </a:ext>
            </a:extLst>
          </p:cNvPr>
          <p:cNvSpPr>
            <a:spLocks noGrp="1"/>
          </p:cNvSpPr>
          <p:nvPr>
            <p:ph type="sldNum" sz="quarter" idx="17"/>
          </p:nvPr>
        </p:nvSpPr>
        <p:spPr/>
        <p:txBody>
          <a:bodyPr/>
          <a:lstStyle/>
          <a:p>
            <a:fld id="{418F7AD7-DC47-44A0-A9D7-F1C17BFD6F09}" type="slidenum">
              <a:rPr lang="de-AT" smtClean="0"/>
              <a:pPr/>
              <a:t>‹#›</a:t>
            </a:fld>
            <a:endParaRPr lang="de-AT" dirty="0"/>
          </a:p>
        </p:txBody>
      </p:sp>
    </p:spTree>
    <p:extLst>
      <p:ext uri="{BB962C8B-B14F-4D97-AF65-F5344CB8AC3E}">
        <p14:creationId xmlns:p14="http://schemas.microsoft.com/office/powerpoint/2010/main" val="3914983723"/>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Logo klein - 3 Inhalte">
    <p:spTree>
      <p:nvGrpSpPr>
        <p:cNvPr id="1" name=""/>
        <p:cNvGrpSpPr/>
        <p:nvPr/>
      </p:nvGrpSpPr>
      <p:grpSpPr>
        <a:xfrm>
          <a:off x="0" y="0"/>
          <a:ext cx="0" cy="0"/>
          <a:chOff x="0" y="0"/>
          <a:chExt cx="0" cy="0"/>
        </a:xfrm>
      </p:grpSpPr>
      <p:pic>
        <p:nvPicPr>
          <p:cNvPr id="17" name="Grafik 16">
            <a:extLst>
              <a:ext uri="{FF2B5EF4-FFF2-40B4-BE49-F238E27FC236}">
                <a16:creationId xmlns:a16="http://schemas.microsoft.com/office/drawing/2014/main" id="{1A0C5AC3-D69A-452C-8ADE-D933E076B90D}"/>
              </a:ext>
            </a:extLst>
          </p:cNvPr>
          <p:cNvPicPr>
            <a:picLocks noChangeAspect="1"/>
          </p:cNvPicPr>
          <p:nvPr userDrawn="1">
            <p:custDataLst>
              <p:tags r:id="rId1"/>
            </p:custDataLst>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461963" y="468438"/>
            <a:ext cx="488826" cy="488826"/>
          </a:xfrm>
          <a:prstGeom prst="rect">
            <a:avLst/>
          </a:prstGeom>
        </p:spPr>
      </p:pic>
      <p:sp>
        <p:nvSpPr>
          <p:cNvPr id="2" name="Titel 1">
            <a:extLst>
              <a:ext uri="{FF2B5EF4-FFF2-40B4-BE49-F238E27FC236}">
                <a16:creationId xmlns:a16="http://schemas.microsoft.com/office/drawing/2014/main" id="{CB637127-39B7-41CD-ADEB-36B572791C6D}"/>
              </a:ext>
            </a:extLst>
          </p:cNvPr>
          <p:cNvSpPr>
            <a:spLocks noGrp="1"/>
          </p:cNvSpPr>
          <p:nvPr>
            <p:ph type="title"/>
            <p:custDataLst>
              <p:tags r:id="rId2"/>
            </p:custDataLst>
          </p:nvPr>
        </p:nvSpPr>
        <p:spPr>
          <a:xfrm>
            <a:off x="1308100" y="468438"/>
            <a:ext cx="9577388" cy="828675"/>
          </a:xfrm>
        </p:spPr>
        <p:txBody>
          <a:bodyPr anchor="t"/>
          <a:lstStyle>
            <a:lvl1pPr>
              <a:defRPr sz="2800"/>
            </a:lvl1pPr>
          </a:lstStyle>
          <a:p>
            <a:r>
              <a:rPr lang="en-US"/>
              <a:t>Click to edit Master title style</a:t>
            </a:r>
            <a:endParaRPr lang="de-AT" dirty="0"/>
          </a:p>
        </p:txBody>
      </p:sp>
      <p:sp>
        <p:nvSpPr>
          <p:cNvPr id="16" name="Inhaltsplatzhalter 2">
            <a:extLst>
              <a:ext uri="{FF2B5EF4-FFF2-40B4-BE49-F238E27FC236}">
                <a16:creationId xmlns:a16="http://schemas.microsoft.com/office/drawing/2014/main" id="{E5B81E50-C817-4FBC-803F-285AF00E8A2C}"/>
              </a:ext>
            </a:extLst>
          </p:cNvPr>
          <p:cNvSpPr>
            <a:spLocks noGrp="1"/>
          </p:cNvSpPr>
          <p:nvPr>
            <p:ph sz="half" idx="1" hasCustomPrompt="1"/>
            <p:custDataLst>
              <p:tags r:id="rId3"/>
            </p:custDataLst>
          </p:nvPr>
        </p:nvSpPr>
        <p:spPr>
          <a:xfrm>
            <a:off x="1307364" y="1549400"/>
            <a:ext cx="2880000" cy="4175125"/>
          </a:xfrm>
        </p:spPr>
        <p:txBody>
          <a:bodyPr/>
          <a:lstStyle>
            <a:lvl1pPr>
              <a:buClr>
                <a:schemeClr val="accent1"/>
              </a:buClr>
              <a:defRPr/>
            </a:lvl1pPr>
            <a:lvl2pPr>
              <a:buClr>
                <a:schemeClr val="accent1"/>
              </a:buClr>
              <a:defRPr/>
            </a:lvl2pPr>
            <a:lvl3pPr>
              <a:buClr>
                <a:schemeClr val="accent1"/>
              </a:buClr>
              <a:defRPr/>
            </a:lvl3pPr>
            <a:lvl4pPr>
              <a:buClr>
                <a:schemeClr val="accent1"/>
              </a:buClr>
              <a:defRPr/>
            </a:lvl4pPr>
            <a:lvl5pPr>
              <a:buClr>
                <a:schemeClr val="accent1"/>
              </a:buClr>
              <a:defRPr/>
            </a:lvl5pPr>
          </a:lstStyle>
          <a:p>
            <a:pPr lvl="0"/>
            <a:r>
              <a:rPr lang="de-AT" dirty="0"/>
              <a:t>Formatvorlagen des Textmasters bearbeiten</a:t>
            </a:r>
          </a:p>
          <a:p>
            <a:pPr lvl="1"/>
            <a:r>
              <a:rPr lang="de-AT" dirty="0"/>
              <a:t>Zweite Ebene</a:t>
            </a:r>
          </a:p>
          <a:p>
            <a:pPr lvl="2"/>
            <a:r>
              <a:rPr lang="de-AT" dirty="0"/>
              <a:t>Dritte Ebene</a:t>
            </a:r>
          </a:p>
          <a:p>
            <a:pPr lvl="3"/>
            <a:r>
              <a:rPr lang="de-AT" dirty="0"/>
              <a:t>Vierte Ebene</a:t>
            </a:r>
          </a:p>
          <a:p>
            <a:pPr lvl="4"/>
            <a:r>
              <a:rPr lang="de-AT" dirty="0"/>
              <a:t>Fünfte Ebene</a:t>
            </a:r>
          </a:p>
        </p:txBody>
      </p:sp>
      <p:sp>
        <p:nvSpPr>
          <p:cNvPr id="14" name="Textplatzhalter 6">
            <a:extLst>
              <a:ext uri="{FF2B5EF4-FFF2-40B4-BE49-F238E27FC236}">
                <a16:creationId xmlns:a16="http://schemas.microsoft.com/office/drawing/2014/main" id="{76DACEAC-FE72-4485-BA61-32B70B55C30B}"/>
              </a:ext>
            </a:extLst>
          </p:cNvPr>
          <p:cNvSpPr>
            <a:spLocks noGrp="1"/>
          </p:cNvSpPr>
          <p:nvPr>
            <p:ph type="body" sz="quarter" idx="18" hasCustomPrompt="1"/>
            <p:custDataLst>
              <p:tags r:id="rId4"/>
            </p:custDataLst>
          </p:nvPr>
        </p:nvSpPr>
        <p:spPr>
          <a:xfrm>
            <a:off x="1308099" y="5795962"/>
            <a:ext cx="2880000" cy="100013"/>
          </a:xfrm>
        </p:spPr>
        <p:txBody>
          <a:bodyPr anchor="b"/>
          <a:lstStyle>
            <a:lvl1pPr marL="0" indent="0">
              <a:buNone/>
              <a:defRPr sz="800" cap="all" baseline="0"/>
            </a:lvl1pPr>
          </a:lstStyle>
          <a:p>
            <a:pPr marL="0" marR="0" lvl="0" indent="0" algn="l" defTabSz="914400" rtl="0" eaLnBrk="1" fontAlgn="auto" latinLnBrk="0" hangingPunct="1">
              <a:lnSpc>
                <a:spcPct val="90000"/>
              </a:lnSpc>
              <a:spcBef>
                <a:spcPts val="600"/>
              </a:spcBef>
              <a:spcAft>
                <a:spcPts val="0"/>
              </a:spcAft>
              <a:buClr>
                <a:schemeClr val="tx2"/>
              </a:buClr>
              <a:buSzPct val="90000"/>
              <a:buFont typeface="Arial" panose="020B0604020202020204" pitchFamily="34" charset="0"/>
              <a:buNone/>
              <a:tabLst/>
              <a:defRPr/>
            </a:pPr>
            <a:r>
              <a:rPr lang="de-AT" dirty="0"/>
              <a:t>© Copyright-Info, Quelle, …</a:t>
            </a:r>
          </a:p>
        </p:txBody>
      </p:sp>
      <p:sp>
        <p:nvSpPr>
          <p:cNvPr id="18" name="Inhaltsplatzhalter 3">
            <a:extLst>
              <a:ext uri="{FF2B5EF4-FFF2-40B4-BE49-F238E27FC236}">
                <a16:creationId xmlns:a16="http://schemas.microsoft.com/office/drawing/2014/main" id="{4269F25B-1382-4303-B158-37D6475FFA54}"/>
              </a:ext>
            </a:extLst>
          </p:cNvPr>
          <p:cNvSpPr>
            <a:spLocks noGrp="1"/>
          </p:cNvSpPr>
          <p:nvPr>
            <p:ph sz="half" idx="2" hasCustomPrompt="1"/>
            <p:custDataLst>
              <p:tags r:id="rId5"/>
            </p:custDataLst>
          </p:nvPr>
        </p:nvSpPr>
        <p:spPr>
          <a:xfrm>
            <a:off x="4656024" y="1549400"/>
            <a:ext cx="2880000" cy="4175125"/>
          </a:xfrm>
        </p:spPr>
        <p:txBody>
          <a:bodyPr/>
          <a:lstStyle>
            <a:lvl1pPr>
              <a:buClr>
                <a:schemeClr val="accent1"/>
              </a:buClr>
              <a:defRPr/>
            </a:lvl1pPr>
            <a:lvl2pPr>
              <a:buClr>
                <a:schemeClr val="accent1"/>
              </a:buClr>
              <a:defRPr/>
            </a:lvl2pPr>
            <a:lvl3pPr>
              <a:buClr>
                <a:schemeClr val="accent1"/>
              </a:buClr>
              <a:defRPr/>
            </a:lvl3pPr>
            <a:lvl4pPr>
              <a:buClr>
                <a:schemeClr val="accent1"/>
              </a:buClr>
              <a:defRPr/>
            </a:lvl4pPr>
            <a:lvl5pPr>
              <a:buClr>
                <a:schemeClr val="accent1"/>
              </a:buClr>
              <a:defRPr/>
            </a:lvl5pPr>
          </a:lstStyle>
          <a:p>
            <a:pPr lvl="0"/>
            <a:r>
              <a:rPr lang="de-AT" dirty="0"/>
              <a:t>Formatvorlagen des Textmasters bearbeiten</a:t>
            </a:r>
          </a:p>
          <a:p>
            <a:pPr lvl="1"/>
            <a:r>
              <a:rPr lang="de-AT" dirty="0"/>
              <a:t>Zweite Ebene</a:t>
            </a:r>
          </a:p>
          <a:p>
            <a:pPr lvl="2"/>
            <a:r>
              <a:rPr lang="de-AT" dirty="0"/>
              <a:t>Dritte Ebene</a:t>
            </a:r>
          </a:p>
          <a:p>
            <a:pPr lvl="3"/>
            <a:r>
              <a:rPr lang="de-AT" dirty="0"/>
              <a:t>Vierte Ebene</a:t>
            </a:r>
          </a:p>
          <a:p>
            <a:pPr lvl="4"/>
            <a:r>
              <a:rPr lang="de-AT" dirty="0"/>
              <a:t>Fünfte Ebene</a:t>
            </a:r>
          </a:p>
        </p:txBody>
      </p:sp>
      <p:sp>
        <p:nvSpPr>
          <p:cNvPr id="15" name="Textplatzhalter 6">
            <a:extLst>
              <a:ext uri="{FF2B5EF4-FFF2-40B4-BE49-F238E27FC236}">
                <a16:creationId xmlns:a16="http://schemas.microsoft.com/office/drawing/2014/main" id="{69E1E176-0BF8-48FB-9C78-4D3C31917A0F}"/>
              </a:ext>
            </a:extLst>
          </p:cNvPr>
          <p:cNvSpPr>
            <a:spLocks noGrp="1"/>
          </p:cNvSpPr>
          <p:nvPr>
            <p:ph type="body" sz="quarter" idx="19" hasCustomPrompt="1"/>
            <p:custDataLst>
              <p:tags r:id="rId6"/>
            </p:custDataLst>
          </p:nvPr>
        </p:nvSpPr>
        <p:spPr>
          <a:xfrm>
            <a:off x="4656023" y="5795962"/>
            <a:ext cx="2880000" cy="100013"/>
          </a:xfrm>
        </p:spPr>
        <p:txBody>
          <a:bodyPr anchor="b"/>
          <a:lstStyle>
            <a:lvl1pPr marL="0" indent="0">
              <a:buNone/>
              <a:defRPr sz="800" cap="all" baseline="0"/>
            </a:lvl1pPr>
          </a:lstStyle>
          <a:p>
            <a:pPr marL="0" marR="0" lvl="0" indent="0" algn="l" defTabSz="914400" rtl="0" eaLnBrk="1" fontAlgn="auto" latinLnBrk="0" hangingPunct="1">
              <a:lnSpc>
                <a:spcPct val="90000"/>
              </a:lnSpc>
              <a:spcBef>
                <a:spcPts val="600"/>
              </a:spcBef>
              <a:spcAft>
                <a:spcPts val="0"/>
              </a:spcAft>
              <a:buClr>
                <a:schemeClr val="tx2"/>
              </a:buClr>
              <a:buSzPct val="90000"/>
              <a:buFont typeface="Arial" panose="020B0604020202020204" pitchFamily="34" charset="0"/>
              <a:buNone/>
              <a:tabLst/>
              <a:defRPr/>
            </a:pPr>
            <a:r>
              <a:rPr lang="de-AT" dirty="0"/>
              <a:t>© Copyright-Info, Quelle, …</a:t>
            </a:r>
          </a:p>
        </p:txBody>
      </p:sp>
      <p:sp>
        <p:nvSpPr>
          <p:cNvPr id="19" name="Inhaltsplatzhalter 3">
            <a:extLst>
              <a:ext uri="{FF2B5EF4-FFF2-40B4-BE49-F238E27FC236}">
                <a16:creationId xmlns:a16="http://schemas.microsoft.com/office/drawing/2014/main" id="{F17CFAD3-D27F-4386-BB6A-DA7CD5FCD531}"/>
              </a:ext>
            </a:extLst>
          </p:cNvPr>
          <p:cNvSpPr>
            <a:spLocks noGrp="1"/>
          </p:cNvSpPr>
          <p:nvPr>
            <p:ph sz="half" idx="17" hasCustomPrompt="1"/>
            <p:custDataLst>
              <p:tags r:id="rId7"/>
            </p:custDataLst>
          </p:nvPr>
        </p:nvSpPr>
        <p:spPr>
          <a:xfrm>
            <a:off x="8004683" y="1549400"/>
            <a:ext cx="2880000" cy="4175125"/>
          </a:xfrm>
        </p:spPr>
        <p:txBody>
          <a:bodyPr/>
          <a:lstStyle>
            <a:lvl1pPr>
              <a:buClr>
                <a:schemeClr val="accent1"/>
              </a:buClr>
              <a:defRPr/>
            </a:lvl1pPr>
            <a:lvl2pPr>
              <a:buClr>
                <a:schemeClr val="accent1"/>
              </a:buClr>
              <a:defRPr/>
            </a:lvl2pPr>
            <a:lvl3pPr>
              <a:buClr>
                <a:schemeClr val="accent1"/>
              </a:buClr>
              <a:defRPr/>
            </a:lvl3pPr>
            <a:lvl4pPr>
              <a:buClr>
                <a:schemeClr val="accent1"/>
              </a:buClr>
              <a:defRPr/>
            </a:lvl4pPr>
            <a:lvl5pPr>
              <a:buClr>
                <a:schemeClr val="accent1"/>
              </a:buClr>
              <a:defRPr/>
            </a:lvl5pPr>
          </a:lstStyle>
          <a:p>
            <a:pPr lvl="0"/>
            <a:r>
              <a:rPr lang="de-AT" dirty="0"/>
              <a:t>Formatvorlagen des Textmasters bearbeiten</a:t>
            </a:r>
          </a:p>
          <a:p>
            <a:pPr lvl="1"/>
            <a:r>
              <a:rPr lang="de-AT" dirty="0"/>
              <a:t>Zweite Ebene</a:t>
            </a:r>
          </a:p>
          <a:p>
            <a:pPr lvl="2"/>
            <a:r>
              <a:rPr lang="de-AT" dirty="0"/>
              <a:t>Dritte Ebene</a:t>
            </a:r>
          </a:p>
          <a:p>
            <a:pPr lvl="3"/>
            <a:r>
              <a:rPr lang="de-AT" dirty="0"/>
              <a:t>Vierte Ebene</a:t>
            </a:r>
          </a:p>
          <a:p>
            <a:pPr lvl="4"/>
            <a:r>
              <a:rPr lang="de-AT" dirty="0"/>
              <a:t>Fünfte Ebene</a:t>
            </a:r>
          </a:p>
        </p:txBody>
      </p:sp>
      <p:sp>
        <p:nvSpPr>
          <p:cNvPr id="22" name="Textplatzhalter 6">
            <a:extLst>
              <a:ext uri="{FF2B5EF4-FFF2-40B4-BE49-F238E27FC236}">
                <a16:creationId xmlns:a16="http://schemas.microsoft.com/office/drawing/2014/main" id="{ECD8C927-8B97-4C3A-A82C-BD0BF859A357}"/>
              </a:ext>
            </a:extLst>
          </p:cNvPr>
          <p:cNvSpPr>
            <a:spLocks noGrp="1"/>
          </p:cNvSpPr>
          <p:nvPr>
            <p:ph type="body" sz="quarter" idx="20" hasCustomPrompt="1"/>
            <p:custDataLst>
              <p:tags r:id="rId8"/>
            </p:custDataLst>
          </p:nvPr>
        </p:nvSpPr>
        <p:spPr>
          <a:xfrm>
            <a:off x="8003901" y="5795962"/>
            <a:ext cx="2880000" cy="100013"/>
          </a:xfrm>
        </p:spPr>
        <p:txBody>
          <a:bodyPr anchor="b"/>
          <a:lstStyle>
            <a:lvl1pPr marL="0" indent="0">
              <a:buNone/>
              <a:defRPr sz="800" cap="all" baseline="0"/>
            </a:lvl1pPr>
          </a:lstStyle>
          <a:p>
            <a:pPr marL="0" marR="0" lvl="0" indent="0" algn="l" defTabSz="914400" rtl="0" eaLnBrk="1" fontAlgn="auto" latinLnBrk="0" hangingPunct="1">
              <a:lnSpc>
                <a:spcPct val="90000"/>
              </a:lnSpc>
              <a:spcBef>
                <a:spcPts val="600"/>
              </a:spcBef>
              <a:spcAft>
                <a:spcPts val="0"/>
              </a:spcAft>
              <a:buClr>
                <a:schemeClr val="tx2"/>
              </a:buClr>
              <a:buSzPct val="90000"/>
              <a:buFont typeface="Arial" panose="020B0604020202020204" pitchFamily="34" charset="0"/>
              <a:buNone/>
              <a:tabLst/>
              <a:defRPr/>
            </a:pPr>
            <a:r>
              <a:rPr lang="de-AT" dirty="0"/>
              <a:t>© Copyright-Info, Quelle, …</a:t>
            </a:r>
          </a:p>
        </p:txBody>
      </p:sp>
      <p:sp>
        <p:nvSpPr>
          <p:cNvPr id="6" name="Fußzeilenplatzhalter 5">
            <a:extLst>
              <a:ext uri="{FF2B5EF4-FFF2-40B4-BE49-F238E27FC236}">
                <a16:creationId xmlns:a16="http://schemas.microsoft.com/office/drawing/2014/main" id="{C5A49CA1-FA2C-4221-B4C1-B59C1E0F7B4B}"/>
              </a:ext>
            </a:extLst>
          </p:cNvPr>
          <p:cNvSpPr>
            <a:spLocks noGrp="1"/>
          </p:cNvSpPr>
          <p:nvPr>
            <p:ph type="ftr" sz="quarter" idx="15"/>
          </p:nvPr>
        </p:nvSpPr>
        <p:spPr/>
        <p:txBody>
          <a:bodyPr/>
          <a:lstStyle/>
          <a:p>
            <a:r>
              <a:rPr lang="de-AT"/>
              <a:t>Musterpräsentation | September 2021</a:t>
            </a:r>
            <a:endParaRPr lang="de-AT" dirty="0"/>
          </a:p>
        </p:txBody>
      </p:sp>
      <p:sp>
        <p:nvSpPr>
          <p:cNvPr id="7" name="Foliennummernplatzhalter 6">
            <a:extLst>
              <a:ext uri="{FF2B5EF4-FFF2-40B4-BE49-F238E27FC236}">
                <a16:creationId xmlns:a16="http://schemas.microsoft.com/office/drawing/2014/main" id="{444A1E6C-0A49-4AE4-B97A-06341D14321F}"/>
              </a:ext>
            </a:extLst>
          </p:cNvPr>
          <p:cNvSpPr>
            <a:spLocks noGrp="1"/>
          </p:cNvSpPr>
          <p:nvPr>
            <p:ph type="sldNum" sz="quarter" idx="16"/>
          </p:nvPr>
        </p:nvSpPr>
        <p:spPr/>
        <p:txBody>
          <a:bodyPr/>
          <a:lstStyle/>
          <a:p>
            <a:fld id="{418F7AD7-DC47-44A0-A9D7-F1C17BFD6F09}" type="slidenum">
              <a:rPr lang="de-AT" smtClean="0"/>
              <a:pPr/>
              <a:t>‹#›</a:t>
            </a:fld>
            <a:endParaRPr lang="de-AT" dirty="0"/>
          </a:p>
        </p:txBody>
      </p:sp>
    </p:spTree>
    <p:extLst>
      <p:ext uri="{BB962C8B-B14F-4D97-AF65-F5344CB8AC3E}">
        <p14:creationId xmlns:p14="http://schemas.microsoft.com/office/powerpoint/2010/main" val="3818406859"/>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Logo klein - Text und Bild groß">
    <p:spTree>
      <p:nvGrpSpPr>
        <p:cNvPr id="1" name=""/>
        <p:cNvGrpSpPr/>
        <p:nvPr/>
      </p:nvGrpSpPr>
      <p:grpSpPr>
        <a:xfrm>
          <a:off x="0" y="0"/>
          <a:ext cx="0" cy="0"/>
          <a:chOff x="0" y="0"/>
          <a:chExt cx="0" cy="0"/>
        </a:xfrm>
      </p:grpSpPr>
      <p:pic>
        <p:nvPicPr>
          <p:cNvPr id="12" name="Grafik 11">
            <a:extLst>
              <a:ext uri="{FF2B5EF4-FFF2-40B4-BE49-F238E27FC236}">
                <a16:creationId xmlns:a16="http://schemas.microsoft.com/office/drawing/2014/main" id="{C80B18DB-87A6-4902-B08F-EEEF6A4C490F}"/>
              </a:ext>
            </a:extLst>
          </p:cNvPr>
          <p:cNvPicPr>
            <a:picLocks noChangeAspect="1"/>
          </p:cNvPicPr>
          <p:nvPr userDrawn="1">
            <p:custDataLst>
              <p:tags r:id="rId1"/>
            </p:custDataLst>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461963" y="468438"/>
            <a:ext cx="488826" cy="488826"/>
          </a:xfrm>
          <a:prstGeom prst="rect">
            <a:avLst/>
          </a:prstGeom>
        </p:spPr>
      </p:pic>
      <p:sp>
        <p:nvSpPr>
          <p:cNvPr id="2" name="Titel 1">
            <a:extLst>
              <a:ext uri="{FF2B5EF4-FFF2-40B4-BE49-F238E27FC236}">
                <a16:creationId xmlns:a16="http://schemas.microsoft.com/office/drawing/2014/main" id="{DB424605-8FAF-42C4-8B55-1E41E515CBDE}"/>
              </a:ext>
            </a:extLst>
          </p:cNvPr>
          <p:cNvSpPr>
            <a:spLocks noGrp="1"/>
          </p:cNvSpPr>
          <p:nvPr>
            <p:ph type="title"/>
            <p:custDataLst>
              <p:tags r:id="rId2"/>
            </p:custDataLst>
          </p:nvPr>
        </p:nvSpPr>
        <p:spPr>
          <a:xfrm>
            <a:off x="1308100" y="468438"/>
            <a:ext cx="4464050" cy="828675"/>
          </a:xfrm>
        </p:spPr>
        <p:txBody>
          <a:bodyPr anchor="t"/>
          <a:lstStyle>
            <a:lvl1pPr>
              <a:defRPr sz="2800"/>
            </a:lvl1pPr>
          </a:lstStyle>
          <a:p>
            <a:r>
              <a:rPr lang="en-US"/>
              <a:t>Click to edit Master title style</a:t>
            </a:r>
            <a:endParaRPr lang="de-AT" dirty="0"/>
          </a:p>
        </p:txBody>
      </p:sp>
      <p:sp>
        <p:nvSpPr>
          <p:cNvPr id="7" name="Textplatzhalter 6">
            <a:extLst>
              <a:ext uri="{FF2B5EF4-FFF2-40B4-BE49-F238E27FC236}">
                <a16:creationId xmlns:a16="http://schemas.microsoft.com/office/drawing/2014/main" id="{BE736EC6-E18D-421D-815A-07C67D0C5B1D}"/>
              </a:ext>
            </a:extLst>
          </p:cNvPr>
          <p:cNvSpPr>
            <a:spLocks noGrp="1"/>
          </p:cNvSpPr>
          <p:nvPr>
            <p:ph type="body" sz="quarter" idx="11" hasCustomPrompt="1"/>
            <p:custDataLst>
              <p:tags r:id="rId3"/>
            </p:custDataLst>
          </p:nvPr>
        </p:nvSpPr>
        <p:spPr>
          <a:xfrm>
            <a:off x="1308101" y="1549400"/>
            <a:ext cx="4464050" cy="4346575"/>
          </a:xfrm>
        </p:spPr>
        <p:txBody>
          <a:bodyPr/>
          <a:lstStyle>
            <a:lvl1pPr>
              <a:buClr>
                <a:schemeClr val="accent1"/>
              </a:buClr>
              <a:defRPr/>
            </a:lvl1pPr>
            <a:lvl2pPr>
              <a:buClr>
                <a:schemeClr val="accent1"/>
              </a:buClr>
              <a:defRPr/>
            </a:lvl2pPr>
            <a:lvl3pPr>
              <a:buClr>
                <a:schemeClr val="accent1"/>
              </a:buClr>
              <a:defRPr/>
            </a:lvl3pPr>
            <a:lvl4pPr>
              <a:buClr>
                <a:schemeClr val="accent1"/>
              </a:buClr>
              <a:defRPr/>
            </a:lvl4pPr>
            <a:lvl5pPr>
              <a:buClr>
                <a:schemeClr val="accent1"/>
              </a:buClr>
              <a:defRPr/>
            </a:lvl5pPr>
          </a:lstStyle>
          <a:p>
            <a:pPr lvl="0"/>
            <a:r>
              <a:rPr lang="de-AT" dirty="0"/>
              <a:t>Formatvorlagen des Textmasters bearbeiten</a:t>
            </a:r>
          </a:p>
          <a:p>
            <a:pPr lvl="1"/>
            <a:r>
              <a:rPr lang="de-AT" dirty="0"/>
              <a:t>Zweite Ebene</a:t>
            </a:r>
          </a:p>
          <a:p>
            <a:pPr lvl="2"/>
            <a:r>
              <a:rPr lang="de-AT" dirty="0"/>
              <a:t>Dritte Ebene</a:t>
            </a:r>
          </a:p>
          <a:p>
            <a:pPr lvl="3"/>
            <a:r>
              <a:rPr lang="de-AT" dirty="0"/>
              <a:t>Vierte Ebene</a:t>
            </a:r>
          </a:p>
          <a:p>
            <a:pPr lvl="4"/>
            <a:r>
              <a:rPr lang="de-AT" dirty="0"/>
              <a:t>Fünfte Ebene</a:t>
            </a:r>
          </a:p>
        </p:txBody>
      </p:sp>
      <p:sp>
        <p:nvSpPr>
          <p:cNvPr id="11" name="Bildplatzhalter 10">
            <a:extLst>
              <a:ext uri="{FF2B5EF4-FFF2-40B4-BE49-F238E27FC236}">
                <a16:creationId xmlns:a16="http://schemas.microsoft.com/office/drawing/2014/main" id="{90032777-F022-4926-B155-9B65CA68852D}"/>
              </a:ext>
            </a:extLst>
          </p:cNvPr>
          <p:cNvSpPr>
            <a:spLocks noGrp="1"/>
          </p:cNvSpPr>
          <p:nvPr>
            <p:ph type="pic" sz="quarter" idx="12"/>
            <p:custDataLst>
              <p:tags r:id="rId4"/>
            </p:custDataLst>
          </p:nvPr>
        </p:nvSpPr>
        <p:spPr>
          <a:xfrm>
            <a:off x="6419850" y="466725"/>
            <a:ext cx="5292725" cy="5257800"/>
          </a:xfrm>
        </p:spPr>
        <p:txBody>
          <a:bodyPr/>
          <a:lstStyle>
            <a:lvl1pPr marL="0" indent="0">
              <a:buNone/>
              <a:defRPr/>
            </a:lvl1pPr>
          </a:lstStyle>
          <a:p>
            <a:r>
              <a:rPr lang="en-US"/>
              <a:t>Click icon to add picture</a:t>
            </a:r>
            <a:endParaRPr lang="de-AT" dirty="0"/>
          </a:p>
        </p:txBody>
      </p:sp>
      <p:sp>
        <p:nvSpPr>
          <p:cNvPr id="13" name="Textplatzhalter 6">
            <a:extLst>
              <a:ext uri="{FF2B5EF4-FFF2-40B4-BE49-F238E27FC236}">
                <a16:creationId xmlns:a16="http://schemas.microsoft.com/office/drawing/2014/main" id="{AAA324F2-230D-45D1-9B3D-460855588C8F}"/>
              </a:ext>
            </a:extLst>
          </p:cNvPr>
          <p:cNvSpPr>
            <a:spLocks noGrp="1"/>
          </p:cNvSpPr>
          <p:nvPr>
            <p:ph type="body" sz="quarter" idx="20" hasCustomPrompt="1"/>
            <p:custDataLst>
              <p:tags r:id="rId5"/>
            </p:custDataLst>
          </p:nvPr>
        </p:nvSpPr>
        <p:spPr>
          <a:xfrm>
            <a:off x="6422935" y="5795962"/>
            <a:ext cx="5292000" cy="100013"/>
          </a:xfrm>
        </p:spPr>
        <p:txBody>
          <a:bodyPr anchor="b"/>
          <a:lstStyle>
            <a:lvl1pPr marL="0" indent="0">
              <a:buNone/>
              <a:defRPr sz="800" cap="all" baseline="0"/>
            </a:lvl1pPr>
          </a:lstStyle>
          <a:p>
            <a:pPr marL="0" marR="0" lvl="0" indent="0" algn="l" defTabSz="914400" rtl="0" eaLnBrk="1" fontAlgn="auto" latinLnBrk="0" hangingPunct="1">
              <a:lnSpc>
                <a:spcPct val="90000"/>
              </a:lnSpc>
              <a:spcBef>
                <a:spcPts val="600"/>
              </a:spcBef>
              <a:spcAft>
                <a:spcPts val="0"/>
              </a:spcAft>
              <a:buClr>
                <a:schemeClr val="tx2"/>
              </a:buClr>
              <a:buSzPct val="90000"/>
              <a:buFont typeface="Arial" panose="020B0604020202020204" pitchFamily="34" charset="0"/>
              <a:buNone/>
              <a:tabLst/>
              <a:defRPr/>
            </a:pPr>
            <a:r>
              <a:rPr lang="de-AT" dirty="0"/>
              <a:t>© Copyright-Info, Quelle, …</a:t>
            </a:r>
          </a:p>
        </p:txBody>
      </p:sp>
      <p:sp>
        <p:nvSpPr>
          <p:cNvPr id="5" name="Fußzeilenplatzhalter 4">
            <a:extLst>
              <a:ext uri="{FF2B5EF4-FFF2-40B4-BE49-F238E27FC236}">
                <a16:creationId xmlns:a16="http://schemas.microsoft.com/office/drawing/2014/main" id="{F7EB1758-E825-49FE-BFC8-D85EC096652B}"/>
              </a:ext>
            </a:extLst>
          </p:cNvPr>
          <p:cNvSpPr>
            <a:spLocks noGrp="1"/>
          </p:cNvSpPr>
          <p:nvPr>
            <p:ph type="ftr" sz="quarter" idx="14"/>
          </p:nvPr>
        </p:nvSpPr>
        <p:spPr/>
        <p:txBody>
          <a:bodyPr/>
          <a:lstStyle/>
          <a:p>
            <a:r>
              <a:rPr lang="de-AT"/>
              <a:t>Musterpräsentation | September 2021</a:t>
            </a:r>
            <a:endParaRPr lang="de-AT" dirty="0"/>
          </a:p>
        </p:txBody>
      </p:sp>
      <p:sp>
        <p:nvSpPr>
          <p:cNvPr id="6" name="Foliennummernplatzhalter 5">
            <a:extLst>
              <a:ext uri="{FF2B5EF4-FFF2-40B4-BE49-F238E27FC236}">
                <a16:creationId xmlns:a16="http://schemas.microsoft.com/office/drawing/2014/main" id="{A38B308E-9401-4426-8362-E403648191D6}"/>
              </a:ext>
            </a:extLst>
          </p:cNvPr>
          <p:cNvSpPr>
            <a:spLocks noGrp="1"/>
          </p:cNvSpPr>
          <p:nvPr>
            <p:ph type="sldNum" sz="quarter" idx="15"/>
          </p:nvPr>
        </p:nvSpPr>
        <p:spPr/>
        <p:txBody>
          <a:bodyPr/>
          <a:lstStyle/>
          <a:p>
            <a:fld id="{418F7AD7-DC47-44A0-A9D7-F1C17BFD6F09}" type="slidenum">
              <a:rPr lang="de-AT" smtClean="0"/>
              <a:pPr/>
              <a:t>‹#›</a:t>
            </a:fld>
            <a:endParaRPr lang="de-AT" dirty="0"/>
          </a:p>
        </p:txBody>
      </p:sp>
    </p:spTree>
    <p:extLst>
      <p:ext uri="{BB962C8B-B14F-4D97-AF65-F5344CB8AC3E}">
        <p14:creationId xmlns:p14="http://schemas.microsoft.com/office/powerpoint/2010/main" val="625947763"/>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Logo klein - Text und Bild Querformat">
    <p:spTree>
      <p:nvGrpSpPr>
        <p:cNvPr id="1" name=""/>
        <p:cNvGrpSpPr/>
        <p:nvPr/>
      </p:nvGrpSpPr>
      <p:grpSpPr>
        <a:xfrm>
          <a:off x="0" y="0"/>
          <a:ext cx="0" cy="0"/>
          <a:chOff x="0" y="0"/>
          <a:chExt cx="0" cy="0"/>
        </a:xfrm>
      </p:grpSpPr>
      <p:pic>
        <p:nvPicPr>
          <p:cNvPr id="12" name="Grafik 11">
            <a:extLst>
              <a:ext uri="{FF2B5EF4-FFF2-40B4-BE49-F238E27FC236}">
                <a16:creationId xmlns:a16="http://schemas.microsoft.com/office/drawing/2014/main" id="{B641D741-C485-431B-AB18-BF0A3F576B60}"/>
              </a:ext>
            </a:extLst>
          </p:cNvPr>
          <p:cNvPicPr>
            <a:picLocks noChangeAspect="1"/>
          </p:cNvPicPr>
          <p:nvPr userDrawn="1">
            <p:custDataLst>
              <p:tags r:id="rId1"/>
            </p:custDataLst>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461963" y="468438"/>
            <a:ext cx="488826" cy="488826"/>
          </a:xfrm>
          <a:prstGeom prst="rect">
            <a:avLst/>
          </a:prstGeom>
        </p:spPr>
      </p:pic>
      <p:sp>
        <p:nvSpPr>
          <p:cNvPr id="2" name="Titel 1">
            <a:extLst>
              <a:ext uri="{FF2B5EF4-FFF2-40B4-BE49-F238E27FC236}">
                <a16:creationId xmlns:a16="http://schemas.microsoft.com/office/drawing/2014/main" id="{6511301B-9B7A-4FC8-899A-DA9F10DE5C84}"/>
              </a:ext>
            </a:extLst>
          </p:cNvPr>
          <p:cNvSpPr>
            <a:spLocks noGrp="1"/>
          </p:cNvSpPr>
          <p:nvPr>
            <p:ph type="title"/>
            <p:custDataLst>
              <p:tags r:id="rId2"/>
            </p:custDataLst>
          </p:nvPr>
        </p:nvSpPr>
        <p:spPr>
          <a:xfrm>
            <a:off x="1308100" y="468438"/>
            <a:ext cx="10404474" cy="828675"/>
          </a:xfrm>
        </p:spPr>
        <p:txBody>
          <a:bodyPr anchor="t"/>
          <a:lstStyle>
            <a:lvl1pPr>
              <a:defRPr sz="2800"/>
            </a:lvl1pPr>
          </a:lstStyle>
          <a:p>
            <a:r>
              <a:rPr lang="en-US"/>
              <a:t>Click to edit Master title style</a:t>
            </a:r>
            <a:endParaRPr lang="de-AT" dirty="0"/>
          </a:p>
        </p:txBody>
      </p:sp>
      <p:sp>
        <p:nvSpPr>
          <p:cNvPr id="7" name="Textplatzhalter 6">
            <a:extLst>
              <a:ext uri="{FF2B5EF4-FFF2-40B4-BE49-F238E27FC236}">
                <a16:creationId xmlns:a16="http://schemas.microsoft.com/office/drawing/2014/main" id="{BE736EC6-E18D-421D-815A-07C67D0C5B1D}"/>
              </a:ext>
            </a:extLst>
          </p:cNvPr>
          <p:cNvSpPr>
            <a:spLocks noGrp="1"/>
          </p:cNvSpPr>
          <p:nvPr>
            <p:ph type="body" sz="quarter" idx="11" hasCustomPrompt="1"/>
            <p:custDataLst>
              <p:tags r:id="rId3"/>
            </p:custDataLst>
          </p:nvPr>
        </p:nvSpPr>
        <p:spPr>
          <a:xfrm>
            <a:off x="1308101" y="1549400"/>
            <a:ext cx="4464050" cy="4346575"/>
          </a:xfrm>
        </p:spPr>
        <p:txBody>
          <a:bodyPr/>
          <a:lstStyle>
            <a:lvl1pPr>
              <a:buClr>
                <a:schemeClr val="accent1"/>
              </a:buClr>
              <a:defRPr/>
            </a:lvl1pPr>
            <a:lvl2pPr>
              <a:buClr>
                <a:schemeClr val="accent1"/>
              </a:buClr>
              <a:defRPr/>
            </a:lvl2pPr>
            <a:lvl3pPr>
              <a:buClr>
                <a:schemeClr val="accent1"/>
              </a:buClr>
              <a:defRPr/>
            </a:lvl3pPr>
            <a:lvl4pPr>
              <a:buClr>
                <a:schemeClr val="accent1"/>
              </a:buClr>
              <a:defRPr/>
            </a:lvl4pPr>
            <a:lvl5pPr>
              <a:buClr>
                <a:schemeClr val="accent1"/>
              </a:buClr>
              <a:defRPr/>
            </a:lvl5pPr>
          </a:lstStyle>
          <a:p>
            <a:pPr lvl="0"/>
            <a:r>
              <a:rPr lang="de-AT" dirty="0"/>
              <a:t>Formatvorlagen des Textmasters bearbeiten</a:t>
            </a:r>
          </a:p>
          <a:p>
            <a:pPr lvl="1"/>
            <a:r>
              <a:rPr lang="de-AT" dirty="0"/>
              <a:t>Zweite Ebene</a:t>
            </a:r>
          </a:p>
          <a:p>
            <a:pPr lvl="2"/>
            <a:r>
              <a:rPr lang="de-AT" dirty="0"/>
              <a:t>Dritte Ebene</a:t>
            </a:r>
          </a:p>
          <a:p>
            <a:pPr lvl="3"/>
            <a:r>
              <a:rPr lang="de-AT" dirty="0"/>
              <a:t>Vierte Ebene</a:t>
            </a:r>
          </a:p>
          <a:p>
            <a:pPr lvl="4"/>
            <a:r>
              <a:rPr lang="de-AT" dirty="0"/>
              <a:t>Fünfte Ebene</a:t>
            </a:r>
          </a:p>
        </p:txBody>
      </p:sp>
      <p:sp>
        <p:nvSpPr>
          <p:cNvPr id="11" name="Bildplatzhalter 10">
            <a:extLst>
              <a:ext uri="{FF2B5EF4-FFF2-40B4-BE49-F238E27FC236}">
                <a16:creationId xmlns:a16="http://schemas.microsoft.com/office/drawing/2014/main" id="{90032777-F022-4926-B155-9B65CA68852D}"/>
              </a:ext>
            </a:extLst>
          </p:cNvPr>
          <p:cNvSpPr>
            <a:spLocks noGrp="1"/>
          </p:cNvSpPr>
          <p:nvPr>
            <p:ph type="pic" sz="quarter" idx="12"/>
            <p:custDataLst>
              <p:tags r:id="rId4"/>
            </p:custDataLst>
          </p:nvPr>
        </p:nvSpPr>
        <p:spPr>
          <a:xfrm>
            <a:off x="6419850" y="1549400"/>
            <a:ext cx="5292725" cy="3527426"/>
          </a:xfrm>
        </p:spPr>
        <p:txBody>
          <a:bodyPr/>
          <a:lstStyle>
            <a:lvl1pPr marL="0" indent="0">
              <a:buNone/>
              <a:defRPr/>
            </a:lvl1pPr>
          </a:lstStyle>
          <a:p>
            <a:r>
              <a:rPr lang="en-US"/>
              <a:t>Click icon to add picture</a:t>
            </a:r>
            <a:endParaRPr lang="de-AT" dirty="0"/>
          </a:p>
        </p:txBody>
      </p:sp>
      <p:sp>
        <p:nvSpPr>
          <p:cNvPr id="16" name="Textplatzhalter 6">
            <a:extLst>
              <a:ext uri="{FF2B5EF4-FFF2-40B4-BE49-F238E27FC236}">
                <a16:creationId xmlns:a16="http://schemas.microsoft.com/office/drawing/2014/main" id="{F5C7B036-BA63-4EF3-A22E-A1F0AF81DC5D}"/>
              </a:ext>
            </a:extLst>
          </p:cNvPr>
          <p:cNvSpPr>
            <a:spLocks noGrp="1"/>
          </p:cNvSpPr>
          <p:nvPr>
            <p:ph type="body" sz="quarter" idx="20" hasCustomPrompt="1"/>
            <p:custDataLst>
              <p:tags r:id="rId5"/>
            </p:custDataLst>
          </p:nvPr>
        </p:nvSpPr>
        <p:spPr>
          <a:xfrm>
            <a:off x="6422935" y="5141912"/>
            <a:ext cx="5292000" cy="100013"/>
          </a:xfrm>
        </p:spPr>
        <p:txBody>
          <a:bodyPr anchor="b"/>
          <a:lstStyle>
            <a:lvl1pPr marL="0" indent="0">
              <a:buNone/>
              <a:defRPr sz="800" cap="all" baseline="0"/>
            </a:lvl1pPr>
          </a:lstStyle>
          <a:p>
            <a:pPr marL="0" marR="0" lvl="0" indent="0" algn="l" defTabSz="914400" rtl="0" eaLnBrk="1" fontAlgn="auto" latinLnBrk="0" hangingPunct="1">
              <a:lnSpc>
                <a:spcPct val="90000"/>
              </a:lnSpc>
              <a:spcBef>
                <a:spcPts val="600"/>
              </a:spcBef>
              <a:spcAft>
                <a:spcPts val="0"/>
              </a:spcAft>
              <a:buClr>
                <a:schemeClr val="tx2"/>
              </a:buClr>
              <a:buSzPct val="90000"/>
              <a:buFont typeface="Arial" panose="020B0604020202020204" pitchFamily="34" charset="0"/>
              <a:buNone/>
              <a:tabLst/>
              <a:defRPr/>
            </a:pPr>
            <a:r>
              <a:rPr lang="de-AT" dirty="0"/>
              <a:t>© Copyright-Info, Quelle, …</a:t>
            </a:r>
          </a:p>
        </p:txBody>
      </p:sp>
      <p:sp>
        <p:nvSpPr>
          <p:cNvPr id="5" name="Fußzeilenplatzhalter 4">
            <a:extLst>
              <a:ext uri="{FF2B5EF4-FFF2-40B4-BE49-F238E27FC236}">
                <a16:creationId xmlns:a16="http://schemas.microsoft.com/office/drawing/2014/main" id="{7868A473-3BB1-4067-8830-F9B01DC5086E}"/>
              </a:ext>
            </a:extLst>
          </p:cNvPr>
          <p:cNvSpPr>
            <a:spLocks noGrp="1"/>
          </p:cNvSpPr>
          <p:nvPr>
            <p:ph type="ftr" sz="quarter" idx="14"/>
          </p:nvPr>
        </p:nvSpPr>
        <p:spPr/>
        <p:txBody>
          <a:bodyPr/>
          <a:lstStyle/>
          <a:p>
            <a:r>
              <a:rPr lang="de-AT"/>
              <a:t>Musterpräsentation | September 2021</a:t>
            </a:r>
            <a:endParaRPr lang="de-AT" dirty="0"/>
          </a:p>
        </p:txBody>
      </p:sp>
      <p:sp>
        <p:nvSpPr>
          <p:cNvPr id="6" name="Foliennummernplatzhalter 5">
            <a:extLst>
              <a:ext uri="{FF2B5EF4-FFF2-40B4-BE49-F238E27FC236}">
                <a16:creationId xmlns:a16="http://schemas.microsoft.com/office/drawing/2014/main" id="{54E5E550-2AEE-40CC-B9A5-572A524B8A15}"/>
              </a:ext>
            </a:extLst>
          </p:cNvPr>
          <p:cNvSpPr>
            <a:spLocks noGrp="1"/>
          </p:cNvSpPr>
          <p:nvPr>
            <p:ph type="sldNum" sz="quarter" idx="15"/>
          </p:nvPr>
        </p:nvSpPr>
        <p:spPr/>
        <p:txBody>
          <a:bodyPr/>
          <a:lstStyle/>
          <a:p>
            <a:fld id="{418F7AD7-DC47-44A0-A9D7-F1C17BFD6F09}" type="slidenum">
              <a:rPr lang="de-AT" smtClean="0"/>
              <a:pPr/>
              <a:t>‹#›</a:t>
            </a:fld>
            <a:endParaRPr lang="de-AT" dirty="0"/>
          </a:p>
        </p:txBody>
      </p:sp>
    </p:spTree>
    <p:extLst>
      <p:ext uri="{BB962C8B-B14F-4D97-AF65-F5344CB8AC3E}">
        <p14:creationId xmlns:p14="http://schemas.microsoft.com/office/powerpoint/2010/main" val="1370378904"/>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Logo klein - Tabelle">
    <p:spTree>
      <p:nvGrpSpPr>
        <p:cNvPr id="1" name=""/>
        <p:cNvGrpSpPr/>
        <p:nvPr/>
      </p:nvGrpSpPr>
      <p:grpSpPr>
        <a:xfrm>
          <a:off x="0" y="0"/>
          <a:ext cx="0" cy="0"/>
          <a:chOff x="0" y="0"/>
          <a:chExt cx="0" cy="0"/>
        </a:xfrm>
      </p:grpSpPr>
      <p:pic>
        <p:nvPicPr>
          <p:cNvPr id="14" name="Grafik 13">
            <a:extLst>
              <a:ext uri="{FF2B5EF4-FFF2-40B4-BE49-F238E27FC236}">
                <a16:creationId xmlns:a16="http://schemas.microsoft.com/office/drawing/2014/main" id="{3A680E4C-E350-49CA-B362-D5E27C2C7084}"/>
              </a:ext>
            </a:extLst>
          </p:cNvPr>
          <p:cNvPicPr>
            <a:picLocks noChangeAspect="1"/>
          </p:cNvPicPr>
          <p:nvPr userDrawn="1">
            <p:custDataLst>
              <p:tags r:id="rId1"/>
            </p:custDataLst>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461963" y="468438"/>
            <a:ext cx="488826" cy="488826"/>
          </a:xfrm>
          <a:prstGeom prst="rect">
            <a:avLst/>
          </a:prstGeom>
        </p:spPr>
      </p:pic>
      <p:sp>
        <p:nvSpPr>
          <p:cNvPr id="4" name="Titel 3">
            <a:extLst>
              <a:ext uri="{FF2B5EF4-FFF2-40B4-BE49-F238E27FC236}">
                <a16:creationId xmlns:a16="http://schemas.microsoft.com/office/drawing/2014/main" id="{684F57D3-A4C9-4846-A645-1B4E4C67FEEF}"/>
              </a:ext>
            </a:extLst>
          </p:cNvPr>
          <p:cNvSpPr>
            <a:spLocks noGrp="1"/>
          </p:cNvSpPr>
          <p:nvPr>
            <p:ph type="title"/>
            <p:custDataLst>
              <p:tags r:id="rId2"/>
            </p:custDataLst>
          </p:nvPr>
        </p:nvSpPr>
        <p:spPr>
          <a:xfrm>
            <a:off x="1308100" y="468438"/>
            <a:ext cx="10404475" cy="828675"/>
          </a:xfrm>
        </p:spPr>
        <p:txBody>
          <a:bodyPr anchor="t"/>
          <a:lstStyle>
            <a:lvl1pPr>
              <a:defRPr sz="2800"/>
            </a:lvl1pPr>
          </a:lstStyle>
          <a:p>
            <a:r>
              <a:rPr lang="en-US"/>
              <a:t>Click to edit Master title style</a:t>
            </a:r>
            <a:endParaRPr lang="de-AT" dirty="0"/>
          </a:p>
        </p:txBody>
      </p:sp>
      <p:sp>
        <p:nvSpPr>
          <p:cNvPr id="7" name="Tabellenplatzhalter 6">
            <a:extLst>
              <a:ext uri="{FF2B5EF4-FFF2-40B4-BE49-F238E27FC236}">
                <a16:creationId xmlns:a16="http://schemas.microsoft.com/office/drawing/2014/main" id="{16875FCD-3D13-4E90-B3E6-1E014D587D9B}"/>
              </a:ext>
            </a:extLst>
          </p:cNvPr>
          <p:cNvSpPr>
            <a:spLocks noGrp="1"/>
          </p:cNvSpPr>
          <p:nvPr>
            <p:ph type="tbl" sz="quarter" idx="11"/>
            <p:custDataLst>
              <p:tags r:id="rId3"/>
            </p:custDataLst>
          </p:nvPr>
        </p:nvSpPr>
        <p:spPr>
          <a:xfrm>
            <a:off x="1308100" y="1549400"/>
            <a:ext cx="10404475" cy="4175125"/>
          </a:xfrm>
        </p:spPr>
        <p:txBody>
          <a:bodyPr/>
          <a:lstStyle>
            <a:lvl1pPr marL="0" indent="0">
              <a:buNone/>
              <a:defRPr/>
            </a:lvl1pPr>
          </a:lstStyle>
          <a:p>
            <a:r>
              <a:rPr lang="en-US"/>
              <a:t>Click icon to add table</a:t>
            </a:r>
            <a:endParaRPr lang="de-AT" dirty="0"/>
          </a:p>
        </p:txBody>
      </p:sp>
      <p:sp>
        <p:nvSpPr>
          <p:cNvPr id="10" name="Textplatzhalter 6">
            <a:extLst>
              <a:ext uri="{FF2B5EF4-FFF2-40B4-BE49-F238E27FC236}">
                <a16:creationId xmlns:a16="http://schemas.microsoft.com/office/drawing/2014/main" id="{17D854DD-9F1E-4B53-A47D-AD1BCFA810A8}"/>
              </a:ext>
            </a:extLst>
          </p:cNvPr>
          <p:cNvSpPr>
            <a:spLocks noGrp="1"/>
          </p:cNvSpPr>
          <p:nvPr>
            <p:ph type="body" sz="quarter" idx="20" hasCustomPrompt="1"/>
            <p:custDataLst>
              <p:tags r:id="rId4"/>
            </p:custDataLst>
          </p:nvPr>
        </p:nvSpPr>
        <p:spPr>
          <a:xfrm>
            <a:off x="1308100" y="5795962"/>
            <a:ext cx="10406836" cy="100013"/>
          </a:xfrm>
        </p:spPr>
        <p:txBody>
          <a:bodyPr anchor="b"/>
          <a:lstStyle>
            <a:lvl1pPr marL="0" indent="0">
              <a:buNone/>
              <a:defRPr sz="800" cap="all" baseline="0"/>
            </a:lvl1pPr>
          </a:lstStyle>
          <a:p>
            <a:pPr marL="0" marR="0" lvl="0" indent="0" algn="l" defTabSz="914400" rtl="0" eaLnBrk="1" fontAlgn="auto" latinLnBrk="0" hangingPunct="1">
              <a:lnSpc>
                <a:spcPct val="90000"/>
              </a:lnSpc>
              <a:spcBef>
                <a:spcPts val="600"/>
              </a:spcBef>
              <a:spcAft>
                <a:spcPts val="0"/>
              </a:spcAft>
              <a:buClr>
                <a:schemeClr val="tx2"/>
              </a:buClr>
              <a:buSzPct val="90000"/>
              <a:buFont typeface="Arial" panose="020B0604020202020204" pitchFamily="34" charset="0"/>
              <a:buNone/>
              <a:tabLst/>
              <a:defRPr/>
            </a:pPr>
            <a:r>
              <a:rPr lang="de-AT" dirty="0"/>
              <a:t>© Copyright-Info, Quelle, …</a:t>
            </a:r>
          </a:p>
        </p:txBody>
      </p:sp>
      <p:sp>
        <p:nvSpPr>
          <p:cNvPr id="6" name="Fußzeilenplatzhalter 5">
            <a:extLst>
              <a:ext uri="{FF2B5EF4-FFF2-40B4-BE49-F238E27FC236}">
                <a16:creationId xmlns:a16="http://schemas.microsoft.com/office/drawing/2014/main" id="{2F46B341-2E3B-48DF-8934-61B25EEE7504}"/>
              </a:ext>
            </a:extLst>
          </p:cNvPr>
          <p:cNvSpPr>
            <a:spLocks noGrp="1"/>
          </p:cNvSpPr>
          <p:nvPr>
            <p:ph type="ftr" sz="quarter" idx="14"/>
          </p:nvPr>
        </p:nvSpPr>
        <p:spPr/>
        <p:txBody>
          <a:bodyPr/>
          <a:lstStyle/>
          <a:p>
            <a:r>
              <a:rPr lang="de-AT"/>
              <a:t>Musterpräsentation | September 2021</a:t>
            </a:r>
            <a:endParaRPr lang="de-AT" dirty="0"/>
          </a:p>
        </p:txBody>
      </p:sp>
      <p:sp>
        <p:nvSpPr>
          <p:cNvPr id="8" name="Foliennummernplatzhalter 7">
            <a:extLst>
              <a:ext uri="{FF2B5EF4-FFF2-40B4-BE49-F238E27FC236}">
                <a16:creationId xmlns:a16="http://schemas.microsoft.com/office/drawing/2014/main" id="{1F6012AB-A28A-4A12-888B-75D0EE4CAC4B}"/>
              </a:ext>
            </a:extLst>
          </p:cNvPr>
          <p:cNvSpPr>
            <a:spLocks noGrp="1"/>
          </p:cNvSpPr>
          <p:nvPr>
            <p:ph type="sldNum" sz="quarter" idx="15"/>
          </p:nvPr>
        </p:nvSpPr>
        <p:spPr/>
        <p:txBody>
          <a:bodyPr/>
          <a:lstStyle/>
          <a:p>
            <a:fld id="{418F7AD7-DC47-44A0-A9D7-F1C17BFD6F09}" type="slidenum">
              <a:rPr lang="de-AT" smtClean="0"/>
              <a:pPr/>
              <a:t>‹#›</a:t>
            </a:fld>
            <a:endParaRPr lang="de-AT" dirty="0"/>
          </a:p>
        </p:txBody>
      </p:sp>
    </p:spTree>
    <p:extLst>
      <p:ext uri="{BB962C8B-B14F-4D97-AF65-F5344CB8AC3E}">
        <p14:creationId xmlns:p14="http://schemas.microsoft.com/office/powerpoint/2010/main" val="2931445989"/>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Logo klein - Text und Diagramm">
    <p:spTree>
      <p:nvGrpSpPr>
        <p:cNvPr id="1" name=""/>
        <p:cNvGrpSpPr/>
        <p:nvPr/>
      </p:nvGrpSpPr>
      <p:grpSpPr>
        <a:xfrm>
          <a:off x="0" y="0"/>
          <a:ext cx="0" cy="0"/>
          <a:chOff x="0" y="0"/>
          <a:chExt cx="0" cy="0"/>
        </a:xfrm>
      </p:grpSpPr>
      <p:pic>
        <p:nvPicPr>
          <p:cNvPr id="15" name="Grafik 14">
            <a:extLst>
              <a:ext uri="{FF2B5EF4-FFF2-40B4-BE49-F238E27FC236}">
                <a16:creationId xmlns:a16="http://schemas.microsoft.com/office/drawing/2014/main" id="{3D72A57A-0B88-47A5-963A-6E6CF2A2A799}"/>
              </a:ext>
            </a:extLst>
          </p:cNvPr>
          <p:cNvPicPr>
            <a:picLocks noChangeAspect="1"/>
          </p:cNvPicPr>
          <p:nvPr userDrawn="1">
            <p:custDataLst>
              <p:tags r:id="rId1"/>
            </p:custDataLst>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461963" y="468438"/>
            <a:ext cx="488826" cy="488826"/>
          </a:xfrm>
          <a:prstGeom prst="rect">
            <a:avLst/>
          </a:prstGeom>
        </p:spPr>
      </p:pic>
      <p:sp>
        <p:nvSpPr>
          <p:cNvPr id="2" name="Titel 1">
            <a:extLst>
              <a:ext uri="{FF2B5EF4-FFF2-40B4-BE49-F238E27FC236}">
                <a16:creationId xmlns:a16="http://schemas.microsoft.com/office/drawing/2014/main" id="{9169EF57-E6AB-4B93-AF12-7986543DEC8B}"/>
              </a:ext>
            </a:extLst>
          </p:cNvPr>
          <p:cNvSpPr>
            <a:spLocks noGrp="1"/>
          </p:cNvSpPr>
          <p:nvPr>
            <p:ph type="title"/>
            <p:custDataLst>
              <p:tags r:id="rId2"/>
            </p:custDataLst>
          </p:nvPr>
        </p:nvSpPr>
        <p:spPr>
          <a:xfrm>
            <a:off x="1308423" y="468438"/>
            <a:ext cx="4458966" cy="828675"/>
          </a:xfrm>
        </p:spPr>
        <p:txBody>
          <a:bodyPr anchor="t"/>
          <a:lstStyle>
            <a:lvl1pPr>
              <a:defRPr sz="2800"/>
            </a:lvl1pPr>
          </a:lstStyle>
          <a:p>
            <a:r>
              <a:rPr lang="en-US"/>
              <a:t>Click to edit Master title style</a:t>
            </a:r>
            <a:endParaRPr lang="de-AT" dirty="0"/>
          </a:p>
        </p:txBody>
      </p:sp>
      <p:sp>
        <p:nvSpPr>
          <p:cNvPr id="7" name="Textplatzhalter 6">
            <a:extLst>
              <a:ext uri="{FF2B5EF4-FFF2-40B4-BE49-F238E27FC236}">
                <a16:creationId xmlns:a16="http://schemas.microsoft.com/office/drawing/2014/main" id="{BE736EC6-E18D-421D-815A-07C67D0C5B1D}"/>
              </a:ext>
            </a:extLst>
          </p:cNvPr>
          <p:cNvSpPr>
            <a:spLocks noGrp="1"/>
          </p:cNvSpPr>
          <p:nvPr>
            <p:ph type="body" sz="quarter" idx="11" hasCustomPrompt="1"/>
            <p:custDataLst>
              <p:tags r:id="rId3"/>
            </p:custDataLst>
          </p:nvPr>
        </p:nvSpPr>
        <p:spPr>
          <a:xfrm>
            <a:off x="1308101" y="1549400"/>
            <a:ext cx="4464050" cy="4346575"/>
          </a:xfrm>
        </p:spPr>
        <p:txBody>
          <a:bodyPr/>
          <a:lstStyle>
            <a:lvl1pPr>
              <a:buClr>
                <a:schemeClr val="accent1"/>
              </a:buClr>
              <a:defRPr/>
            </a:lvl1pPr>
            <a:lvl2pPr>
              <a:buClr>
                <a:schemeClr val="accent1"/>
              </a:buClr>
              <a:defRPr/>
            </a:lvl2pPr>
            <a:lvl3pPr>
              <a:buClr>
                <a:schemeClr val="accent1"/>
              </a:buClr>
              <a:defRPr/>
            </a:lvl3pPr>
            <a:lvl4pPr>
              <a:buClr>
                <a:schemeClr val="accent1"/>
              </a:buClr>
              <a:defRPr/>
            </a:lvl4pPr>
            <a:lvl5pPr>
              <a:buClr>
                <a:schemeClr val="accent1"/>
              </a:buClr>
              <a:defRPr/>
            </a:lvl5pPr>
          </a:lstStyle>
          <a:p>
            <a:pPr lvl="0"/>
            <a:r>
              <a:rPr lang="de-AT" dirty="0"/>
              <a:t>Formatvorlagen des Textmasters bearbeiten</a:t>
            </a:r>
          </a:p>
          <a:p>
            <a:pPr lvl="1"/>
            <a:r>
              <a:rPr lang="de-AT" dirty="0"/>
              <a:t>Zweite Ebene</a:t>
            </a:r>
          </a:p>
          <a:p>
            <a:pPr lvl="2"/>
            <a:r>
              <a:rPr lang="de-AT" dirty="0"/>
              <a:t>Dritte Ebene</a:t>
            </a:r>
          </a:p>
          <a:p>
            <a:pPr lvl="3"/>
            <a:r>
              <a:rPr lang="de-AT" dirty="0"/>
              <a:t>Vierte Ebene</a:t>
            </a:r>
          </a:p>
          <a:p>
            <a:pPr lvl="4"/>
            <a:r>
              <a:rPr lang="de-AT" dirty="0"/>
              <a:t>Fünfte Ebene</a:t>
            </a:r>
          </a:p>
        </p:txBody>
      </p:sp>
      <p:sp>
        <p:nvSpPr>
          <p:cNvPr id="3" name="Diagrammplatzhalter 2">
            <a:extLst>
              <a:ext uri="{FF2B5EF4-FFF2-40B4-BE49-F238E27FC236}">
                <a16:creationId xmlns:a16="http://schemas.microsoft.com/office/drawing/2014/main" id="{32E0DB4B-5F1B-42DD-83CB-F2653DB6A8BB}"/>
              </a:ext>
            </a:extLst>
          </p:cNvPr>
          <p:cNvSpPr>
            <a:spLocks noGrp="1"/>
          </p:cNvSpPr>
          <p:nvPr>
            <p:ph type="chart" sz="quarter" idx="14"/>
            <p:custDataLst>
              <p:tags r:id="rId4"/>
            </p:custDataLst>
          </p:nvPr>
        </p:nvSpPr>
        <p:spPr>
          <a:xfrm>
            <a:off x="6419850" y="468438"/>
            <a:ext cx="5292725" cy="5256087"/>
          </a:xfrm>
        </p:spPr>
        <p:txBody>
          <a:bodyPr/>
          <a:lstStyle>
            <a:lvl1pPr marL="0" indent="0">
              <a:buNone/>
              <a:defRPr/>
            </a:lvl1pPr>
          </a:lstStyle>
          <a:p>
            <a:r>
              <a:rPr lang="en-US"/>
              <a:t>Click icon to add chart</a:t>
            </a:r>
            <a:endParaRPr lang="de-AT" dirty="0"/>
          </a:p>
        </p:txBody>
      </p:sp>
      <p:sp>
        <p:nvSpPr>
          <p:cNvPr id="11" name="Textplatzhalter 6">
            <a:extLst>
              <a:ext uri="{FF2B5EF4-FFF2-40B4-BE49-F238E27FC236}">
                <a16:creationId xmlns:a16="http://schemas.microsoft.com/office/drawing/2014/main" id="{388F954D-4AA6-43D6-B116-7A4DEFDE530D}"/>
              </a:ext>
            </a:extLst>
          </p:cNvPr>
          <p:cNvSpPr>
            <a:spLocks noGrp="1"/>
          </p:cNvSpPr>
          <p:nvPr>
            <p:ph type="body" sz="quarter" idx="20" hasCustomPrompt="1"/>
            <p:custDataLst>
              <p:tags r:id="rId5"/>
            </p:custDataLst>
          </p:nvPr>
        </p:nvSpPr>
        <p:spPr>
          <a:xfrm>
            <a:off x="6422935" y="5795962"/>
            <a:ext cx="5292000" cy="100013"/>
          </a:xfrm>
        </p:spPr>
        <p:txBody>
          <a:bodyPr anchor="b"/>
          <a:lstStyle>
            <a:lvl1pPr marL="0" indent="0">
              <a:buNone/>
              <a:defRPr sz="800" cap="all" baseline="0"/>
            </a:lvl1pPr>
          </a:lstStyle>
          <a:p>
            <a:pPr marL="0" marR="0" lvl="0" indent="0" algn="l" defTabSz="914400" rtl="0" eaLnBrk="1" fontAlgn="auto" latinLnBrk="0" hangingPunct="1">
              <a:lnSpc>
                <a:spcPct val="90000"/>
              </a:lnSpc>
              <a:spcBef>
                <a:spcPts val="600"/>
              </a:spcBef>
              <a:spcAft>
                <a:spcPts val="0"/>
              </a:spcAft>
              <a:buClr>
                <a:schemeClr val="tx2"/>
              </a:buClr>
              <a:buSzPct val="90000"/>
              <a:buFont typeface="Arial" panose="020B0604020202020204" pitchFamily="34" charset="0"/>
              <a:buNone/>
              <a:tabLst/>
              <a:defRPr/>
            </a:pPr>
            <a:r>
              <a:rPr lang="de-AT" dirty="0"/>
              <a:t>© Copyright-Info, Quelle, …</a:t>
            </a:r>
          </a:p>
        </p:txBody>
      </p:sp>
      <p:sp>
        <p:nvSpPr>
          <p:cNvPr id="6" name="Fußzeilenplatzhalter 5">
            <a:extLst>
              <a:ext uri="{FF2B5EF4-FFF2-40B4-BE49-F238E27FC236}">
                <a16:creationId xmlns:a16="http://schemas.microsoft.com/office/drawing/2014/main" id="{71A1A9BF-3AED-4EFD-900F-A1F61F946FFE}"/>
              </a:ext>
            </a:extLst>
          </p:cNvPr>
          <p:cNvSpPr>
            <a:spLocks noGrp="1"/>
          </p:cNvSpPr>
          <p:nvPr>
            <p:ph type="ftr" sz="quarter" idx="15"/>
          </p:nvPr>
        </p:nvSpPr>
        <p:spPr/>
        <p:txBody>
          <a:bodyPr/>
          <a:lstStyle/>
          <a:p>
            <a:r>
              <a:rPr lang="de-AT"/>
              <a:t>Musterpräsentation | September 2021</a:t>
            </a:r>
            <a:endParaRPr lang="de-AT" dirty="0"/>
          </a:p>
        </p:txBody>
      </p:sp>
      <p:sp>
        <p:nvSpPr>
          <p:cNvPr id="8" name="Foliennummernplatzhalter 7">
            <a:extLst>
              <a:ext uri="{FF2B5EF4-FFF2-40B4-BE49-F238E27FC236}">
                <a16:creationId xmlns:a16="http://schemas.microsoft.com/office/drawing/2014/main" id="{C9AEF1F5-9CB9-45A4-A9BB-5CC1F835C7C6}"/>
              </a:ext>
            </a:extLst>
          </p:cNvPr>
          <p:cNvSpPr>
            <a:spLocks noGrp="1"/>
          </p:cNvSpPr>
          <p:nvPr>
            <p:ph type="sldNum" sz="quarter" idx="16"/>
          </p:nvPr>
        </p:nvSpPr>
        <p:spPr/>
        <p:txBody>
          <a:bodyPr/>
          <a:lstStyle/>
          <a:p>
            <a:fld id="{418F7AD7-DC47-44A0-A9D7-F1C17BFD6F09}" type="slidenum">
              <a:rPr lang="de-AT" smtClean="0"/>
              <a:pPr/>
              <a:t>‹#›</a:t>
            </a:fld>
            <a:endParaRPr lang="de-AT" dirty="0"/>
          </a:p>
        </p:txBody>
      </p:sp>
    </p:spTree>
    <p:extLst>
      <p:ext uri="{BB962C8B-B14F-4D97-AF65-F5344CB8AC3E}">
        <p14:creationId xmlns:p14="http://schemas.microsoft.com/office/powerpoint/2010/main" val="516032208"/>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Kontakt">
    <p:spTree>
      <p:nvGrpSpPr>
        <p:cNvPr id="1" name=""/>
        <p:cNvGrpSpPr/>
        <p:nvPr/>
      </p:nvGrpSpPr>
      <p:grpSpPr>
        <a:xfrm>
          <a:off x="0" y="0"/>
          <a:ext cx="0" cy="0"/>
          <a:chOff x="0" y="0"/>
          <a:chExt cx="0" cy="0"/>
        </a:xfrm>
      </p:grpSpPr>
      <p:pic>
        <p:nvPicPr>
          <p:cNvPr id="41" name="Grafik 40" descr="Logo der Technischen Universität Wien">
            <a:extLst>
              <a:ext uri="{FF2B5EF4-FFF2-40B4-BE49-F238E27FC236}">
                <a16:creationId xmlns:a16="http://schemas.microsoft.com/office/drawing/2014/main" id="{83392F52-F053-4B37-81F1-B63D0DE99D51}"/>
              </a:ext>
            </a:extLst>
          </p:cNvPr>
          <p:cNvPicPr/>
          <p:nvPr userDrawn="1">
            <p:custDataLst>
              <p:tags r:id="rId1"/>
            </p:custDataLst>
          </p:nvPr>
        </p:nvPicPr>
        <p:blipFill>
          <a:blip r:embed="rId5" cstate="print">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468287" y="466725"/>
            <a:ext cx="1939882" cy="734886"/>
          </a:xfrm>
          <a:prstGeom prst="rect">
            <a:avLst/>
          </a:prstGeom>
        </p:spPr>
      </p:pic>
      <p:sp>
        <p:nvSpPr>
          <p:cNvPr id="4" name="Titel 3">
            <a:extLst>
              <a:ext uri="{FF2B5EF4-FFF2-40B4-BE49-F238E27FC236}">
                <a16:creationId xmlns:a16="http://schemas.microsoft.com/office/drawing/2014/main" id="{A12C0C97-07D5-4F96-8247-518187567D1B}"/>
              </a:ext>
            </a:extLst>
          </p:cNvPr>
          <p:cNvSpPr>
            <a:spLocks noGrp="1"/>
          </p:cNvSpPr>
          <p:nvPr>
            <p:ph type="title" hasCustomPrompt="1"/>
            <p:custDataLst>
              <p:tags r:id="rId2"/>
            </p:custDataLst>
          </p:nvPr>
        </p:nvSpPr>
        <p:spPr>
          <a:xfrm>
            <a:off x="1307069" y="1549399"/>
            <a:ext cx="9289494" cy="828675"/>
          </a:xfrm>
        </p:spPr>
        <p:txBody>
          <a:bodyPr/>
          <a:lstStyle>
            <a:lvl1pPr>
              <a:defRPr/>
            </a:lvl1pPr>
          </a:lstStyle>
          <a:p>
            <a:r>
              <a:rPr lang="de-AT"/>
              <a:t>Kontaktinformationen</a:t>
            </a:r>
            <a:endParaRPr lang="de-AT" dirty="0"/>
          </a:p>
        </p:txBody>
      </p:sp>
      <p:sp>
        <p:nvSpPr>
          <p:cNvPr id="3" name="Textplatzhalter 2">
            <a:extLst>
              <a:ext uri="{FF2B5EF4-FFF2-40B4-BE49-F238E27FC236}">
                <a16:creationId xmlns:a16="http://schemas.microsoft.com/office/drawing/2014/main" id="{F233E7E8-1933-4C21-BF6B-D51AF4E4672E}"/>
              </a:ext>
            </a:extLst>
          </p:cNvPr>
          <p:cNvSpPr>
            <a:spLocks noGrp="1"/>
          </p:cNvSpPr>
          <p:nvPr>
            <p:ph type="body" idx="1" hasCustomPrompt="1"/>
            <p:custDataLst>
              <p:tags r:id="rId3"/>
            </p:custDataLst>
          </p:nvPr>
        </p:nvSpPr>
        <p:spPr>
          <a:xfrm>
            <a:off x="1307070" y="3429000"/>
            <a:ext cx="9289494" cy="2455545"/>
          </a:xfrm>
        </p:spPr>
        <p:txBody>
          <a:bodyPr wrap="square" anchor="b">
            <a:noAutofit/>
          </a:bodyPr>
          <a:lstStyle>
            <a:lvl1pPr marL="0" indent="0">
              <a:spcBef>
                <a:spcPts val="0"/>
              </a:spcBef>
              <a:buNone/>
              <a:defRPr sz="2000" b="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AT"/>
              <a:t>Kontaktdaten eingeben</a:t>
            </a:r>
            <a:endParaRPr lang="de-AT" dirty="0"/>
          </a:p>
        </p:txBody>
      </p:sp>
      <p:sp>
        <p:nvSpPr>
          <p:cNvPr id="5" name="Fußzeilenplatzhalter 4">
            <a:extLst>
              <a:ext uri="{FF2B5EF4-FFF2-40B4-BE49-F238E27FC236}">
                <a16:creationId xmlns:a16="http://schemas.microsoft.com/office/drawing/2014/main" id="{BACE00CB-9CCC-4A9D-A758-DD7AA927D5A0}"/>
              </a:ext>
            </a:extLst>
          </p:cNvPr>
          <p:cNvSpPr>
            <a:spLocks noGrp="1"/>
          </p:cNvSpPr>
          <p:nvPr>
            <p:ph type="ftr" sz="quarter" idx="10"/>
          </p:nvPr>
        </p:nvSpPr>
        <p:spPr/>
        <p:txBody>
          <a:bodyPr/>
          <a:lstStyle/>
          <a:p>
            <a:r>
              <a:rPr lang="de-AT"/>
              <a:t>Musterpräsentation | September 2021</a:t>
            </a:r>
            <a:endParaRPr lang="de-AT" dirty="0"/>
          </a:p>
        </p:txBody>
      </p:sp>
      <p:sp>
        <p:nvSpPr>
          <p:cNvPr id="6" name="Foliennummernplatzhalter 5">
            <a:extLst>
              <a:ext uri="{FF2B5EF4-FFF2-40B4-BE49-F238E27FC236}">
                <a16:creationId xmlns:a16="http://schemas.microsoft.com/office/drawing/2014/main" id="{9050ABF1-0BD3-4A46-9EEF-0778B9A7DE4E}"/>
              </a:ext>
            </a:extLst>
          </p:cNvPr>
          <p:cNvSpPr>
            <a:spLocks noGrp="1"/>
          </p:cNvSpPr>
          <p:nvPr>
            <p:ph type="sldNum" sz="quarter" idx="11"/>
          </p:nvPr>
        </p:nvSpPr>
        <p:spPr/>
        <p:txBody>
          <a:bodyPr/>
          <a:lstStyle/>
          <a:p>
            <a:fld id="{418F7AD7-DC47-44A0-A9D7-F1C17BFD6F09}" type="slidenum">
              <a:rPr lang="de-AT" smtClean="0"/>
              <a:pPr/>
              <a:t>‹#›</a:t>
            </a:fld>
            <a:endParaRPr lang="de-AT" dirty="0"/>
          </a:p>
        </p:txBody>
      </p:sp>
    </p:spTree>
    <p:extLst>
      <p:ext uri="{BB962C8B-B14F-4D97-AF65-F5344CB8AC3E}">
        <p14:creationId xmlns:p14="http://schemas.microsoft.com/office/powerpoint/2010/main" val="4274354305"/>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showMasterSp="0" type="blank" preserve="1">
  <p:cSld name="Leer">
    <p:spTree>
      <p:nvGrpSpPr>
        <p:cNvPr id="1" name=""/>
        <p:cNvGrpSpPr/>
        <p:nvPr/>
      </p:nvGrpSpPr>
      <p:grpSpPr>
        <a:xfrm>
          <a:off x="0" y="0"/>
          <a:ext cx="0" cy="0"/>
          <a:chOff x="0" y="0"/>
          <a:chExt cx="0" cy="0"/>
        </a:xfrm>
      </p:grpSpPr>
    </p:spTree>
    <p:extLst>
      <p:ext uri="{BB962C8B-B14F-4D97-AF65-F5344CB8AC3E}">
        <p14:creationId xmlns:p14="http://schemas.microsoft.com/office/powerpoint/2010/main" val="1735996818"/>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tags" Target="../tags/tag6.xml"/><Relationship Id="rId21" Type="http://schemas.openxmlformats.org/officeDocument/2006/relationships/slideLayout" Target="../slideLayouts/slideLayout21.xml"/><Relationship Id="rId34" Type="http://schemas.openxmlformats.org/officeDocument/2006/relationships/theme" Target="../theme/theme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tags" Target="../tags/tag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tags" Target="../tags/tag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tags" Target="../tags/tag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tags" Target="../tags/tag2.xml"/><Relationship Id="rId8" Type="http://schemas.openxmlformats.org/officeDocument/2006/relationships/slideLayout" Target="../slideLayouts/slideLayout8.xml"/><Relationship Id="rId3" Type="http://schemas.openxmlformats.org/officeDocument/2006/relationships/slideLayout" Target="../slideLayouts/slideLayout3.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bwMode="gray">
      <p:bgRef idx="1001">
        <a:schemeClr val="bg1"/>
      </p:bgRef>
    </p:bg>
    <p:spTree>
      <p:nvGrpSpPr>
        <p:cNvPr id="1" name=""/>
        <p:cNvGrpSpPr/>
        <p:nvPr/>
      </p:nvGrpSpPr>
      <p:grpSpPr>
        <a:xfrm>
          <a:off x="0" y="0"/>
          <a:ext cx="0" cy="0"/>
          <a:chOff x="0" y="0"/>
          <a:chExt cx="0" cy="0"/>
        </a:xfrm>
      </p:grpSpPr>
      <p:sp>
        <p:nvSpPr>
          <p:cNvPr id="2" name="Titelplatzhalter 1">
            <a:extLst>
              <a:ext uri="{FF2B5EF4-FFF2-40B4-BE49-F238E27FC236}">
                <a16:creationId xmlns:a16="http://schemas.microsoft.com/office/drawing/2014/main" id="{8EEE1EB9-F30E-41CC-A5EA-1BB4036EAE50}"/>
              </a:ext>
            </a:extLst>
          </p:cNvPr>
          <p:cNvSpPr>
            <a:spLocks noGrp="1"/>
          </p:cNvSpPr>
          <p:nvPr userDrawn="1">
            <p:ph type="title"/>
            <p:custDataLst>
              <p:tags r:id="rId35"/>
            </p:custDataLst>
          </p:nvPr>
        </p:nvSpPr>
        <p:spPr bwMode="gray">
          <a:xfrm>
            <a:off x="1307069" y="1549399"/>
            <a:ext cx="10405506" cy="828675"/>
          </a:xfrm>
          <a:prstGeom prst="rect">
            <a:avLst/>
          </a:prstGeom>
        </p:spPr>
        <p:txBody>
          <a:bodyPr vert="horz" lIns="0" tIns="0" rIns="0" bIns="0" rtlCol="0" anchor="b">
            <a:noAutofit/>
          </a:bodyPr>
          <a:lstStyle/>
          <a:p>
            <a:r>
              <a:rPr lang="de-AT" dirty="0"/>
              <a:t>Mastertitelformat bearbeiten</a:t>
            </a:r>
          </a:p>
        </p:txBody>
      </p:sp>
      <p:sp>
        <p:nvSpPr>
          <p:cNvPr id="3" name="Textplatzhalter 2">
            <a:extLst>
              <a:ext uri="{FF2B5EF4-FFF2-40B4-BE49-F238E27FC236}">
                <a16:creationId xmlns:a16="http://schemas.microsoft.com/office/drawing/2014/main" id="{E2201E79-C3C6-4E96-894F-E05A4B90D1FF}"/>
              </a:ext>
            </a:extLst>
          </p:cNvPr>
          <p:cNvSpPr>
            <a:spLocks noGrp="1"/>
          </p:cNvSpPr>
          <p:nvPr userDrawn="1">
            <p:ph type="body" idx="1"/>
            <p:custDataLst>
              <p:tags r:id="rId36"/>
            </p:custDataLst>
          </p:nvPr>
        </p:nvSpPr>
        <p:spPr bwMode="gray">
          <a:xfrm>
            <a:off x="1308100" y="2628901"/>
            <a:ext cx="10404474" cy="3086100"/>
          </a:xfrm>
          <a:prstGeom prst="rect">
            <a:avLst/>
          </a:prstGeom>
        </p:spPr>
        <p:txBody>
          <a:bodyPr vert="horz" lIns="0" tIns="0" rIns="0" bIns="0" rtlCol="0">
            <a:noAutofit/>
          </a:bodyPr>
          <a:lstStyle/>
          <a:p>
            <a:pPr lvl="0"/>
            <a:r>
              <a:rPr lang="de-AT" dirty="0"/>
              <a:t>Mastertextformat bearbeiten </a:t>
            </a:r>
          </a:p>
          <a:p>
            <a:pPr lvl="1"/>
            <a:r>
              <a:rPr lang="de-AT" dirty="0"/>
              <a:t>Zweite Ebene</a:t>
            </a:r>
          </a:p>
          <a:p>
            <a:pPr lvl="2"/>
            <a:r>
              <a:rPr lang="de-AT" dirty="0"/>
              <a:t>Dritte Ebene</a:t>
            </a:r>
          </a:p>
          <a:p>
            <a:pPr lvl="3"/>
            <a:r>
              <a:rPr lang="de-AT" dirty="0"/>
              <a:t>Vierte Ebene</a:t>
            </a:r>
          </a:p>
          <a:p>
            <a:pPr lvl="4"/>
            <a:r>
              <a:rPr lang="de-AT" dirty="0"/>
              <a:t>Fünfte Ebene</a:t>
            </a:r>
          </a:p>
        </p:txBody>
      </p:sp>
      <p:sp>
        <p:nvSpPr>
          <p:cNvPr id="56" name="Rechteck 55">
            <a:extLst>
              <a:ext uri="{FF2B5EF4-FFF2-40B4-BE49-F238E27FC236}">
                <a16:creationId xmlns:a16="http://schemas.microsoft.com/office/drawing/2014/main" id="{AB4FDE39-4A0A-4D44-BA64-FAA4243A19D6}"/>
              </a:ext>
              <a:ext uri="{C183D7F6-B498-43B3-948B-1728B52AA6E4}">
                <adec:decorative xmlns:adec="http://schemas.microsoft.com/office/drawing/2017/decorative" val="1"/>
              </a:ext>
            </a:extLst>
          </p:cNvPr>
          <p:cNvSpPr/>
          <p:nvPr userDrawn="1">
            <p:custDataLst>
              <p:tags r:id="rId37"/>
            </p:custDataLst>
          </p:nvPr>
        </p:nvSpPr>
        <p:spPr>
          <a:xfrm>
            <a:off x="0" y="6235700"/>
            <a:ext cx="12192000" cy="6223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de-AT" dirty="0"/>
          </a:p>
        </p:txBody>
      </p:sp>
      <p:sp>
        <p:nvSpPr>
          <p:cNvPr id="7" name="Fußzeilenplatzhalter 6">
            <a:extLst>
              <a:ext uri="{FF2B5EF4-FFF2-40B4-BE49-F238E27FC236}">
                <a16:creationId xmlns:a16="http://schemas.microsoft.com/office/drawing/2014/main" id="{05777435-05C2-4B0D-8378-14DDFE4EBDAF}"/>
              </a:ext>
              <a:ext uri="{C183D7F6-B498-43B3-948B-1728B52AA6E4}">
                <adec:decorative xmlns:adec="http://schemas.microsoft.com/office/drawing/2017/decorative" val="1"/>
              </a:ext>
            </a:extLst>
          </p:cNvPr>
          <p:cNvSpPr>
            <a:spLocks noGrp="1"/>
          </p:cNvSpPr>
          <p:nvPr>
            <p:ph type="ftr" sz="quarter" idx="3"/>
            <p:custDataLst>
              <p:tags r:id="rId38"/>
            </p:custDataLst>
          </p:nvPr>
        </p:nvSpPr>
        <p:spPr bwMode="white">
          <a:xfrm>
            <a:off x="461963" y="6385768"/>
            <a:ext cx="10134600" cy="288000"/>
          </a:xfrm>
          <a:prstGeom prst="rect">
            <a:avLst/>
          </a:prstGeom>
        </p:spPr>
        <p:txBody>
          <a:bodyPr vert="horz" lIns="0" tIns="0" rIns="0" bIns="0" rtlCol="0" anchor="ctr"/>
          <a:lstStyle>
            <a:lvl1pPr algn="l">
              <a:defRPr sz="1200" b="0">
                <a:solidFill>
                  <a:schemeClr val="bg1"/>
                </a:solidFill>
              </a:defRPr>
            </a:lvl1pPr>
          </a:lstStyle>
          <a:p>
            <a:r>
              <a:rPr lang="de-AT"/>
              <a:t>Musterpräsentation | September 2021</a:t>
            </a:r>
            <a:endParaRPr lang="de-AT" dirty="0"/>
          </a:p>
        </p:txBody>
      </p:sp>
      <p:sp>
        <p:nvSpPr>
          <p:cNvPr id="6" name="Foliennummernplatzhalter 5">
            <a:extLst>
              <a:ext uri="{FF2B5EF4-FFF2-40B4-BE49-F238E27FC236}">
                <a16:creationId xmlns:a16="http://schemas.microsoft.com/office/drawing/2014/main" id="{CD7DA86F-8392-48F1-84B2-3D91C8489FAC}"/>
              </a:ext>
            </a:extLst>
          </p:cNvPr>
          <p:cNvSpPr>
            <a:spLocks noGrp="1"/>
          </p:cNvSpPr>
          <p:nvPr userDrawn="1">
            <p:ph type="sldNum" sz="quarter" idx="4"/>
            <p:custDataLst>
              <p:tags r:id="rId39"/>
            </p:custDataLst>
          </p:nvPr>
        </p:nvSpPr>
        <p:spPr bwMode="white">
          <a:xfrm>
            <a:off x="10885488" y="6385768"/>
            <a:ext cx="827086" cy="288000"/>
          </a:xfrm>
          <a:prstGeom prst="rect">
            <a:avLst/>
          </a:prstGeom>
        </p:spPr>
        <p:txBody>
          <a:bodyPr vert="horz" lIns="0" tIns="0" rIns="0" bIns="0" rtlCol="0" anchor="ctr"/>
          <a:lstStyle>
            <a:lvl1pPr algn="r">
              <a:defRPr sz="1200">
                <a:solidFill>
                  <a:schemeClr val="bg1"/>
                </a:solidFill>
              </a:defRPr>
            </a:lvl1pPr>
          </a:lstStyle>
          <a:p>
            <a:fld id="{418F7AD7-DC47-44A0-A9D7-F1C17BFD6F09}" type="slidenum">
              <a:rPr lang="de-AT" smtClean="0"/>
              <a:pPr/>
              <a:t>‹#›</a:t>
            </a:fld>
            <a:endParaRPr lang="de-AT" dirty="0"/>
          </a:p>
        </p:txBody>
      </p:sp>
    </p:spTree>
    <p:extLst>
      <p:ext uri="{BB962C8B-B14F-4D97-AF65-F5344CB8AC3E}">
        <p14:creationId xmlns:p14="http://schemas.microsoft.com/office/powerpoint/2010/main" val="2062784391"/>
      </p:ext>
    </p:extLst>
  </p:cSld>
  <p:clrMap bg1="lt1" tx1="dk1" bg2="lt2" tx2="dk2" accent1="accent1" accent2="accent2" accent3="accent3" accent4="accent4" accent5="accent5" accent6="accent6" hlink="hlink" folHlink="folHlink"/>
  <p:sldLayoutIdLst>
    <p:sldLayoutId id="2147483649" r:id="rId1"/>
    <p:sldLayoutId id="2147483663" r:id="rId2"/>
    <p:sldLayoutId id="2147483650" r:id="rId3"/>
    <p:sldLayoutId id="2147483667" r:id="rId4"/>
    <p:sldLayoutId id="2147483708" r:id="rId5"/>
    <p:sldLayoutId id="2147483651" r:id="rId6"/>
    <p:sldLayoutId id="2147483652" r:id="rId7"/>
    <p:sldLayoutId id="2147483752" r:id="rId8"/>
    <p:sldLayoutId id="2147483744" r:id="rId9"/>
    <p:sldLayoutId id="2147483666" r:id="rId10"/>
    <p:sldLayoutId id="2147483668" r:id="rId11"/>
    <p:sldLayoutId id="2147483669" r:id="rId12"/>
    <p:sldLayoutId id="2147483670" r:id="rId13"/>
    <p:sldLayoutId id="2147483671" r:id="rId14"/>
    <p:sldLayoutId id="2147483673" r:id="rId15"/>
    <p:sldLayoutId id="2147483745" r:id="rId16"/>
    <p:sldLayoutId id="2147483738" r:id="rId17"/>
    <p:sldLayoutId id="2147483735" r:id="rId18"/>
    <p:sldLayoutId id="2147483736" r:id="rId19"/>
    <p:sldLayoutId id="2147483737" r:id="rId20"/>
    <p:sldLayoutId id="2147483725" r:id="rId21"/>
    <p:sldLayoutId id="2147483726" r:id="rId22"/>
    <p:sldLayoutId id="2147483727" r:id="rId23"/>
    <p:sldLayoutId id="2147483729" r:id="rId24"/>
    <p:sldLayoutId id="2147483730" r:id="rId25"/>
    <p:sldLayoutId id="2147483751" r:id="rId26"/>
    <p:sldLayoutId id="2147483746" r:id="rId27"/>
    <p:sldLayoutId id="2147483731" r:id="rId28"/>
    <p:sldLayoutId id="2147483732" r:id="rId29"/>
    <p:sldLayoutId id="2147483733" r:id="rId30"/>
    <p:sldLayoutId id="2147483734" r:id="rId31"/>
    <p:sldLayoutId id="2147483707" r:id="rId32"/>
    <p:sldLayoutId id="2147483655" r:id="rId33"/>
  </p:sldLayoutIdLst>
  <p:hf hdr="0" dt="0"/>
  <p:txStyles>
    <p:titleStyle>
      <a:lvl1pPr algn="l" defTabSz="914400" rtl="0" eaLnBrk="1" latinLnBrk="0" hangingPunct="1">
        <a:lnSpc>
          <a:spcPct val="90000"/>
        </a:lnSpc>
        <a:spcBef>
          <a:spcPct val="0"/>
        </a:spcBef>
        <a:buNone/>
        <a:defRPr sz="3200" b="1" kern="1200">
          <a:solidFill>
            <a:schemeClr val="accent1"/>
          </a:solidFill>
          <a:latin typeface="+mj-lt"/>
          <a:ea typeface="+mj-ea"/>
          <a:cs typeface="+mj-cs"/>
        </a:defRPr>
      </a:lvl1pPr>
    </p:titleStyle>
    <p:bodyStyle>
      <a:lvl1pPr marL="270000" indent="-270000" algn="l" defTabSz="914400" rtl="0" eaLnBrk="1" latinLnBrk="0" hangingPunct="1">
        <a:lnSpc>
          <a:spcPct val="90000"/>
        </a:lnSpc>
        <a:spcBef>
          <a:spcPts val="600"/>
        </a:spcBef>
        <a:buClr>
          <a:schemeClr val="accent1"/>
        </a:buClr>
        <a:buSzPct val="90000"/>
        <a:buFont typeface="Arial" panose="020B0604020202020204" pitchFamily="34" charset="0"/>
        <a:buChar char="■"/>
        <a:defRPr sz="2200" b="0" kern="1200">
          <a:solidFill>
            <a:schemeClr val="tx1"/>
          </a:solidFill>
          <a:latin typeface="+mn-lt"/>
          <a:ea typeface="+mn-ea"/>
          <a:cs typeface="+mn-cs"/>
        </a:defRPr>
      </a:lvl1pPr>
      <a:lvl2pPr marL="533400" indent="-271463" algn="l" defTabSz="914400" rtl="0" eaLnBrk="1" latinLnBrk="0" hangingPunct="1">
        <a:lnSpc>
          <a:spcPct val="90000"/>
        </a:lnSpc>
        <a:spcBef>
          <a:spcPts val="400"/>
        </a:spcBef>
        <a:buClr>
          <a:schemeClr val="accent1"/>
        </a:buClr>
        <a:buSzPct val="90000"/>
        <a:buFont typeface="Arial" panose="020B0604020202020204" pitchFamily="34" charset="0"/>
        <a:buChar char="■"/>
        <a:defRPr sz="2000" b="0" kern="1200">
          <a:solidFill>
            <a:schemeClr val="tx1"/>
          </a:solidFill>
          <a:latin typeface="+mn-lt"/>
          <a:ea typeface="+mn-ea"/>
          <a:cs typeface="+mn-cs"/>
        </a:defRPr>
      </a:lvl2pPr>
      <a:lvl3pPr marL="804863" indent="-266700" algn="l" defTabSz="914400" rtl="0" eaLnBrk="1" latinLnBrk="0" hangingPunct="1">
        <a:lnSpc>
          <a:spcPct val="90000"/>
        </a:lnSpc>
        <a:spcBef>
          <a:spcPts val="500"/>
        </a:spcBef>
        <a:buClr>
          <a:schemeClr val="accent1"/>
        </a:buClr>
        <a:buSzPct val="90000"/>
        <a:buFont typeface="Arial" panose="020B0604020202020204" pitchFamily="34" charset="0"/>
        <a:buChar char="■"/>
        <a:defRPr sz="1800" kern="1200">
          <a:solidFill>
            <a:schemeClr val="tx1"/>
          </a:solidFill>
          <a:latin typeface="+mn-lt"/>
          <a:ea typeface="+mn-ea"/>
          <a:cs typeface="+mn-cs"/>
        </a:defRPr>
      </a:lvl3pPr>
      <a:lvl4pPr marL="1077913" indent="-266700" algn="l" defTabSz="914400" rtl="0" eaLnBrk="1" latinLnBrk="0" hangingPunct="1">
        <a:lnSpc>
          <a:spcPct val="90000"/>
        </a:lnSpc>
        <a:spcBef>
          <a:spcPts val="500"/>
        </a:spcBef>
        <a:buClr>
          <a:schemeClr val="accent1"/>
        </a:buClr>
        <a:buSzPct val="90000"/>
        <a:buFont typeface="Arial" panose="020B0604020202020204" pitchFamily="34" charset="0"/>
        <a:buChar char="■"/>
        <a:defRPr sz="1800" kern="1200">
          <a:solidFill>
            <a:schemeClr val="tx1"/>
          </a:solidFill>
          <a:latin typeface="+mn-lt"/>
          <a:ea typeface="+mn-ea"/>
          <a:cs typeface="+mn-cs"/>
        </a:defRPr>
      </a:lvl4pPr>
      <a:lvl5pPr marL="1349375" indent="-266700" algn="l" defTabSz="914400" rtl="0" eaLnBrk="1" latinLnBrk="0" hangingPunct="1">
        <a:lnSpc>
          <a:spcPct val="90000"/>
        </a:lnSpc>
        <a:spcBef>
          <a:spcPts val="500"/>
        </a:spcBef>
        <a:buClr>
          <a:schemeClr val="accent1"/>
        </a:buClr>
        <a:buSzPct val="90000"/>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 orient="horz" pos="2160" userDrawn="1">
          <p15:clr>
            <a:srgbClr val="F26B43"/>
          </p15:clr>
        </p15:guide>
        <p15:guide id="3" pos="3840" userDrawn="1">
          <p15:clr>
            <a:srgbClr val="F26B43"/>
          </p15:clr>
        </p15:guide>
        <p15:guide id="4" pos="7378" userDrawn="1">
          <p15:clr>
            <a:srgbClr val="F26B43"/>
          </p15:clr>
        </p15:guide>
        <p15:guide id="5" pos="291" userDrawn="1">
          <p15:clr>
            <a:srgbClr val="F26B43"/>
          </p15:clr>
        </p15:guide>
        <p15:guide id="6" orient="horz" pos="976" userDrawn="1">
          <p15:clr>
            <a:srgbClr val="F26B43"/>
          </p15:clr>
        </p15:guide>
        <p15:guide id="7" orient="horz" pos="3198" userDrawn="1">
          <p15:clr>
            <a:srgbClr val="F26B43"/>
          </p15:clr>
        </p15:guide>
        <p15:guide id="8" orient="horz" pos="3451" userDrawn="1">
          <p15:clr>
            <a:srgbClr val="F26B43"/>
          </p15:clr>
        </p15:guide>
        <p15:guide id="9" orient="horz" pos="3714" userDrawn="1">
          <p15:clr>
            <a:srgbClr val="F26B43"/>
          </p15:clr>
        </p15:guide>
        <p15:guide id="10" pos="4044" userDrawn="1">
          <p15:clr>
            <a:srgbClr val="F26B43"/>
          </p15:clr>
        </p15:guide>
        <p15:guide id="11" pos="3636" userDrawn="1">
          <p15:clr>
            <a:srgbClr val="F26B43"/>
          </p15:clr>
        </p15:guide>
        <p15:guide id="12" orient="horz" pos="1114" userDrawn="1">
          <p15:clr>
            <a:srgbClr val="F26B43"/>
          </p15:clr>
        </p15:guide>
        <p15:guide id="13" orient="horz" pos="1498" userDrawn="1">
          <p15:clr>
            <a:srgbClr val="F26B43"/>
          </p15:clr>
        </p15:guide>
        <p15:guide id="14" orient="horz" pos="294" userDrawn="1">
          <p15:clr>
            <a:srgbClr val="F26B43"/>
          </p15:clr>
        </p15:guide>
        <p15:guide id="15" orient="horz" pos="531" userDrawn="1">
          <p15:clr>
            <a:srgbClr val="F26B43"/>
          </p15:clr>
        </p15:guide>
        <p15:guide id="16" orient="horz" pos="762" userDrawn="1">
          <p15:clr>
            <a:srgbClr val="F26B43"/>
          </p15:clr>
        </p15:guide>
        <p15:guide id="17" orient="horz" pos="1651" userDrawn="1">
          <p15:clr>
            <a:srgbClr val="F26B43"/>
          </p15:clr>
        </p15:guide>
        <p15:guide id="18" pos="824" userDrawn="1">
          <p15:clr>
            <a:srgbClr val="F26B43"/>
          </p15:clr>
        </p15:guide>
        <p15:guide id="19" pos="6675" userDrawn="1">
          <p15:clr>
            <a:srgbClr val="F26B43"/>
          </p15:clr>
        </p15:guide>
        <p15:guide id="20" orient="horz" pos="3606" userDrawn="1">
          <p15:clr>
            <a:srgbClr val="F26B43"/>
          </p15:clr>
        </p15:guide>
        <p15:guide id="21" pos="6857"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tags" Target="../tags/tag179.xml"/><Relationship Id="rId2" Type="http://schemas.openxmlformats.org/officeDocument/2006/relationships/tags" Target="../tags/tag178.xml"/><Relationship Id="rId1" Type="http://schemas.openxmlformats.org/officeDocument/2006/relationships/tags" Target="../tags/tag177.xml"/><Relationship Id="rId6" Type="http://schemas.openxmlformats.org/officeDocument/2006/relationships/notesSlide" Target="../notesSlides/notesSlide1.xml"/><Relationship Id="rId5" Type="http://schemas.openxmlformats.org/officeDocument/2006/relationships/slideLayout" Target="../slideLayouts/slideLayout2.xml"/><Relationship Id="rId4" Type="http://schemas.openxmlformats.org/officeDocument/2006/relationships/tags" Target="../tags/tag180.xml"/></Relationships>
</file>

<file path=ppt/slides/_rels/slide2.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slideLayout" Target="../slideLayouts/slideLayout1.xml"/><Relationship Id="rId7" Type="http://schemas.openxmlformats.org/officeDocument/2006/relationships/image" Target="../media/image10.png"/><Relationship Id="rId2" Type="http://schemas.openxmlformats.org/officeDocument/2006/relationships/tags" Target="../tags/tag185.xml"/><Relationship Id="rId1" Type="http://schemas.openxmlformats.org/officeDocument/2006/relationships/tags" Target="../tags/tag184.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3" Type="http://schemas.openxmlformats.org/officeDocument/2006/relationships/tags" Target="../tags/tag191.xml"/><Relationship Id="rId2" Type="http://schemas.openxmlformats.org/officeDocument/2006/relationships/tags" Target="../tags/tag190.xml"/><Relationship Id="rId1" Type="http://schemas.openxmlformats.org/officeDocument/2006/relationships/tags" Target="../tags/tag189.xml"/><Relationship Id="rId5" Type="http://schemas.openxmlformats.org/officeDocument/2006/relationships/notesSlide" Target="../notesSlides/notesSlide3.xml"/><Relationship Id="rId4"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tags" Target="../tags/tag197.xml"/><Relationship Id="rId7" Type="http://schemas.openxmlformats.org/officeDocument/2006/relationships/image" Target="../media/image13.png"/><Relationship Id="rId2" Type="http://schemas.openxmlformats.org/officeDocument/2006/relationships/tags" Target="../tags/tag196.xml"/><Relationship Id="rId1" Type="http://schemas.openxmlformats.org/officeDocument/2006/relationships/tags" Target="../tags/tag195.xml"/><Relationship Id="rId6" Type="http://schemas.openxmlformats.org/officeDocument/2006/relationships/image" Target="../media/image12.png"/><Relationship Id="rId5" Type="http://schemas.openxmlformats.org/officeDocument/2006/relationships/notesSlide" Target="../notesSlides/notesSlide4.xml"/><Relationship Id="rId4"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tags" Target="../tags/tag203.xml"/><Relationship Id="rId2" Type="http://schemas.openxmlformats.org/officeDocument/2006/relationships/tags" Target="../tags/tag202.xml"/><Relationship Id="rId1" Type="http://schemas.openxmlformats.org/officeDocument/2006/relationships/tags" Target="../tags/tag201.xml"/><Relationship Id="rId5" Type="http://schemas.openxmlformats.org/officeDocument/2006/relationships/notesSlide" Target="../notesSlides/notesSlide5.xml"/><Relationship Id="rId4"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tags" Target="../tags/tag209.xml"/><Relationship Id="rId2" Type="http://schemas.openxmlformats.org/officeDocument/2006/relationships/tags" Target="../tags/tag208.xml"/><Relationship Id="rId1" Type="http://schemas.openxmlformats.org/officeDocument/2006/relationships/tags" Target="../tags/tag207.xml"/><Relationship Id="rId5" Type="http://schemas.openxmlformats.org/officeDocument/2006/relationships/notesSlide" Target="../notesSlides/notesSlide6.xml"/><Relationship Id="rId4"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tags" Target="../tags/tag215.xml"/><Relationship Id="rId2" Type="http://schemas.openxmlformats.org/officeDocument/2006/relationships/tags" Target="../tags/tag214.xml"/><Relationship Id="rId1" Type="http://schemas.openxmlformats.org/officeDocument/2006/relationships/tags" Target="../tags/tag213.xml"/><Relationship Id="rId6" Type="http://schemas.openxmlformats.org/officeDocument/2006/relationships/image" Target="../media/image14.png"/><Relationship Id="rId5" Type="http://schemas.openxmlformats.org/officeDocument/2006/relationships/notesSlide" Target="../notesSlides/notesSlide7.xml"/><Relationship Id="rId4" Type="http://schemas.openxmlformats.org/officeDocument/2006/relationships/slideLayout" Target="../slideLayouts/slideLayout22.xml"/></Relationships>
</file>

<file path=ppt/slides/_rels/slide8.xml.rels><?xml version="1.0" encoding="UTF-8" standalone="yes"?>
<Relationships xmlns="http://schemas.openxmlformats.org/package/2006/relationships"><Relationship Id="rId8" Type="http://schemas.openxmlformats.org/officeDocument/2006/relationships/image" Target="../media/image17.png"/><Relationship Id="rId3" Type="http://schemas.openxmlformats.org/officeDocument/2006/relationships/tags" Target="../tags/tag221.xml"/><Relationship Id="rId7" Type="http://schemas.openxmlformats.org/officeDocument/2006/relationships/image" Target="../media/image16.png"/><Relationship Id="rId2" Type="http://schemas.openxmlformats.org/officeDocument/2006/relationships/tags" Target="../tags/tag220.xml"/><Relationship Id="rId1" Type="http://schemas.openxmlformats.org/officeDocument/2006/relationships/tags" Target="../tags/tag219.xml"/><Relationship Id="rId6" Type="http://schemas.openxmlformats.org/officeDocument/2006/relationships/image" Target="../media/image15.png"/><Relationship Id="rId5" Type="http://schemas.openxmlformats.org/officeDocument/2006/relationships/notesSlide" Target="../notesSlides/notesSlide8.xml"/><Relationship Id="rId4"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8" Type="http://schemas.openxmlformats.org/officeDocument/2006/relationships/image" Target="../media/image20.png"/><Relationship Id="rId3" Type="http://schemas.openxmlformats.org/officeDocument/2006/relationships/tags" Target="../tags/tag227.xml"/><Relationship Id="rId7" Type="http://schemas.openxmlformats.org/officeDocument/2006/relationships/image" Target="../media/image19.png"/><Relationship Id="rId2" Type="http://schemas.openxmlformats.org/officeDocument/2006/relationships/tags" Target="../tags/tag226.xml"/><Relationship Id="rId1" Type="http://schemas.openxmlformats.org/officeDocument/2006/relationships/tags" Target="../tags/tag225.xml"/><Relationship Id="rId6" Type="http://schemas.openxmlformats.org/officeDocument/2006/relationships/image" Target="../media/image18.png"/><Relationship Id="rId5" Type="http://schemas.openxmlformats.org/officeDocument/2006/relationships/notesSlide" Target="../notesSlides/notesSlide9.xml"/><Relationship Id="rId4"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tags" Target="../tags/tag233.xml"/><Relationship Id="rId2" Type="http://schemas.openxmlformats.org/officeDocument/2006/relationships/tags" Target="../tags/tag232.xml"/><Relationship Id="rId1" Type="http://schemas.openxmlformats.org/officeDocument/2006/relationships/tags" Target="../tags/tag231.xml"/><Relationship Id="rId5" Type="http://schemas.openxmlformats.org/officeDocument/2006/relationships/notesSlide" Target="../notesSlides/notesSlide10.xml"/><Relationship Id="rId4"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tags" Target="../tags/tag239.xml"/><Relationship Id="rId2" Type="http://schemas.openxmlformats.org/officeDocument/2006/relationships/tags" Target="../tags/tag238.xml"/><Relationship Id="rId1" Type="http://schemas.openxmlformats.org/officeDocument/2006/relationships/tags" Target="../tags/tag237.xml"/><Relationship Id="rId5" Type="http://schemas.openxmlformats.org/officeDocument/2006/relationships/notesSlide" Target="../notesSlides/notesSlide11.xml"/><Relationship Id="rId4"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tags" Target="../tags/tag245.xml"/><Relationship Id="rId2" Type="http://schemas.openxmlformats.org/officeDocument/2006/relationships/tags" Target="../tags/tag244.xml"/><Relationship Id="rId1" Type="http://schemas.openxmlformats.org/officeDocument/2006/relationships/tags" Target="../tags/tag243.xml"/><Relationship Id="rId5" Type="http://schemas.openxmlformats.org/officeDocument/2006/relationships/notesSlide" Target="../notesSlides/notesSlide12.xml"/><Relationship Id="rId4"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tags" Target="../tags/tag251.xml"/><Relationship Id="rId2" Type="http://schemas.openxmlformats.org/officeDocument/2006/relationships/tags" Target="../tags/tag250.xml"/><Relationship Id="rId1" Type="http://schemas.openxmlformats.org/officeDocument/2006/relationships/tags" Target="../tags/tag249.xml"/><Relationship Id="rId5" Type="http://schemas.openxmlformats.org/officeDocument/2006/relationships/notesSlide" Target="../notesSlides/notesSlide13.xml"/><Relationship Id="rId4"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tags" Target="../tags/tag257.xml"/><Relationship Id="rId2" Type="http://schemas.openxmlformats.org/officeDocument/2006/relationships/tags" Target="../tags/tag256.xml"/><Relationship Id="rId1" Type="http://schemas.openxmlformats.org/officeDocument/2006/relationships/tags" Target="../tags/tag255.xml"/><Relationship Id="rId5" Type="http://schemas.openxmlformats.org/officeDocument/2006/relationships/notesSlide" Target="../notesSlides/notesSlide14.xml"/><Relationship Id="rId4"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3" Type="http://schemas.openxmlformats.org/officeDocument/2006/relationships/tags" Target="../tags/tag263.xml"/><Relationship Id="rId2" Type="http://schemas.openxmlformats.org/officeDocument/2006/relationships/tags" Target="../tags/tag262.xml"/><Relationship Id="rId1" Type="http://schemas.openxmlformats.org/officeDocument/2006/relationships/tags" Target="../tags/tag261.xml"/><Relationship Id="rId5" Type="http://schemas.openxmlformats.org/officeDocument/2006/relationships/notesSlide" Target="../notesSlides/notesSlide15.xml"/><Relationship Id="rId4"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3" Type="http://schemas.openxmlformats.org/officeDocument/2006/relationships/tags" Target="../tags/tag269.xml"/><Relationship Id="rId2" Type="http://schemas.openxmlformats.org/officeDocument/2006/relationships/tags" Target="../tags/tag268.xml"/><Relationship Id="rId1" Type="http://schemas.openxmlformats.org/officeDocument/2006/relationships/tags" Target="../tags/tag267.xml"/><Relationship Id="rId5" Type="http://schemas.openxmlformats.org/officeDocument/2006/relationships/notesSlide" Target="../notesSlides/notesSlide16.xml"/><Relationship Id="rId4"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3" Type="http://schemas.openxmlformats.org/officeDocument/2006/relationships/tags" Target="../tags/tag275.xml"/><Relationship Id="rId2" Type="http://schemas.openxmlformats.org/officeDocument/2006/relationships/tags" Target="../tags/tag274.xml"/><Relationship Id="rId1" Type="http://schemas.openxmlformats.org/officeDocument/2006/relationships/tags" Target="../tags/tag273.xml"/><Relationship Id="rId5" Type="http://schemas.openxmlformats.org/officeDocument/2006/relationships/notesSlide" Target="../notesSlides/notesSlide17.xml"/><Relationship Id="rId4"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3" Type="http://schemas.openxmlformats.org/officeDocument/2006/relationships/tags" Target="../tags/tag281.xml"/><Relationship Id="rId2" Type="http://schemas.openxmlformats.org/officeDocument/2006/relationships/tags" Target="../tags/tag280.xml"/><Relationship Id="rId1" Type="http://schemas.openxmlformats.org/officeDocument/2006/relationships/tags" Target="../tags/tag279.xml"/><Relationship Id="rId5" Type="http://schemas.openxmlformats.org/officeDocument/2006/relationships/notesSlide" Target="../notesSlides/notesSlide18.xml"/><Relationship Id="rId4"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3" Type="http://schemas.openxmlformats.org/officeDocument/2006/relationships/tags" Target="../tags/tag287.xml"/><Relationship Id="rId2" Type="http://schemas.openxmlformats.org/officeDocument/2006/relationships/tags" Target="../tags/tag286.xml"/><Relationship Id="rId1" Type="http://schemas.openxmlformats.org/officeDocument/2006/relationships/tags" Target="../tags/tag285.xml"/><Relationship Id="rId5" Type="http://schemas.openxmlformats.org/officeDocument/2006/relationships/notesSlide" Target="../notesSlides/notesSlide19.xml"/><Relationship Id="rId4"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3" Type="http://schemas.openxmlformats.org/officeDocument/2006/relationships/tags" Target="../tags/tag293.xml"/><Relationship Id="rId2" Type="http://schemas.openxmlformats.org/officeDocument/2006/relationships/tags" Target="../tags/tag292.xml"/><Relationship Id="rId1" Type="http://schemas.openxmlformats.org/officeDocument/2006/relationships/tags" Target="../tags/tag291.xml"/><Relationship Id="rId6" Type="http://schemas.openxmlformats.org/officeDocument/2006/relationships/image" Target="../media/image21.png"/><Relationship Id="rId5" Type="http://schemas.openxmlformats.org/officeDocument/2006/relationships/notesSlide" Target="../notesSlides/notesSlide20.xml"/><Relationship Id="rId4"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3" Type="http://schemas.openxmlformats.org/officeDocument/2006/relationships/tags" Target="../tags/tag299.xml"/><Relationship Id="rId2" Type="http://schemas.openxmlformats.org/officeDocument/2006/relationships/tags" Target="../tags/tag298.xml"/><Relationship Id="rId1" Type="http://schemas.openxmlformats.org/officeDocument/2006/relationships/tags" Target="../tags/tag297.xml"/><Relationship Id="rId6" Type="http://schemas.openxmlformats.org/officeDocument/2006/relationships/image" Target="../media/image22.png"/><Relationship Id="rId5" Type="http://schemas.openxmlformats.org/officeDocument/2006/relationships/notesSlide" Target="../notesSlides/notesSlide21.xml"/><Relationship Id="rId4"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3" Type="http://schemas.openxmlformats.org/officeDocument/2006/relationships/tags" Target="../tags/tag305.xml"/><Relationship Id="rId2" Type="http://schemas.openxmlformats.org/officeDocument/2006/relationships/tags" Target="../tags/tag304.xml"/><Relationship Id="rId1" Type="http://schemas.openxmlformats.org/officeDocument/2006/relationships/tags" Target="../tags/tag303.xml"/><Relationship Id="rId6" Type="http://schemas.openxmlformats.org/officeDocument/2006/relationships/image" Target="../media/image23.png"/><Relationship Id="rId5" Type="http://schemas.openxmlformats.org/officeDocument/2006/relationships/notesSlide" Target="../notesSlides/notesSlide22.xml"/><Relationship Id="rId4"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3" Type="http://schemas.openxmlformats.org/officeDocument/2006/relationships/tags" Target="../tags/tag311.xml"/><Relationship Id="rId2" Type="http://schemas.openxmlformats.org/officeDocument/2006/relationships/tags" Target="../tags/tag310.xml"/><Relationship Id="rId1" Type="http://schemas.openxmlformats.org/officeDocument/2006/relationships/tags" Target="../tags/tag309.xml"/><Relationship Id="rId6" Type="http://schemas.openxmlformats.org/officeDocument/2006/relationships/image" Target="../media/image24.png"/><Relationship Id="rId5" Type="http://schemas.openxmlformats.org/officeDocument/2006/relationships/notesSlide" Target="../notesSlides/notesSlide23.xml"/><Relationship Id="rId4"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2DDC556A-B41E-4B2F-8C99-140CFA3FBFC3}"/>
              </a:ext>
            </a:extLst>
          </p:cNvPr>
          <p:cNvSpPr>
            <a:spLocks noGrp="1"/>
          </p:cNvSpPr>
          <p:nvPr>
            <p:ph type="title"/>
            <p:custDataLst>
              <p:tags r:id="rId1"/>
            </p:custDataLst>
          </p:nvPr>
        </p:nvSpPr>
        <p:spPr>
          <a:xfrm>
            <a:off x="461963" y="4438899"/>
            <a:ext cx="10134599" cy="1039564"/>
          </a:xfrm>
        </p:spPr>
        <p:txBody>
          <a:bodyPr/>
          <a:lstStyle/>
          <a:p>
            <a:r>
              <a:rPr lang="en-US" dirty="0"/>
              <a:t>Final Presentation Group 7</a:t>
            </a:r>
            <a:endParaRPr lang="de-AT" dirty="0"/>
          </a:p>
        </p:txBody>
      </p:sp>
      <p:sp>
        <p:nvSpPr>
          <p:cNvPr id="10" name="Textplatzhalter 9">
            <a:extLst>
              <a:ext uri="{FF2B5EF4-FFF2-40B4-BE49-F238E27FC236}">
                <a16:creationId xmlns:a16="http://schemas.microsoft.com/office/drawing/2014/main" id="{7D7F2532-3445-42FF-A67C-2FEBC1EBE2E9}"/>
              </a:ext>
            </a:extLst>
          </p:cNvPr>
          <p:cNvSpPr>
            <a:spLocks noGrp="1"/>
          </p:cNvSpPr>
          <p:nvPr>
            <p:ph type="body" sz="quarter" idx="15"/>
            <p:custDataLst>
              <p:tags r:id="rId2"/>
            </p:custDataLst>
          </p:nvPr>
        </p:nvSpPr>
        <p:spPr>
          <a:xfrm>
            <a:off x="461963" y="5550408"/>
            <a:ext cx="10134600" cy="345566"/>
          </a:xfrm>
        </p:spPr>
        <p:txBody>
          <a:bodyPr/>
          <a:lstStyle/>
          <a:p>
            <a:r>
              <a:rPr lang="de-AT" dirty="0"/>
              <a:t>Stand: 16th January 2026</a:t>
            </a:r>
          </a:p>
        </p:txBody>
      </p:sp>
      <p:sp>
        <p:nvSpPr>
          <p:cNvPr id="5" name="Textplatzhalter 4">
            <a:extLst>
              <a:ext uri="{FF2B5EF4-FFF2-40B4-BE49-F238E27FC236}">
                <a16:creationId xmlns:a16="http://schemas.microsoft.com/office/drawing/2014/main" id="{8CF67DC2-96F0-420C-817E-D91C67D8B989}"/>
              </a:ext>
            </a:extLst>
          </p:cNvPr>
          <p:cNvSpPr>
            <a:spLocks noGrp="1"/>
          </p:cNvSpPr>
          <p:nvPr>
            <p:ph type="body" sz="quarter" idx="14"/>
            <p:custDataLst>
              <p:tags r:id="rId3"/>
            </p:custDataLst>
          </p:nvPr>
        </p:nvSpPr>
        <p:spPr>
          <a:xfrm>
            <a:off x="7247493" y="6050376"/>
            <a:ext cx="4465082" cy="171450"/>
          </a:xfrm>
        </p:spPr>
        <p:txBody>
          <a:bodyPr/>
          <a:lstStyle/>
          <a:p>
            <a:r>
              <a:rPr lang="de-AT" dirty="0"/>
              <a:t>© Copyright- group 7</a:t>
            </a:r>
          </a:p>
        </p:txBody>
      </p:sp>
      <p:sp>
        <p:nvSpPr>
          <p:cNvPr id="7" name="Textplatzhalter 6">
            <a:extLst>
              <a:ext uri="{FF2B5EF4-FFF2-40B4-BE49-F238E27FC236}">
                <a16:creationId xmlns:a16="http://schemas.microsoft.com/office/drawing/2014/main" id="{63B89FB8-9762-4BC8-84AD-DE410AA8BF61}"/>
              </a:ext>
            </a:extLst>
          </p:cNvPr>
          <p:cNvSpPr>
            <a:spLocks noGrp="1"/>
          </p:cNvSpPr>
          <p:nvPr>
            <p:ph type="body" sz="quarter" idx="10"/>
            <p:custDataLst>
              <p:tags r:id="rId4"/>
            </p:custDataLst>
          </p:nvPr>
        </p:nvSpPr>
        <p:spPr/>
        <p:txBody>
          <a:bodyPr/>
          <a:lstStyle/>
          <a:p>
            <a:r>
              <a:rPr lang="de-AT" dirty="0"/>
              <a:t>www.tuwien.at</a:t>
            </a:r>
          </a:p>
        </p:txBody>
      </p:sp>
    </p:spTree>
    <p:extLst>
      <p:ext uri="{BB962C8B-B14F-4D97-AF65-F5344CB8AC3E}">
        <p14:creationId xmlns:p14="http://schemas.microsoft.com/office/powerpoint/2010/main" val="20930112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59A85F2F-BC66-4BFE-9993-10CD568B5EBD}"/>
              </a:ext>
            </a:extLst>
          </p:cNvPr>
          <p:cNvSpPr>
            <a:spLocks noGrp="1"/>
          </p:cNvSpPr>
          <p:nvPr>
            <p:ph type="ctrTitle"/>
            <p:custDataLst>
              <p:tags r:id="rId1"/>
            </p:custDataLst>
          </p:nvPr>
        </p:nvSpPr>
        <p:spPr>
          <a:xfrm>
            <a:off x="751609" y="1537650"/>
            <a:ext cx="10688782" cy="1891349"/>
          </a:xfrm>
        </p:spPr>
        <p:txBody>
          <a:bodyPr/>
          <a:lstStyle/>
          <a:p>
            <a:pPr>
              <a:lnSpc>
                <a:spcPct val="150000"/>
              </a:lnSpc>
            </a:pPr>
            <a:r>
              <a:rPr lang="en-US" dirty="0"/>
              <a:t>Final Presentation Team7</a:t>
            </a:r>
            <a:br>
              <a:rPr lang="en-US" dirty="0"/>
            </a:br>
            <a:r>
              <a:rPr lang="en-US" dirty="0"/>
              <a:t>Topic 1: Language Identification</a:t>
            </a:r>
            <a:endParaRPr lang="de-AT" dirty="0"/>
          </a:p>
        </p:txBody>
      </p:sp>
      <p:sp>
        <p:nvSpPr>
          <p:cNvPr id="6" name="Textplatzhalter 5">
            <a:extLst>
              <a:ext uri="{FF2B5EF4-FFF2-40B4-BE49-F238E27FC236}">
                <a16:creationId xmlns:a16="http://schemas.microsoft.com/office/drawing/2014/main" id="{BEBBC48B-484D-472E-91AC-ADA8035C69B2}"/>
              </a:ext>
            </a:extLst>
          </p:cNvPr>
          <p:cNvSpPr>
            <a:spLocks noGrp="1"/>
          </p:cNvSpPr>
          <p:nvPr>
            <p:ph type="body" sz="quarter" idx="10"/>
            <p:custDataLst>
              <p:tags r:id="rId2"/>
            </p:custDataLst>
          </p:nvPr>
        </p:nvSpPr>
        <p:spPr/>
        <p:txBody>
          <a:bodyPr/>
          <a:lstStyle/>
          <a:p>
            <a:pPr lvl="0"/>
            <a:r>
              <a:rPr lang="de-AT" dirty="0"/>
              <a:t>www.tuwien.at</a:t>
            </a:r>
          </a:p>
        </p:txBody>
      </p:sp>
      <p:pic>
        <p:nvPicPr>
          <p:cNvPr id="8" name="Picture 7">
            <a:extLst>
              <a:ext uri="{FF2B5EF4-FFF2-40B4-BE49-F238E27FC236}">
                <a16:creationId xmlns:a16="http://schemas.microsoft.com/office/drawing/2014/main" id="{4C0D2757-9503-3A6C-6B56-324A43B911C6}"/>
              </a:ext>
            </a:extLst>
          </p:cNvPr>
          <p:cNvPicPr>
            <a:picLocks noChangeAspect="1"/>
          </p:cNvPicPr>
          <p:nvPr/>
        </p:nvPicPr>
        <p:blipFill>
          <a:blip r:embed="rId5"/>
          <a:stretch>
            <a:fillRect/>
          </a:stretch>
        </p:blipFill>
        <p:spPr>
          <a:xfrm>
            <a:off x="119205" y="4934494"/>
            <a:ext cx="2177200" cy="1159359"/>
          </a:xfrm>
          <a:prstGeom prst="rect">
            <a:avLst/>
          </a:prstGeom>
        </p:spPr>
      </p:pic>
      <p:pic>
        <p:nvPicPr>
          <p:cNvPr id="9" name="Picture 8">
            <a:extLst>
              <a:ext uri="{FF2B5EF4-FFF2-40B4-BE49-F238E27FC236}">
                <a16:creationId xmlns:a16="http://schemas.microsoft.com/office/drawing/2014/main" id="{DFB90DA7-A980-CDA2-5A57-DA42A06DA293}"/>
              </a:ext>
            </a:extLst>
          </p:cNvPr>
          <p:cNvPicPr>
            <a:picLocks noChangeAspect="1"/>
          </p:cNvPicPr>
          <p:nvPr/>
        </p:nvPicPr>
        <p:blipFill>
          <a:blip r:embed="rId6"/>
          <a:stretch>
            <a:fillRect/>
          </a:stretch>
        </p:blipFill>
        <p:spPr>
          <a:xfrm>
            <a:off x="9598102" y="5687291"/>
            <a:ext cx="1138177" cy="180109"/>
          </a:xfrm>
          <a:prstGeom prst="rect">
            <a:avLst/>
          </a:prstGeom>
        </p:spPr>
      </p:pic>
      <p:pic>
        <p:nvPicPr>
          <p:cNvPr id="11" name="Picture 10" descr="A screenshot of a group">
            <a:extLst>
              <a:ext uri="{FF2B5EF4-FFF2-40B4-BE49-F238E27FC236}">
                <a16:creationId xmlns:a16="http://schemas.microsoft.com/office/drawing/2014/main" id="{28D1087B-43DF-7285-D249-67F991886246}"/>
              </a:ext>
            </a:extLst>
          </p:cNvPr>
          <p:cNvPicPr>
            <a:picLocks noChangeAspect="1"/>
          </p:cNvPicPr>
          <p:nvPr/>
        </p:nvPicPr>
        <p:blipFill>
          <a:blip r:embed="rId7"/>
          <a:stretch>
            <a:fillRect/>
          </a:stretch>
        </p:blipFill>
        <p:spPr>
          <a:xfrm>
            <a:off x="7502659" y="3739391"/>
            <a:ext cx="3246500" cy="1947900"/>
          </a:xfrm>
          <a:prstGeom prst="rect">
            <a:avLst/>
          </a:prstGeom>
        </p:spPr>
      </p:pic>
      <p:pic>
        <p:nvPicPr>
          <p:cNvPr id="13" name="Picture 12">
            <a:extLst>
              <a:ext uri="{FF2B5EF4-FFF2-40B4-BE49-F238E27FC236}">
                <a16:creationId xmlns:a16="http://schemas.microsoft.com/office/drawing/2014/main" id="{C096FD6D-601A-51B0-0F8B-7F0213C85074}"/>
              </a:ext>
            </a:extLst>
          </p:cNvPr>
          <p:cNvPicPr>
            <a:picLocks noChangeAspect="1"/>
          </p:cNvPicPr>
          <p:nvPr/>
        </p:nvPicPr>
        <p:blipFill>
          <a:blip r:embed="rId8"/>
          <a:stretch>
            <a:fillRect/>
          </a:stretch>
        </p:blipFill>
        <p:spPr>
          <a:xfrm>
            <a:off x="7589519" y="5624945"/>
            <a:ext cx="1995703" cy="290285"/>
          </a:xfrm>
          <a:prstGeom prst="rect">
            <a:avLst/>
          </a:prstGeom>
        </p:spPr>
      </p:pic>
    </p:spTree>
    <p:extLst>
      <p:ext uri="{BB962C8B-B14F-4D97-AF65-F5344CB8AC3E}">
        <p14:creationId xmlns:p14="http://schemas.microsoft.com/office/powerpoint/2010/main" val="136456263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el 4">
            <a:extLst>
              <a:ext uri="{FF2B5EF4-FFF2-40B4-BE49-F238E27FC236}">
                <a16:creationId xmlns:a16="http://schemas.microsoft.com/office/drawing/2014/main" id="{58907CFC-E65A-467F-AFCC-BFAD08AE780C}"/>
              </a:ext>
            </a:extLst>
          </p:cNvPr>
          <p:cNvSpPr>
            <a:spLocks noGrp="1"/>
          </p:cNvSpPr>
          <p:nvPr>
            <p:ph type="title"/>
            <p:custDataLst>
              <p:tags r:id="rId1"/>
            </p:custDataLst>
          </p:nvPr>
        </p:nvSpPr>
        <p:spPr>
          <a:xfrm>
            <a:off x="2862399" y="477525"/>
            <a:ext cx="7213093" cy="484500"/>
          </a:xfrm>
        </p:spPr>
        <p:txBody>
          <a:bodyPr/>
          <a:lstStyle/>
          <a:p>
            <a:r>
              <a:rPr lang="en-US" dirty="0"/>
              <a:t>Project overview</a:t>
            </a:r>
            <a:endParaRPr lang="de-AT" dirty="0"/>
          </a:p>
        </p:txBody>
      </p:sp>
      <p:sp>
        <p:nvSpPr>
          <p:cNvPr id="2" name="Fußzeilenplatzhalter 1">
            <a:extLst>
              <a:ext uri="{FF2B5EF4-FFF2-40B4-BE49-F238E27FC236}">
                <a16:creationId xmlns:a16="http://schemas.microsoft.com/office/drawing/2014/main" id="{E020160F-2D80-4139-9156-9F5A507E0AA7}"/>
              </a:ext>
            </a:extLst>
          </p:cNvPr>
          <p:cNvSpPr>
            <a:spLocks noGrp="1"/>
          </p:cNvSpPr>
          <p:nvPr>
            <p:ph type="ftr" sz="quarter" idx="14"/>
            <p:custDataLst>
              <p:tags r:id="rId2"/>
            </p:custDataLst>
          </p:nvPr>
        </p:nvSpPr>
        <p:spPr>
          <a:xfrm>
            <a:off x="461963" y="6385768"/>
            <a:ext cx="10134600" cy="288000"/>
          </a:xfrm>
        </p:spPr>
        <p:txBody>
          <a:bodyPr/>
          <a:lstStyle/>
          <a:p>
            <a:r>
              <a:rPr lang="en-US" dirty="0"/>
              <a:t>Final Presentation Group 7</a:t>
            </a:r>
            <a:r>
              <a:rPr lang="de-AT" dirty="0"/>
              <a:t> | 16th January 2026</a:t>
            </a:r>
          </a:p>
        </p:txBody>
      </p:sp>
      <p:sp>
        <p:nvSpPr>
          <p:cNvPr id="4" name="Foliennummernplatzhalter 3">
            <a:extLst>
              <a:ext uri="{FF2B5EF4-FFF2-40B4-BE49-F238E27FC236}">
                <a16:creationId xmlns:a16="http://schemas.microsoft.com/office/drawing/2014/main" id="{BA96ADF3-F9A8-4A3E-9CB2-D36801DDA95C}"/>
              </a:ext>
            </a:extLst>
          </p:cNvPr>
          <p:cNvSpPr>
            <a:spLocks noGrp="1"/>
          </p:cNvSpPr>
          <p:nvPr>
            <p:ph type="sldNum" sz="quarter" idx="15"/>
            <p:custDataLst>
              <p:tags r:id="rId3"/>
            </p:custDataLst>
          </p:nvPr>
        </p:nvSpPr>
        <p:spPr>
          <a:xfrm>
            <a:off x="10885488" y="6385768"/>
            <a:ext cx="827086" cy="288000"/>
          </a:xfrm>
        </p:spPr>
        <p:txBody>
          <a:bodyPr/>
          <a:lstStyle/>
          <a:p>
            <a:fld id="{418F7AD7-DC47-44A0-A9D7-F1C17BFD6F09}" type="slidenum">
              <a:rPr lang="de-AT" smtClean="0"/>
              <a:pPr/>
              <a:t>3</a:t>
            </a:fld>
            <a:endParaRPr lang="de-AT" dirty="0"/>
          </a:p>
        </p:txBody>
      </p:sp>
      <p:sp>
        <p:nvSpPr>
          <p:cNvPr id="6" name="TextBox 5">
            <a:extLst>
              <a:ext uri="{FF2B5EF4-FFF2-40B4-BE49-F238E27FC236}">
                <a16:creationId xmlns:a16="http://schemas.microsoft.com/office/drawing/2014/main" id="{370B5671-6CF4-270A-6116-AA7F33E56543}"/>
              </a:ext>
            </a:extLst>
          </p:cNvPr>
          <p:cNvSpPr txBox="1"/>
          <p:nvPr/>
        </p:nvSpPr>
        <p:spPr>
          <a:xfrm>
            <a:off x="903053" y="1743218"/>
            <a:ext cx="10379412" cy="3371564"/>
          </a:xfrm>
          <a:prstGeom prst="rect">
            <a:avLst/>
          </a:prstGeom>
          <a:noFill/>
        </p:spPr>
        <p:txBody>
          <a:bodyPr wrap="square">
            <a:spAutoFit/>
          </a:bodyPr>
          <a:lstStyle/>
          <a:p>
            <a:pPr marL="285750" indent="-285750" algn="l">
              <a:lnSpc>
                <a:spcPct val="150000"/>
              </a:lnSpc>
              <a:buFont typeface="Arial" panose="020B0604020202020204" pitchFamily="34" charset="0"/>
              <a:buChar char="•"/>
            </a:pPr>
            <a:r>
              <a:rPr lang="en-US" sz="1800" b="1" i="0" u="none" strike="noStrike" baseline="0" dirty="0">
                <a:latin typeface="LMRoman10-Bold-Identity-H"/>
              </a:rPr>
              <a:t>Goal: </a:t>
            </a:r>
            <a:r>
              <a:rPr lang="en-US" sz="1800" b="0" i="0" u="none" strike="noStrike" baseline="0" dirty="0">
                <a:latin typeface="LMRoman10-Regular-Identity-H"/>
              </a:rPr>
              <a:t>Build and evaluate multilingual sentence-level language identification spanning Latin, Arabic, and Cyrillic scripts.</a:t>
            </a:r>
          </a:p>
          <a:p>
            <a:pPr marL="285750" indent="-285750" algn="l">
              <a:lnSpc>
                <a:spcPct val="150000"/>
              </a:lnSpc>
              <a:buFont typeface="Arial" panose="020B0604020202020204" pitchFamily="34" charset="0"/>
              <a:buChar char="•"/>
            </a:pPr>
            <a:r>
              <a:rPr lang="en-US" sz="1800" b="1" i="0" u="none" strike="noStrike" baseline="0" dirty="0">
                <a:latin typeface="LMRoman10-Bold-Identity-H"/>
              </a:rPr>
              <a:t>Datasets: </a:t>
            </a:r>
            <a:r>
              <a:rPr lang="en-US" sz="1800" b="0" i="0" u="none" strike="noStrike" baseline="0" dirty="0">
                <a:latin typeface="LMRoman10-Regular-Identity-H"/>
              </a:rPr>
              <a:t>Multilingual Wikipedia samples exported to CoNLL-U via </a:t>
            </a:r>
            <a:r>
              <a:rPr lang="en-US" sz="1800" b="0" i="0" u="none" strike="noStrike" dirty="0">
                <a:latin typeface="Courier New" panose="02070309020205020404" pitchFamily="49" charset="0"/>
              </a:rPr>
              <a:t>prepare_multilingual_conllu_stanza.py</a:t>
            </a:r>
            <a:r>
              <a:rPr lang="en-US" sz="1800" b="0" i="0" u="none" strike="noStrike" baseline="0" dirty="0">
                <a:latin typeface="LMRoman10-Regular-Identity-H"/>
              </a:rPr>
              <a:t>, with Stanza annotations when available and heuristic fallbacks elsewhere. Evaluation uses 4,000 held-out sentences (400 per language) across 10 labels, as prepared in Milestone 1 and refined in Milestone 2.</a:t>
            </a:r>
          </a:p>
          <a:p>
            <a:pPr marL="285750" indent="-285750" algn="l">
              <a:lnSpc>
                <a:spcPct val="150000"/>
              </a:lnSpc>
              <a:buFont typeface="Arial" panose="020B0604020202020204" pitchFamily="34" charset="0"/>
              <a:buChar char="•"/>
            </a:pPr>
            <a:r>
              <a:rPr lang="en-US" sz="1800" b="1" i="0" u="none" strike="noStrike" baseline="0" dirty="0">
                <a:latin typeface="LMRoman10-Bold-Identity-H"/>
              </a:rPr>
              <a:t>Languages: </a:t>
            </a:r>
            <a:r>
              <a:rPr lang="en-US" sz="1800" b="0" i="0" u="none" strike="noStrike" baseline="0" dirty="0">
                <a:latin typeface="LMRoman10-Regular-Identity-H"/>
              </a:rPr>
              <a:t>German (de), English (en), French (fr), Swedish (sv), Latvian (lv), Swahili (sw), Wolof (wo), Yoruba (yo), Kazakh (kk), Urdu (ur).</a:t>
            </a:r>
            <a:endParaRPr lang="en-US" dirty="0"/>
          </a:p>
        </p:txBody>
      </p:sp>
    </p:spTree>
    <p:extLst>
      <p:ext uri="{BB962C8B-B14F-4D97-AF65-F5344CB8AC3E}">
        <p14:creationId xmlns:p14="http://schemas.microsoft.com/office/powerpoint/2010/main" val="112874088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143073-3F2B-CFB5-B13A-BA39704CEA2C}"/>
            </a:ext>
          </a:extLst>
        </p:cNvPr>
        <p:cNvGrpSpPr/>
        <p:nvPr/>
      </p:nvGrpSpPr>
      <p:grpSpPr>
        <a:xfrm>
          <a:off x="0" y="0"/>
          <a:ext cx="0" cy="0"/>
          <a:chOff x="0" y="0"/>
          <a:chExt cx="0" cy="0"/>
        </a:xfrm>
      </p:grpSpPr>
      <p:sp>
        <p:nvSpPr>
          <p:cNvPr id="5" name="Titel 4">
            <a:extLst>
              <a:ext uri="{FF2B5EF4-FFF2-40B4-BE49-F238E27FC236}">
                <a16:creationId xmlns:a16="http://schemas.microsoft.com/office/drawing/2014/main" id="{2946AD0A-D74E-E6E4-771B-5A298B2F9909}"/>
              </a:ext>
            </a:extLst>
          </p:cNvPr>
          <p:cNvSpPr>
            <a:spLocks noGrp="1"/>
          </p:cNvSpPr>
          <p:nvPr>
            <p:ph type="title"/>
            <p:custDataLst>
              <p:tags r:id="rId1"/>
            </p:custDataLst>
          </p:nvPr>
        </p:nvSpPr>
        <p:spPr>
          <a:xfrm>
            <a:off x="2862399" y="477525"/>
            <a:ext cx="7213093" cy="484500"/>
          </a:xfrm>
        </p:spPr>
        <p:txBody>
          <a:bodyPr/>
          <a:lstStyle/>
          <a:p>
            <a:r>
              <a:rPr lang="en-US" dirty="0"/>
              <a:t>Approaches compared</a:t>
            </a:r>
            <a:endParaRPr lang="de-AT" dirty="0"/>
          </a:p>
        </p:txBody>
      </p:sp>
      <p:sp>
        <p:nvSpPr>
          <p:cNvPr id="2" name="Fußzeilenplatzhalter 1">
            <a:extLst>
              <a:ext uri="{FF2B5EF4-FFF2-40B4-BE49-F238E27FC236}">
                <a16:creationId xmlns:a16="http://schemas.microsoft.com/office/drawing/2014/main" id="{A2056F25-D560-DB0C-5C00-0A4B190064A3}"/>
              </a:ext>
            </a:extLst>
          </p:cNvPr>
          <p:cNvSpPr>
            <a:spLocks noGrp="1"/>
          </p:cNvSpPr>
          <p:nvPr>
            <p:ph type="ftr" sz="quarter" idx="14"/>
            <p:custDataLst>
              <p:tags r:id="rId2"/>
            </p:custDataLst>
          </p:nvPr>
        </p:nvSpPr>
        <p:spPr>
          <a:xfrm>
            <a:off x="461963" y="6385768"/>
            <a:ext cx="10134600" cy="288000"/>
          </a:xfrm>
        </p:spPr>
        <p:txBody>
          <a:bodyPr/>
          <a:lstStyle/>
          <a:p>
            <a:r>
              <a:rPr lang="en-US" dirty="0"/>
              <a:t>Final Presentation Group 7</a:t>
            </a:r>
            <a:r>
              <a:rPr lang="de-AT" dirty="0"/>
              <a:t> | 16th January 2026</a:t>
            </a:r>
          </a:p>
        </p:txBody>
      </p:sp>
      <p:sp>
        <p:nvSpPr>
          <p:cNvPr id="4" name="Foliennummernplatzhalter 3">
            <a:extLst>
              <a:ext uri="{FF2B5EF4-FFF2-40B4-BE49-F238E27FC236}">
                <a16:creationId xmlns:a16="http://schemas.microsoft.com/office/drawing/2014/main" id="{16E863E6-7C3D-1EC2-32BE-800A7E73D105}"/>
              </a:ext>
            </a:extLst>
          </p:cNvPr>
          <p:cNvSpPr>
            <a:spLocks noGrp="1"/>
          </p:cNvSpPr>
          <p:nvPr>
            <p:ph type="sldNum" sz="quarter" idx="15"/>
            <p:custDataLst>
              <p:tags r:id="rId3"/>
            </p:custDataLst>
          </p:nvPr>
        </p:nvSpPr>
        <p:spPr>
          <a:xfrm>
            <a:off x="10885488" y="6385768"/>
            <a:ext cx="827086" cy="288000"/>
          </a:xfrm>
        </p:spPr>
        <p:txBody>
          <a:bodyPr/>
          <a:lstStyle/>
          <a:p>
            <a:fld id="{418F7AD7-DC47-44A0-A9D7-F1C17BFD6F09}" type="slidenum">
              <a:rPr lang="de-AT" smtClean="0"/>
              <a:pPr/>
              <a:t>4</a:t>
            </a:fld>
            <a:endParaRPr lang="de-AT" dirty="0"/>
          </a:p>
        </p:txBody>
      </p:sp>
      <p:sp>
        <p:nvSpPr>
          <p:cNvPr id="7" name="TextBox 6">
            <a:extLst>
              <a:ext uri="{FF2B5EF4-FFF2-40B4-BE49-F238E27FC236}">
                <a16:creationId xmlns:a16="http://schemas.microsoft.com/office/drawing/2014/main" id="{E3809234-5065-F162-CABA-0E8C5F600047}"/>
              </a:ext>
            </a:extLst>
          </p:cNvPr>
          <p:cNvSpPr txBox="1"/>
          <p:nvPr/>
        </p:nvSpPr>
        <p:spPr>
          <a:xfrm>
            <a:off x="1716982" y="1743218"/>
            <a:ext cx="8758035" cy="3371564"/>
          </a:xfrm>
          <a:prstGeom prst="rect">
            <a:avLst/>
          </a:prstGeom>
          <a:noFill/>
        </p:spPr>
        <p:txBody>
          <a:bodyPr wrap="square">
            <a:spAutoFit/>
          </a:bodyPr>
          <a:lstStyle/>
          <a:p>
            <a:pPr marL="285750" indent="-285750" algn="l">
              <a:lnSpc>
                <a:spcPct val="150000"/>
              </a:lnSpc>
              <a:buFont typeface="Arial" panose="020B0604020202020204" pitchFamily="34" charset="0"/>
              <a:buChar char="•"/>
            </a:pPr>
            <a:r>
              <a:rPr lang="en-US" sz="1800" b="1" i="0" u="none" strike="noStrike" baseline="0" dirty="0">
                <a:latin typeface="LMRoman10-Bold-Identity-H"/>
              </a:rPr>
              <a:t>Rule-based heuristics: </a:t>
            </a:r>
            <a:r>
              <a:rPr lang="en-US" sz="1800" b="0" i="0" u="none" strike="noStrike" baseline="0" dirty="0">
                <a:latin typeface="LMRoman10-Regular-Identity-H"/>
              </a:rPr>
              <a:t>Unicode script detection, diacritic patterns, cue words/affixes; computationally cheap and interpretable.</a:t>
            </a:r>
          </a:p>
          <a:p>
            <a:pPr marL="285750" indent="-285750" algn="l">
              <a:lnSpc>
                <a:spcPct val="150000"/>
              </a:lnSpc>
              <a:buFont typeface="Arial" panose="020B0604020202020204" pitchFamily="34" charset="0"/>
              <a:buChar char="•"/>
            </a:pPr>
            <a:r>
              <a:rPr lang="en-US" sz="1800" b="1" i="0" u="none" strike="noStrike" baseline="0" dirty="0">
                <a:latin typeface="LMRoman10-Bold-Identity-H"/>
              </a:rPr>
              <a:t>Character n-gram logistic regression (TF–IDF): </a:t>
            </a:r>
            <a:r>
              <a:rPr lang="en-US" sz="1800" b="0" i="0" u="none" strike="noStrike" baseline="0" dirty="0">
                <a:latin typeface="LMRoman10-Regular-Identity-H"/>
              </a:rPr>
              <a:t>Lightweight classical ML baseline on character n-grams; strong accuracy with small footprint.</a:t>
            </a:r>
          </a:p>
          <a:p>
            <a:pPr marL="285750" indent="-285750" algn="l">
              <a:lnSpc>
                <a:spcPct val="150000"/>
              </a:lnSpc>
              <a:buFont typeface="Arial" panose="020B0604020202020204" pitchFamily="34" charset="0"/>
              <a:buChar char="•"/>
            </a:pPr>
            <a:r>
              <a:rPr lang="en-US" sz="1800" b="1" i="0" u="none" strike="noStrike" baseline="0" dirty="0">
                <a:latin typeface="LMRoman10-Bold-Identity-H"/>
              </a:rPr>
              <a:t>XLM-RoBERTa fine-tuning: </a:t>
            </a:r>
            <a:r>
              <a:rPr lang="en-US" sz="1800" b="0" i="0" u="none" strike="noStrike" baseline="0" dirty="0">
                <a:latin typeface="LMRoman10-Regular-Identity-H"/>
              </a:rPr>
              <a:t>Multilingual transformer for sequence classification; robust across scripts but compute-heavy.</a:t>
            </a:r>
          </a:p>
          <a:p>
            <a:pPr marL="285750" indent="-285750" algn="l">
              <a:lnSpc>
                <a:spcPct val="150000"/>
              </a:lnSpc>
              <a:buFont typeface="Arial" panose="020B0604020202020204" pitchFamily="34" charset="0"/>
              <a:buChar char="•"/>
            </a:pPr>
            <a:r>
              <a:rPr lang="en-US" sz="1800" b="1" i="0" u="none" strike="noStrike" baseline="0" dirty="0">
                <a:latin typeface="LMRoman10-Bold-Identity-H"/>
              </a:rPr>
              <a:t>fastText averaged embeddings (Q1 study): </a:t>
            </a:r>
            <a:r>
              <a:rPr lang="en-US" sz="1800" b="0" i="0" u="none" strike="noStrike" baseline="0" dirty="0">
                <a:latin typeface="LMRoman10-Regular-Identity-H"/>
              </a:rPr>
              <a:t>Multinomial logistic regression on pretrained word vectors; high ID accuracy but OOD brittleness due to OOV coverage gaps.</a:t>
            </a:r>
            <a:endParaRPr lang="en-US" dirty="0"/>
          </a:p>
        </p:txBody>
      </p:sp>
      <p:pic>
        <p:nvPicPr>
          <p:cNvPr id="6" name="Picture 5">
            <a:extLst>
              <a:ext uri="{FF2B5EF4-FFF2-40B4-BE49-F238E27FC236}">
                <a16:creationId xmlns:a16="http://schemas.microsoft.com/office/drawing/2014/main" id="{C14BA943-8E8F-9AF9-ED5B-2ED396DFC016}"/>
              </a:ext>
            </a:extLst>
          </p:cNvPr>
          <p:cNvPicPr>
            <a:picLocks noChangeAspect="1"/>
          </p:cNvPicPr>
          <p:nvPr/>
        </p:nvPicPr>
        <p:blipFill>
          <a:blip r:embed="rId6"/>
          <a:stretch>
            <a:fillRect/>
          </a:stretch>
        </p:blipFill>
        <p:spPr>
          <a:xfrm>
            <a:off x="10794436" y="184232"/>
            <a:ext cx="1009190" cy="1684009"/>
          </a:xfrm>
          <a:prstGeom prst="rect">
            <a:avLst/>
          </a:prstGeom>
        </p:spPr>
      </p:pic>
      <p:pic>
        <p:nvPicPr>
          <p:cNvPr id="13" name="Picture 12">
            <a:extLst>
              <a:ext uri="{FF2B5EF4-FFF2-40B4-BE49-F238E27FC236}">
                <a16:creationId xmlns:a16="http://schemas.microsoft.com/office/drawing/2014/main" id="{3216CFD1-73E5-F7D2-2B03-9EDFC34B9EF7}"/>
              </a:ext>
            </a:extLst>
          </p:cNvPr>
          <p:cNvPicPr>
            <a:picLocks noChangeAspect="1"/>
          </p:cNvPicPr>
          <p:nvPr/>
        </p:nvPicPr>
        <p:blipFill>
          <a:blip r:embed="rId7"/>
          <a:stretch>
            <a:fillRect/>
          </a:stretch>
        </p:blipFill>
        <p:spPr>
          <a:xfrm>
            <a:off x="10794436" y="2541304"/>
            <a:ext cx="1009190" cy="1498494"/>
          </a:xfrm>
          <a:prstGeom prst="rect">
            <a:avLst/>
          </a:prstGeom>
        </p:spPr>
      </p:pic>
    </p:spTree>
    <p:extLst>
      <p:ext uri="{BB962C8B-B14F-4D97-AF65-F5344CB8AC3E}">
        <p14:creationId xmlns:p14="http://schemas.microsoft.com/office/powerpoint/2010/main" val="310004911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6BE847-302E-18DE-9843-AC1F545B5330}"/>
            </a:ext>
          </a:extLst>
        </p:cNvPr>
        <p:cNvGrpSpPr/>
        <p:nvPr/>
      </p:nvGrpSpPr>
      <p:grpSpPr>
        <a:xfrm>
          <a:off x="0" y="0"/>
          <a:ext cx="0" cy="0"/>
          <a:chOff x="0" y="0"/>
          <a:chExt cx="0" cy="0"/>
        </a:xfrm>
      </p:grpSpPr>
      <p:sp>
        <p:nvSpPr>
          <p:cNvPr id="5" name="Titel 4">
            <a:extLst>
              <a:ext uri="{FF2B5EF4-FFF2-40B4-BE49-F238E27FC236}">
                <a16:creationId xmlns:a16="http://schemas.microsoft.com/office/drawing/2014/main" id="{4F6BB93D-11B1-F873-F6B3-869054DEDF72}"/>
              </a:ext>
            </a:extLst>
          </p:cNvPr>
          <p:cNvSpPr>
            <a:spLocks noGrp="1"/>
          </p:cNvSpPr>
          <p:nvPr>
            <p:ph type="title"/>
            <p:custDataLst>
              <p:tags r:id="rId1"/>
            </p:custDataLst>
          </p:nvPr>
        </p:nvSpPr>
        <p:spPr>
          <a:xfrm>
            <a:off x="2862399" y="477525"/>
            <a:ext cx="7213093" cy="484500"/>
          </a:xfrm>
        </p:spPr>
        <p:txBody>
          <a:bodyPr/>
          <a:lstStyle/>
          <a:p>
            <a:r>
              <a:rPr lang="en-US" dirty="0"/>
              <a:t>Key results</a:t>
            </a:r>
            <a:endParaRPr lang="de-AT" dirty="0"/>
          </a:p>
        </p:txBody>
      </p:sp>
      <p:sp>
        <p:nvSpPr>
          <p:cNvPr id="2" name="Fußzeilenplatzhalter 1">
            <a:extLst>
              <a:ext uri="{FF2B5EF4-FFF2-40B4-BE49-F238E27FC236}">
                <a16:creationId xmlns:a16="http://schemas.microsoft.com/office/drawing/2014/main" id="{C9097C5E-87E8-A912-98B4-F3A16069D3F3}"/>
              </a:ext>
            </a:extLst>
          </p:cNvPr>
          <p:cNvSpPr>
            <a:spLocks noGrp="1"/>
          </p:cNvSpPr>
          <p:nvPr>
            <p:ph type="ftr" sz="quarter" idx="14"/>
            <p:custDataLst>
              <p:tags r:id="rId2"/>
            </p:custDataLst>
          </p:nvPr>
        </p:nvSpPr>
        <p:spPr>
          <a:xfrm>
            <a:off x="461963" y="6385768"/>
            <a:ext cx="10134600" cy="288000"/>
          </a:xfrm>
        </p:spPr>
        <p:txBody>
          <a:bodyPr/>
          <a:lstStyle/>
          <a:p>
            <a:r>
              <a:rPr lang="en-US" dirty="0"/>
              <a:t>Final Presentation Group 7</a:t>
            </a:r>
            <a:r>
              <a:rPr lang="de-AT" dirty="0"/>
              <a:t> | 16th January 2026</a:t>
            </a:r>
          </a:p>
        </p:txBody>
      </p:sp>
      <p:sp>
        <p:nvSpPr>
          <p:cNvPr id="4" name="Foliennummernplatzhalter 3">
            <a:extLst>
              <a:ext uri="{FF2B5EF4-FFF2-40B4-BE49-F238E27FC236}">
                <a16:creationId xmlns:a16="http://schemas.microsoft.com/office/drawing/2014/main" id="{D7519AC6-187C-86F6-9579-B38E33B35031}"/>
              </a:ext>
            </a:extLst>
          </p:cNvPr>
          <p:cNvSpPr>
            <a:spLocks noGrp="1"/>
          </p:cNvSpPr>
          <p:nvPr>
            <p:ph type="sldNum" sz="quarter" idx="15"/>
            <p:custDataLst>
              <p:tags r:id="rId3"/>
            </p:custDataLst>
          </p:nvPr>
        </p:nvSpPr>
        <p:spPr>
          <a:xfrm>
            <a:off x="10885488" y="6385768"/>
            <a:ext cx="827086" cy="288000"/>
          </a:xfrm>
        </p:spPr>
        <p:txBody>
          <a:bodyPr/>
          <a:lstStyle/>
          <a:p>
            <a:fld id="{418F7AD7-DC47-44A0-A9D7-F1C17BFD6F09}" type="slidenum">
              <a:rPr lang="de-AT" smtClean="0"/>
              <a:pPr/>
              <a:t>5</a:t>
            </a:fld>
            <a:endParaRPr lang="de-AT" dirty="0"/>
          </a:p>
        </p:txBody>
      </p:sp>
      <p:sp>
        <p:nvSpPr>
          <p:cNvPr id="6" name="TextBox 5">
            <a:extLst>
              <a:ext uri="{FF2B5EF4-FFF2-40B4-BE49-F238E27FC236}">
                <a16:creationId xmlns:a16="http://schemas.microsoft.com/office/drawing/2014/main" id="{9688E60E-451D-1900-E87C-219ACD9C0053}"/>
              </a:ext>
            </a:extLst>
          </p:cNvPr>
          <p:cNvSpPr txBox="1"/>
          <p:nvPr/>
        </p:nvSpPr>
        <p:spPr>
          <a:xfrm>
            <a:off x="162127" y="1157118"/>
            <a:ext cx="11867745" cy="5033557"/>
          </a:xfrm>
          <a:prstGeom prst="rect">
            <a:avLst/>
          </a:prstGeom>
          <a:noFill/>
        </p:spPr>
        <p:txBody>
          <a:bodyPr wrap="square">
            <a:spAutoFit/>
          </a:bodyPr>
          <a:lstStyle/>
          <a:p>
            <a:pPr marL="285750" indent="-285750" algn="l">
              <a:lnSpc>
                <a:spcPct val="150000"/>
              </a:lnSpc>
              <a:buFont typeface="Arial" panose="020B0604020202020204" pitchFamily="34" charset="0"/>
              <a:buChar char="•"/>
            </a:pPr>
            <a:r>
              <a:rPr lang="en-US" sz="1800" b="1" i="0" u="none" strike="noStrike" baseline="0" dirty="0">
                <a:latin typeface="LMRoman10-Bold-Identity-H"/>
              </a:rPr>
              <a:t>Milestone 2 (in-domain Wikipedia evaluation, 10 languages)</a:t>
            </a:r>
          </a:p>
          <a:p>
            <a:pPr marL="742950" lvl="1" indent="-285750">
              <a:lnSpc>
                <a:spcPct val="150000"/>
              </a:lnSpc>
              <a:buFont typeface="Courier New" panose="02070309020205020404" pitchFamily="49" charset="0"/>
              <a:buChar char="o"/>
            </a:pPr>
            <a:r>
              <a:rPr lang="en-US" b="0" i="0" u="none" strike="noStrike" baseline="0" dirty="0">
                <a:latin typeface="LMRoman10-Regular-Identity-H"/>
              </a:rPr>
              <a:t>Rule-based: 0.89 accuracy.</a:t>
            </a:r>
          </a:p>
          <a:p>
            <a:pPr marL="742950" lvl="1" indent="-285750">
              <a:lnSpc>
                <a:spcPct val="150000"/>
              </a:lnSpc>
              <a:buFont typeface="Courier New" panose="02070309020205020404" pitchFamily="49" charset="0"/>
              <a:buChar char="o"/>
            </a:pPr>
            <a:r>
              <a:rPr lang="en-US" b="0" i="0" u="none" strike="noStrike" baseline="0" dirty="0">
                <a:latin typeface="LMRoman10-Regular-Identity-H"/>
              </a:rPr>
              <a:t>Char n-gram logistic regression: </a:t>
            </a:r>
            <a:r>
              <a:rPr lang="en-US" b="1" i="0" u="none" strike="noStrike" baseline="0" dirty="0">
                <a:latin typeface="LMRoman10-Bold-Identity-H"/>
              </a:rPr>
              <a:t>0.968 accuracy </a:t>
            </a:r>
            <a:r>
              <a:rPr lang="en-US" b="0" i="0" u="none" strike="noStrike" baseline="0" dirty="0">
                <a:latin typeface="LMRoman10-Regular-Identity-H"/>
              </a:rPr>
              <a:t>(best overall) with near-perfect recall on several classes.</a:t>
            </a:r>
          </a:p>
          <a:p>
            <a:pPr marL="742950" lvl="1" indent="-285750">
              <a:lnSpc>
                <a:spcPct val="150000"/>
              </a:lnSpc>
              <a:buFont typeface="Courier New" panose="02070309020205020404" pitchFamily="49" charset="0"/>
              <a:buChar char="o"/>
            </a:pPr>
            <a:r>
              <a:rPr lang="en-US" b="0" i="0" u="none" strike="noStrike" baseline="0" dirty="0">
                <a:latin typeface="LMRoman10-Regular-Identity-H"/>
              </a:rPr>
              <a:t>XLM-R fine-tuning: 0.966 accuracy; similar confusion profile, slightly </a:t>
            </a:r>
            <a:r>
              <a:rPr lang="en-US" sz="1800" b="0" i="0" u="none" strike="noStrike" baseline="0" dirty="0">
                <a:latin typeface="LMRoman10-Regular-Identity-H"/>
              </a:rPr>
              <a:t>better French/Swedish recall.</a:t>
            </a:r>
          </a:p>
          <a:p>
            <a:pPr marL="742950" lvl="1" indent="-285750">
              <a:lnSpc>
                <a:spcPct val="150000"/>
              </a:lnSpc>
              <a:buFont typeface="Courier New" panose="02070309020205020404" pitchFamily="49" charset="0"/>
              <a:buChar char="o"/>
            </a:pPr>
            <a:r>
              <a:rPr lang="en-US" b="0" i="0" u="none" strike="noStrike" baseline="0" dirty="0">
                <a:latin typeface="LMRoman10-Regular-Identity-H"/>
              </a:rPr>
              <a:t>Insight: n-gram model offers best accuracy–cost balance; rules remain </a:t>
            </a:r>
            <a:r>
              <a:rPr lang="en-US" sz="1800" b="0" i="0" u="none" strike="noStrike" baseline="0" dirty="0">
                <a:latin typeface="LMRoman10-Regular-Identity-H"/>
              </a:rPr>
              <a:t>useful for diagnostics; XLM-R for harder domains.</a:t>
            </a:r>
          </a:p>
          <a:p>
            <a:pPr marL="285750" indent="-285750" algn="l">
              <a:lnSpc>
                <a:spcPct val="150000"/>
              </a:lnSpc>
              <a:buFont typeface="Arial" panose="020B0604020202020204" pitchFamily="34" charset="0"/>
              <a:buChar char="•"/>
            </a:pPr>
            <a:r>
              <a:rPr lang="en-US" sz="1800" b="1" i="0" u="none" strike="noStrike" baseline="0" dirty="0">
                <a:latin typeface="LMRoman10-Bold-Identity-H"/>
              </a:rPr>
              <a:t>Q1 fastText OOD study (hate speech/social media, 5 languages)</a:t>
            </a:r>
          </a:p>
          <a:p>
            <a:pPr marL="742950" lvl="1" indent="-285750">
              <a:lnSpc>
                <a:spcPct val="150000"/>
              </a:lnSpc>
              <a:buFont typeface="Courier New" panose="02070309020205020404" pitchFamily="49" charset="0"/>
              <a:buChar char="o"/>
            </a:pPr>
            <a:r>
              <a:rPr lang="en-US" b="0" i="0" u="none" strike="noStrike" baseline="0" dirty="0">
                <a:latin typeface="LMRoman10-Regular-Identity-H"/>
              </a:rPr>
              <a:t>Wikipedia (ID) accuracy: 0.998; OOD combined accuracy: </a:t>
            </a:r>
            <a:r>
              <a:rPr lang="en-US" b="1" i="0" u="none" strike="noStrike" baseline="0" dirty="0">
                <a:latin typeface="LMRoman10-Bold-Identity-H"/>
              </a:rPr>
              <a:t>0.9863 </a:t>
            </a:r>
            <a:r>
              <a:rPr lang="en-US" sz="1800" b="0" i="0" u="none" strike="noStrike" baseline="0" dirty="0">
                <a:latin typeface="LMRoman10-Regular-Identity-H"/>
              </a:rPr>
              <a:t>(–0.0117 drop).</a:t>
            </a:r>
          </a:p>
          <a:p>
            <a:pPr marL="742950" lvl="1" indent="-285750">
              <a:lnSpc>
                <a:spcPct val="150000"/>
              </a:lnSpc>
              <a:buFont typeface="Courier New" panose="02070309020205020404" pitchFamily="49" charset="0"/>
              <a:buChar char="o"/>
            </a:pPr>
            <a:r>
              <a:rPr lang="en-US" b="0" i="0" u="none" strike="noStrike" baseline="0" dirty="0">
                <a:latin typeface="LMRoman10-Regular-Identity-H"/>
              </a:rPr>
              <a:t>Per-language OOD accuracy: 0.9959 (kk), 0.9840 (lv), 1.0000 (sv, </a:t>
            </a:r>
            <a:r>
              <a:rPr lang="en-US" sz="1800" b="0" i="0" u="none" strike="noStrike" baseline="0" dirty="0">
                <a:latin typeface="LMRoman10-Regular-Identity-H"/>
              </a:rPr>
              <a:t>ur), 0.9996 (yo).</a:t>
            </a:r>
          </a:p>
          <a:p>
            <a:pPr marL="742950" lvl="1" indent="-285750">
              <a:lnSpc>
                <a:spcPct val="150000"/>
              </a:lnSpc>
              <a:buFont typeface="Courier New" panose="02070309020205020404" pitchFamily="49" charset="0"/>
              <a:buChar char="o"/>
            </a:pPr>
            <a:r>
              <a:rPr lang="en-US" b="0" i="0" u="none" strike="noStrike" baseline="0" dirty="0">
                <a:latin typeface="LMRoman10-Regular-Identity-H"/>
              </a:rPr>
              <a:t>OOV rates highlight brittleness: Latvian 24.1% OOV (469k unseen </a:t>
            </a:r>
            <a:r>
              <a:rPr lang="en-US" sz="1800" b="0" i="0" u="none" strike="noStrike" baseline="0" dirty="0">
                <a:latin typeface="LMRoman10-Regular-Identity-H"/>
              </a:rPr>
              <a:t>terms); Yoruba 37.9% OOV (20,801 unseen terms).</a:t>
            </a:r>
          </a:p>
          <a:p>
            <a:pPr marL="742950" lvl="1" indent="-285750">
              <a:lnSpc>
                <a:spcPct val="150000"/>
              </a:lnSpc>
              <a:buFont typeface="Courier New" panose="02070309020205020404" pitchFamily="49" charset="0"/>
              <a:buChar char="o"/>
            </a:pPr>
            <a:r>
              <a:rPr lang="en-US" b="0" i="0" u="none" strike="noStrike" baseline="0" dirty="0">
                <a:latin typeface="LMRoman10-Regular-Identity-H"/>
              </a:rPr>
              <a:t>Insight: headline metrics mask coverage fragility; next slide </a:t>
            </a:r>
            <a:r>
              <a:rPr lang="en-US" b="0" i="0" u="none" strike="noStrike" baseline="0" dirty="0">
                <a:solidFill>
                  <a:schemeClr val="tx1">
                    <a:lumMod val="95000"/>
                    <a:lumOff val="5000"/>
                  </a:schemeClr>
                </a:solidFill>
                <a:latin typeface="LMRoman10-Regular-Identity-H"/>
              </a:rPr>
              <a:t>pairs fastText with </a:t>
            </a:r>
            <a:r>
              <a:rPr lang="en-US" sz="1800" b="0" i="0" u="none" strike="noStrike" baseline="0" dirty="0">
                <a:solidFill>
                  <a:schemeClr val="tx1">
                    <a:lumMod val="95000"/>
                    <a:lumOff val="5000"/>
                  </a:schemeClr>
                </a:solidFill>
                <a:latin typeface="LMRoman10-Regular-Identity-H"/>
              </a:rPr>
              <a:t>character-level features and reports macro metrics for OOD robustness.</a:t>
            </a:r>
            <a:endParaRPr lang="en-US" dirty="0">
              <a:solidFill>
                <a:schemeClr val="tx1">
                  <a:lumMod val="95000"/>
                  <a:lumOff val="5000"/>
                </a:schemeClr>
              </a:solidFill>
            </a:endParaRPr>
          </a:p>
        </p:txBody>
      </p:sp>
    </p:spTree>
    <p:extLst>
      <p:ext uri="{BB962C8B-B14F-4D97-AF65-F5344CB8AC3E}">
        <p14:creationId xmlns:p14="http://schemas.microsoft.com/office/powerpoint/2010/main" val="121656928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6B5466-C97E-7190-1B34-A1409E87D98B}"/>
            </a:ext>
          </a:extLst>
        </p:cNvPr>
        <p:cNvGrpSpPr/>
        <p:nvPr/>
      </p:nvGrpSpPr>
      <p:grpSpPr>
        <a:xfrm>
          <a:off x="0" y="0"/>
          <a:ext cx="0" cy="0"/>
          <a:chOff x="0" y="0"/>
          <a:chExt cx="0" cy="0"/>
        </a:xfrm>
      </p:grpSpPr>
      <p:sp>
        <p:nvSpPr>
          <p:cNvPr id="5" name="Titel 4">
            <a:extLst>
              <a:ext uri="{FF2B5EF4-FFF2-40B4-BE49-F238E27FC236}">
                <a16:creationId xmlns:a16="http://schemas.microsoft.com/office/drawing/2014/main" id="{BF19BD9B-A181-B55B-1B9D-E80DD494148E}"/>
              </a:ext>
            </a:extLst>
          </p:cNvPr>
          <p:cNvSpPr>
            <a:spLocks noGrp="1"/>
          </p:cNvSpPr>
          <p:nvPr>
            <p:ph type="title"/>
            <p:custDataLst>
              <p:tags r:id="rId1"/>
            </p:custDataLst>
          </p:nvPr>
        </p:nvSpPr>
        <p:spPr>
          <a:xfrm>
            <a:off x="2862399" y="0"/>
            <a:ext cx="9092895" cy="962025"/>
          </a:xfrm>
        </p:spPr>
        <p:txBody>
          <a:bodyPr/>
          <a:lstStyle/>
          <a:p>
            <a:r>
              <a:rPr lang="en-US" dirty="0"/>
              <a:t>Detailed OOD robustness (fastText vs. character n-grams, 5 languages)</a:t>
            </a:r>
            <a:endParaRPr lang="de-AT" dirty="0"/>
          </a:p>
        </p:txBody>
      </p:sp>
      <p:sp>
        <p:nvSpPr>
          <p:cNvPr id="2" name="Fußzeilenplatzhalter 1">
            <a:extLst>
              <a:ext uri="{FF2B5EF4-FFF2-40B4-BE49-F238E27FC236}">
                <a16:creationId xmlns:a16="http://schemas.microsoft.com/office/drawing/2014/main" id="{D4922050-E448-46A2-C16D-3A3B5A4059D6}"/>
              </a:ext>
            </a:extLst>
          </p:cNvPr>
          <p:cNvSpPr>
            <a:spLocks noGrp="1"/>
          </p:cNvSpPr>
          <p:nvPr>
            <p:ph type="ftr" sz="quarter" idx="14"/>
            <p:custDataLst>
              <p:tags r:id="rId2"/>
            </p:custDataLst>
          </p:nvPr>
        </p:nvSpPr>
        <p:spPr>
          <a:xfrm>
            <a:off x="461963" y="6385768"/>
            <a:ext cx="10134600" cy="288000"/>
          </a:xfrm>
        </p:spPr>
        <p:txBody>
          <a:bodyPr/>
          <a:lstStyle/>
          <a:p>
            <a:r>
              <a:rPr lang="en-US" dirty="0"/>
              <a:t>Final Presentation Group 7</a:t>
            </a:r>
            <a:r>
              <a:rPr lang="de-AT" dirty="0"/>
              <a:t> | 16th January 2026</a:t>
            </a:r>
          </a:p>
        </p:txBody>
      </p:sp>
      <p:sp>
        <p:nvSpPr>
          <p:cNvPr id="4" name="Foliennummernplatzhalter 3">
            <a:extLst>
              <a:ext uri="{FF2B5EF4-FFF2-40B4-BE49-F238E27FC236}">
                <a16:creationId xmlns:a16="http://schemas.microsoft.com/office/drawing/2014/main" id="{CF06C849-1C86-733D-5CD8-EF4128DFAC85}"/>
              </a:ext>
            </a:extLst>
          </p:cNvPr>
          <p:cNvSpPr>
            <a:spLocks noGrp="1"/>
          </p:cNvSpPr>
          <p:nvPr>
            <p:ph type="sldNum" sz="quarter" idx="15"/>
            <p:custDataLst>
              <p:tags r:id="rId3"/>
            </p:custDataLst>
          </p:nvPr>
        </p:nvSpPr>
        <p:spPr>
          <a:xfrm>
            <a:off x="10885488" y="6385768"/>
            <a:ext cx="827086" cy="288000"/>
          </a:xfrm>
        </p:spPr>
        <p:txBody>
          <a:bodyPr/>
          <a:lstStyle/>
          <a:p>
            <a:fld id="{418F7AD7-DC47-44A0-A9D7-F1C17BFD6F09}" type="slidenum">
              <a:rPr lang="de-AT" smtClean="0"/>
              <a:pPr/>
              <a:t>6</a:t>
            </a:fld>
            <a:endParaRPr lang="de-AT" dirty="0"/>
          </a:p>
        </p:txBody>
      </p:sp>
      <p:sp>
        <p:nvSpPr>
          <p:cNvPr id="9" name="TextBox 8">
            <a:extLst>
              <a:ext uri="{FF2B5EF4-FFF2-40B4-BE49-F238E27FC236}">
                <a16:creationId xmlns:a16="http://schemas.microsoft.com/office/drawing/2014/main" id="{D0FEB864-9F3D-1C24-3DC7-DECE1C59EAF1}"/>
              </a:ext>
            </a:extLst>
          </p:cNvPr>
          <p:cNvSpPr txBox="1"/>
          <p:nvPr/>
        </p:nvSpPr>
        <p:spPr>
          <a:xfrm>
            <a:off x="470694" y="1326822"/>
            <a:ext cx="11250611" cy="4204356"/>
          </a:xfrm>
          <a:prstGeom prst="rect">
            <a:avLst/>
          </a:prstGeom>
          <a:noFill/>
        </p:spPr>
        <p:txBody>
          <a:bodyPr wrap="square">
            <a:spAutoFit/>
          </a:bodyPr>
          <a:lstStyle/>
          <a:p>
            <a:pPr marL="285750" indent="-285750" algn="l">
              <a:lnSpc>
                <a:spcPct val="150000"/>
              </a:lnSpc>
              <a:buFont typeface="Arial" panose="020B0604020202020204" pitchFamily="34" charset="0"/>
              <a:buChar char="•"/>
            </a:pPr>
            <a:r>
              <a:rPr lang="en-US" b="1" i="0" dirty="0">
                <a:solidFill>
                  <a:srgbClr val="1F2328"/>
                </a:solidFill>
                <a:effectLst/>
                <a:latin typeface="-apple-system"/>
              </a:rPr>
              <a:t>Macro OOD accuracy / F1 (mean of per-language F1s):</a:t>
            </a:r>
            <a:r>
              <a:rPr lang="en-US" b="0" i="0" dirty="0">
                <a:solidFill>
                  <a:srgbClr val="1F2328"/>
                </a:solidFill>
                <a:effectLst/>
                <a:latin typeface="-apple-system"/>
              </a:rPr>
              <a:t> fastText 0.9859 / 0.6659; char n-gram 0.9800 / 0.5058; fastText + char n-gram 0.9877 / 0.7991.</a:t>
            </a:r>
          </a:p>
          <a:p>
            <a:pPr marL="285750" indent="-285750" algn="l">
              <a:lnSpc>
                <a:spcPct val="150000"/>
              </a:lnSpc>
              <a:buFont typeface="Arial" panose="020B0604020202020204" pitchFamily="34" charset="0"/>
              <a:buChar char="•"/>
            </a:pPr>
            <a:r>
              <a:rPr lang="en-US" b="1" i="0" dirty="0">
                <a:solidFill>
                  <a:srgbClr val="1F2328"/>
                </a:solidFill>
                <a:effectLst/>
                <a:latin typeface="-apple-system"/>
              </a:rPr>
              <a:t>Per-language macro F1 (OOD):</a:t>
            </a:r>
            <a:r>
              <a:rPr lang="en-US" b="0" i="0" dirty="0">
                <a:solidFill>
                  <a:srgbClr val="1F2328"/>
                </a:solidFill>
                <a:effectLst/>
                <a:latin typeface="-apple-system"/>
              </a:rPr>
              <a:t> fastText vs. char n-gram vs. combined</a:t>
            </a:r>
          </a:p>
          <a:p>
            <a:pPr marL="742950" lvl="1" indent="-285750" algn="l">
              <a:lnSpc>
                <a:spcPct val="150000"/>
              </a:lnSpc>
              <a:buFont typeface="Arial" panose="020B0604020202020204" pitchFamily="34" charset="0"/>
              <a:buChar char="•"/>
            </a:pPr>
            <a:r>
              <a:rPr lang="en-US" b="0" i="0" dirty="0">
                <a:solidFill>
                  <a:srgbClr val="1F2328"/>
                </a:solidFill>
                <a:effectLst/>
                <a:latin typeface="-apple-system"/>
              </a:rPr>
              <a:t>Kazakh: 0.4989 vs. 0.5000 vs. 0.4993.</a:t>
            </a:r>
          </a:p>
          <a:p>
            <a:pPr marL="742950" lvl="1" indent="-285750" algn="l">
              <a:lnSpc>
                <a:spcPct val="150000"/>
              </a:lnSpc>
              <a:buFont typeface="Arial" panose="020B0604020202020204" pitchFamily="34" charset="0"/>
              <a:buChar char="•"/>
            </a:pPr>
            <a:r>
              <a:rPr lang="en-US" b="0" i="0" dirty="0">
                <a:solidFill>
                  <a:srgbClr val="1F2328"/>
                </a:solidFill>
                <a:effectLst/>
                <a:latin typeface="-apple-system"/>
              </a:rPr>
              <a:t>Latvian: 0.3306 vs. 0.1976 vs. 0.4963 (largest robustness gain from char features).</a:t>
            </a:r>
          </a:p>
          <a:p>
            <a:pPr marL="742950" lvl="1" indent="-285750" algn="l">
              <a:lnSpc>
                <a:spcPct val="150000"/>
              </a:lnSpc>
              <a:buFont typeface="Arial" panose="020B0604020202020204" pitchFamily="34" charset="0"/>
              <a:buChar char="•"/>
            </a:pPr>
            <a:r>
              <a:rPr lang="en-US" b="0" i="0" dirty="0">
                <a:solidFill>
                  <a:srgbClr val="1F2328"/>
                </a:solidFill>
                <a:effectLst/>
                <a:latin typeface="-apple-system"/>
              </a:rPr>
              <a:t>Swedish: 1.0000 vs. 0.4994 vs. 1.0000.</a:t>
            </a:r>
          </a:p>
          <a:p>
            <a:pPr marL="742950" lvl="1" indent="-285750" algn="l">
              <a:lnSpc>
                <a:spcPct val="150000"/>
              </a:lnSpc>
              <a:buFont typeface="Arial" panose="020B0604020202020204" pitchFamily="34" charset="0"/>
              <a:buChar char="•"/>
            </a:pPr>
            <a:r>
              <a:rPr lang="en-US" b="0" i="0" dirty="0">
                <a:solidFill>
                  <a:srgbClr val="1F2328"/>
                </a:solidFill>
                <a:effectLst/>
                <a:latin typeface="-apple-system"/>
              </a:rPr>
              <a:t>Urdu: 1.0000 vs. 1.0000 vs. 1.0000.</a:t>
            </a:r>
          </a:p>
          <a:p>
            <a:pPr marL="742950" lvl="1" indent="-285750" algn="l">
              <a:lnSpc>
                <a:spcPct val="150000"/>
              </a:lnSpc>
              <a:buFont typeface="Arial" panose="020B0604020202020204" pitchFamily="34" charset="0"/>
              <a:buChar char="•"/>
            </a:pPr>
            <a:r>
              <a:rPr lang="en-US" b="0" i="0" dirty="0">
                <a:solidFill>
                  <a:srgbClr val="1F2328"/>
                </a:solidFill>
                <a:effectLst/>
                <a:latin typeface="-apple-system"/>
              </a:rPr>
              <a:t>Yoruba: 0.4999 vs. 0.3318 vs. 1.0000 (character features resolve OOV-driven collapse).</a:t>
            </a:r>
          </a:p>
          <a:p>
            <a:pPr marL="285750" indent="-285750" algn="l">
              <a:lnSpc>
                <a:spcPct val="150000"/>
              </a:lnSpc>
              <a:buFont typeface="Arial" panose="020B0604020202020204" pitchFamily="34" charset="0"/>
              <a:buChar char="•"/>
            </a:pPr>
            <a:r>
              <a:rPr lang="en-US" b="1" i="0" dirty="0">
                <a:solidFill>
                  <a:srgbClr val="1F2328"/>
                </a:solidFill>
                <a:effectLst/>
                <a:latin typeface="-apple-system"/>
              </a:rPr>
              <a:t>Takeaway:</a:t>
            </a:r>
            <a:r>
              <a:rPr lang="en-US" b="0" i="0" dirty="0">
                <a:solidFill>
                  <a:srgbClr val="1F2328"/>
                </a:solidFill>
                <a:effectLst/>
                <a:latin typeface="-apple-system"/>
              </a:rPr>
              <a:t> macro metrics surface the failure modes hidden by headline accuracy; combining fastText with character n-grams consistently improves OOD robustness.</a:t>
            </a:r>
          </a:p>
        </p:txBody>
      </p:sp>
    </p:spTree>
    <p:extLst>
      <p:ext uri="{BB962C8B-B14F-4D97-AF65-F5344CB8AC3E}">
        <p14:creationId xmlns:p14="http://schemas.microsoft.com/office/powerpoint/2010/main" val="355519364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1F9610-159A-A37C-4C1E-A4AB4CEF5840}"/>
            </a:ext>
          </a:extLst>
        </p:cNvPr>
        <p:cNvGrpSpPr/>
        <p:nvPr/>
      </p:nvGrpSpPr>
      <p:grpSpPr>
        <a:xfrm>
          <a:off x="0" y="0"/>
          <a:ext cx="0" cy="0"/>
          <a:chOff x="0" y="0"/>
          <a:chExt cx="0" cy="0"/>
        </a:xfrm>
      </p:grpSpPr>
      <p:sp>
        <p:nvSpPr>
          <p:cNvPr id="5" name="Titel 4">
            <a:extLst>
              <a:ext uri="{FF2B5EF4-FFF2-40B4-BE49-F238E27FC236}">
                <a16:creationId xmlns:a16="http://schemas.microsoft.com/office/drawing/2014/main" id="{52778B39-9931-4BEF-D8CD-EC7B1C39396C}"/>
              </a:ext>
            </a:extLst>
          </p:cNvPr>
          <p:cNvSpPr>
            <a:spLocks noGrp="1"/>
          </p:cNvSpPr>
          <p:nvPr>
            <p:ph type="title"/>
            <p:custDataLst>
              <p:tags r:id="rId1"/>
            </p:custDataLst>
          </p:nvPr>
        </p:nvSpPr>
        <p:spPr>
          <a:xfrm>
            <a:off x="166879" y="1159100"/>
            <a:ext cx="1932246" cy="1156081"/>
          </a:xfrm>
        </p:spPr>
        <p:txBody>
          <a:bodyPr anchor="t">
            <a:normAutofit fontScale="90000"/>
          </a:bodyPr>
          <a:lstStyle/>
          <a:p>
            <a:r>
              <a:rPr lang="en-US" dirty="0"/>
              <a:t>Comparative macro metrics plot</a:t>
            </a:r>
            <a:endParaRPr lang="de-AT" dirty="0"/>
          </a:p>
        </p:txBody>
      </p:sp>
      <p:pic>
        <p:nvPicPr>
          <p:cNvPr id="6" name="Picture 5">
            <a:extLst>
              <a:ext uri="{FF2B5EF4-FFF2-40B4-BE49-F238E27FC236}">
                <a16:creationId xmlns:a16="http://schemas.microsoft.com/office/drawing/2014/main" id="{5AC8BE52-5CA0-EB3F-9C6A-E3B056DD0C17}"/>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2292664" y="0"/>
            <a:ext cx="9566698" cy="6385768"/>
          </a:xfrm>
          <a:prstGeom prst="rect">
            <a:avLst/>
          </a:prstGeom>
          <a:noFill/>
        </p:spPr>
      </p:pic>
      <p:sp>
        <p:nvSpPr>
          <p:cNvPr id="2" name="Fußzeilenplatzhalter 1">
            <a:extLst>
              <a:ext uri="{FF2B5EF4-FFF2-40B4-BE49-F238E27FC236}">
                <a16:creationId xmlns:a16="http://schemas.microsoft.com/office/drawing/2014/main" id="{0E4E2DE5-7E77-85C3-BF66-557E6198DE0B}"/>
              </a:ext>
            </a:extLst>
          </p:cNvPr>
          <p:cNvSpPr>
            <a:spLocks noGrp="1"/>
          </p:cNvSpPr>
          <p:nvPr>
            <p:ph type="ftr" sz="quarter" idx="14"/>
            <p:custDataLst>
              <p:tags r:id="rId2"/>
            </p:custDataLst>
          </p:nvPr>
        </p:nvSpPr>
        <p:spPr>
          <a:xfrm>
            <a:off x="461963" y="6385768"/>
            <a:ext cx="10134600" cy="288000"/>
          </a:xfrm>
        </p:spPr>
        <p:txBody>
          <a:bodyPr anchor="ctr">
            <a:normAutofit/>
          </a:bodyPr>
          <a:lstStyle/>
          <a:p>
            <a:pPr>
              <a:spcAft>
                <a:spcPts val="600"/>
              </a:spcAft>
            </a:pPr>
            <a:r>
              <a:rPr lang="en-US" dirty="0"/>
              <a:t>Final Presentation Group 7</a:t>
            </a:r>
            <a:r>
              <a:rPr lang="de-AT" dirty="0"/>
              <a:t> | 16th January 2026</a:t>
            </a:r>
            <a:endParaRPr lang="de-AT"/>
          </a:p>
        </p:txBody>
      </p:sp>
      <p:sp>
        <p:nvSpPr>
          <p:cNvPr id="4" name="Foliennummernplatzhalter 3">
            <a:extLst>
              <a:ext uri="{FF2B5EF4-FFF2-40B4-BE49-F238E27FC236}">
                <a16:creationId xmlns:a16="http://schemas.microsoft.com/office/drawing/2014/main" id="{542DF990-904B-6BD9-C783-46885670766C}"/>
              </a:ext>
            </a:extLst>
          </p:cNvPr>
          <p:cNvSpPr>
            <a:spLocks noGrp="1"/>
          </p:cNvSpPr>
          <p:nvPr>
            <p:ph type="sldNum" sz="quarter" idx="15"/>
            <p:custDataLst>
              <p:tags r:id="rId3"/>
            </p:custDataLst>
          </p:nvPr>
        </p:nvSpPr>
        <p:spPr>
          <a:xfrm>
            <a:off x="10885488" y="6385768"/>
            <a:ext cx="827086" cy="288000"/>
          </a:xfrm>
        </p:spPr>
        <p:txBody>
          <a:bodyPr anchor="ctr">
            <a:normAutofit/>
          </a:bodyPr>
          <a:lstStyle/>
          <a:p>
            <a:pPr>
              <a:spcAft>
                <a:spcPts val="600"/>
              </a:spcAft>
            </a:pPr>
            <a:fld id="{418F7AD7-DC47-44A0-A9D7-F1C17BFD6F09}" type="slidenum">
              <a:rPr lang="de-AT" smtClean="0"/>
              <a:pPr>
                <a:spcAft>
                  <a:spcPts val="600"/>
                </a:spcAft>
              </a:pPr>
              <a:t>7</a:t>
            </a:fld>
            <a:endParaRPr lang="de-AT"/>
          </a:p>
        </p:txBody>
      </p:sp>
    </p:spTree>
    <p:extLst>
      <p:ext uri="{BB962C8B-B14F-4D97-AF65-F5344CB8AC3E}">
        <p14:creationId xmlns:p14="http://schemas.microsoft.com/office/powerpoint/2010/main" val="136673704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9DFC09-BB19-0DE6-047B-F73360FA39CC}"/>
            </a:ext>
          </a:extLst>
        </p:cNvPr>
        <p:cNvGrpSpPr/>
        <p:nvPr/>
      </p:nvGrpSpPr>
      <p:grpSpPr>
        <a:xfrm>
          <a:off x="0" y="0"/>
          <a:ext cx="0" cy="0"/>
          <a:chOff x="0" y="0"/>
          <a:chExt cx="0" cy="0"/>
        </a:xfrm>
      </p:grpSpPr>
      <p:sp>
        <p:nvSpPr>
          <p:cNvPr id="5" name="Titel 4">
            <a:extLst>
              <a:ext uri="{FF2B5EF4-FFF2-40B4-BE49-F238E27FC236}">
                <a16:creationId xmlns:a16="http://schemas.microsoft.com/office/drawing/2014/main" id="{509DBA61-C4A2-06AB-AF3F-A9FE377666BA}"/>
              </a:ext>
            </a:extLst>
          </p:cNvPr>
          <p:cNvSpPr>
            <a:spLocks noGrp="1"/>
          </p:cNvSpPr>
          <p:nvPr>
            <p:ph type="title"/>
            <p:custDataLst>
              <p:tags r:id="rId1"/>
            </p:custDataLst>
          </p:nvPr>
        </p:nvSpPr>
        <p:spPr>
          <a:xfrm>
            <a:off x="2597285" y="77821"/>
            <a:ext cx="9406647" cy="884204"/>
          </a:xfrm>
        </p:spPr>
        <p:txBody>
          <a:bodyPr/>
          <a:lstStyle/>
          <a:p>
            <a:r>
              <a:rPr lang="en-US" dirty="0"/>
              <a:t>FINAL SOLUTION — fastText Primary + Character N-gram Fallback (Model Design)</a:t>
            </a:r>
            <a:endParaRPr lang="de-AT" dirty="0"/>
          </a:p>
        </p:txBody>
      </p:sp>
      <p:sp>
        <p:nvSpPr>
          <p:cNvPr id="2" name="Fußzeilenplatzhalter 1">
            <a:extLst>
              <a:ext uri="{FF2B5EF4-FFF2-40B4-BE49-F238E27FC236}">
                <a16:creationId xmlns:a16="http://schemas.microsoft.com/office/drawing/2014/main" id="{D06A8E71-7174-B561-87F9-6B06FA624BE5}"/>
              </a:ext>
            </a:extLst>
          </p:cNvPr>
          <p:cNvSpPr>
            <a:spLocks noGrp="1"/>
          </p:cNvSpPr>
          <p:nvPr>
            <p:ph type="ftr" sz="quarter" idx="14"/>
            <p:custDataLst>
              <p:tags r:id="rId2"/>
            </p:custDataLst>
          </p:nvPr>
        </p:nvSpPr>
        <p:spPr>
          <a:xfrm>
            <a:off x="461963" y="6385768"/>
            <a:ext cx="10134600" cy="288000"/>
          </a:xfrm>
        </p:spPr>
        <p:txBody>
          <a:bodyPr/>
          <a:lstStyle/>
          <a:p>
            <a:r>
              <a:rPr lang="en-US" dirty="0"/>
              <a:t>Final Presentation Group 7</a:t>
            </a:r>
            <a:r>
              <a:rPr lang="de-AT" dirty="0"/>
              <a:t> | 16th January 2026</a:t>
            </a:r>
          </a:p>
        </p:txBody>
      </p:sp>
      <p:sp>
        <p:nvSpPr>
          <p:cNvPr id="4" name="Foliennummernplatzhalter 3">
            <a:extLst>
              <a:ext uri="{FF2B5EF4-FFF2-40B4-BE49-F238E27FC236}">
                <a16:creationId xmlns:a16="http://schemas.microsoft.com/office/drawing/2014/main" id="{DEE2F942-C82A-C38A-2528-BE61D76148A7}"/>
              </a:ext>
            </a:extLst>
          </p:cNvPr>
          <p:cNvSpPr>
            <a:spLocks noGrp="1"/>
          </p:cNvSpPr>
          <p:nvPr>
            <p:ph type="sldNum" sz="quarter" idx="15"/>
            <p:custDataLst>
              <p:tags r:id="rId3"/>
            </p:custDataLst>
          </p:nvPr>
        </p:nvSpPr>
        <p:spPr>
          <a:xfrm>
            <a:off x="10885488" y="6385768"/>
            <a:ext cx="827086" cy="288000"/>
          </a:xfrm>
        </p:spPr>
        <p:txBody>
          <a:bodyPr/>
          <a:lstStyle/>
          <a:p>
            <a:fld id="{418F7AD7-DC47-44A0-A9D7-F1C17BFD6F09}" type="slidenum">
              <a:rPr lang="de-AT" smtClean="0"/>
              <a:pPr/>
              <a:t>8</a:t>
            </a:fld>
            <a:endParaRPr lang="de-AT" dirty="0"/>
          </a:p>
        </p:txBody>
      </p:sp>
      <p:sp>
        <p:nvSpPr>
          <p:cNvPr id="6" name="TextBox 5">
            <a:extLst>
              <a:ext uri="{FF2B5EF4-FFF2-40B4-BE49-F238E27FC236}">
                <a16:creationId xmlns:a16="http://schemas.microsoft.com/office/drawing/2014/main" id="{69CB61D0-2DD0-61B9-C5F0-09AE34BEF4D2}"/>
              </a:ext>
            </a:extLst>
          </p:cNvPr>
          <p:cNvSpPr txBox="1"/>
          <p:nvPr/>
        </p:nvSpPr>
        <p:spPr>
          <a:xfrm>
            <a:off x="3522846" y="962025"/>
            <a:ext cx="8481086" cy="2492990"/>
          </a:xfrm>
          <a:prstGeom prst="rect">
            <a:avLst/>
          </a:prstGeom>
          <a:noFill/>
        </p:spPr>
        <p:txBody>
          <a:bodyPr wrap="square">
            <a:spAutoFit/>
          </a:bodyPr>
          <a:lstStyle/>
          <a:p>
            <a:pPr algn="l">
              <a:spcAft>
                <a:spcPts val="1200"/>
              </a:spcAft>
            </a:pPr>
            <a:r>
              <a:rPr lang="en-US" b="1" i="0" dirty="0">
                <a:solidFill>
                  <a:srgbClr val="1F2328"/>
                </a:solidFill>
                <a:effectLst/>
                <a:latin typeface="-apple-system"/>
              </a:rPr>
              <a:t>Model design (two-stage routing):</a:t>
            </a:r>
            <a:endParaRPr lang="en-US" b="0" i="0" dirty="0">
              <a:solidFill>
                <a:srgbClr val="1F2328"/>
              </a:solidFill>
              <a:effectLst/>
              <a:latin typeface="-apple-system"/>
            </a:endParaRPr>
          </a:p>
          <a:p>
            <a:pPr marL="742950" lvl="1" indent="-285750" algn="l">
              <a:spcAft>
                <a:spcPts val="1200"/>
              </a:spcAft>
              <a:buFont typeface="Arial" panose="020B0604020202020204" pitchFamily="34" charset="0"/>
              <a:buChar char="•"/>
            </a:pPr>
            <a:r>
              <a:rPr lang="en-US" b="1" i="0" dirty="0">
                <a:solidFill>
                  <a:srgbClr val="1F2328"/>
                </a:solidFill>
                <a:effectLst/>
                <a:latin typeface="-apple-system"/>
              </a:rPr>
              <a:t>Primary classifier:</a:t>
            </a:r>
            <a:r>
              <a:rPr lang="en-US" b="0" i="0" dirty="0">
                <a:solidFill>
                  <a:srgbClr val="1F2328"/>
                </a:solidFill>
                <a:effectLst/>
                <a:latin typeface="-apple-system"/>
              </a:rPr>
              <a:t> fastText embeddings + logistic regression (fast, strong in-domain accuracy).</a:t>
            </a:r>
          </a:p>
          <a:p>
            <a:pPr marL="742950" lvl="1" indent="-285750" algn="l">
              <a:spcAft>
                <a:spcPts val="1200"/>
              </a:spcAft>
              <a:buFont typeface="Arial" panose="020B0604020202020204" pitchFamily="34" charset="0"/>
              <a:buChar char="•"/>
            </a:pPr>
            <a:r>
              <a:rPr lang="en-US" b="1" i="0" dirty="0">
                <a:solidFill>
                  <a:srgbClr val="1F2328"/>
                </a:solidFill>
                <a:effectLst/>
                <a:latin typeface="-apple-system"/>
              </a:rPr>
              <a:t>Fallback classifier:</a:t>
            </a:r>
            <a:r>
              <a:rPr lang="en-US" b="0" i="0" dirty="0">
                <a:solidFill>
                  <a:srgbClr val="1F2328"/>
                </a:solidFill>
                <a:effectLst/>
                <a:latin typeface="-apple-system"/>
              </a:rPr>
              <a:t> character n-gram TF–IDF + logistic regression (robust to noisy, misspelled, or transliterated text).</a:t>
            </a:r>
          </a:p>
          <a:p>
            <a:pPr marL="742950" lvl="1" indent="-285750" algn="l">
              <a:spcAft>
                <a:spcPts val="1200"/>
              </a:spcAft>
              <a:buFont typeface="Arial" panose="020B0604020202020204" pitchFamily="34" charset="0"/>
              <a:buChar char="•"/>
            </a:pPr>
            <a:r>
              <a:rPr lang="en-US" b="1" i="0" dirty="0">
                <a:solidFill>
                  <a:srgbClr val="1F2328"/>
                </a:solidFill>
                <a:effectLst/>
                <a:latin typeface="-apple-system"/>
              </a:rPr>
              <a:t>Routing logic:</a:t>
            </a:r>
            <a:r>
              <a:rPr lang="en-US" b="0" i="0" dirty="0">
                <a:solidFill>
                  <a:srgbClr val="1F2328"/>
                </a:solidFill>
                <a:effectLst/>
                <a:latin typeface="-apple-system"/>
              </a:rPr>
              <a:t> compute per-sentence OOV ratio; if </a:t>
            </a:r>
            <a:r>
              <a:rPr lang="en-US" b="1" i="0" dirty="0">
                <a:solidFill>
                  <a:srgbClr val="1F2328"/>
                </a:solidFill>
                <a:effectLst/>
                <a:latin typeface="-apple-system"/>
              </a:rPr>
              <a:t>OOV &gt; 0.3</a:t>
            </a:r>
            <a:r>
              <a:rPr lang="en-US" b="0" i="0" dirty="0">
                <a:solidFill>
                  <a:srgbClr val="1F2328"/>
                </a:solidFill>
                <a:effectLst/>
                <a:latin typeface="-apple-system"/>
              </a:rPr>
              <a:t>, route to the fallback model.</a:t>
            </a:r>
          </a:p>
        </p:txBody>
      </p:sp>
      <p:pic>
        <p:nvPicPr>
          <p:cNvPr id="8" name="Picture 7">
            <a:extLst>
              <a:ext uri="{FF2B5EF4-FFF2-40B4-BE49-F238E27FC236}">
                <a16:creationId xmlns:a16="http://schemas.microsoft.com/office/drawing/2014/main" id="{BCA40FCF-4004-3531-27C8-2F97B2D5BC0F}"/>
              </a:ext>
            </a:extLst>
          </p:cNvPr>
          <p:cNvPicPr>
            <a:picLocks noChangeAspect="1"/>
          </p:cNvPicPr>
          <p:nvPr/>
        </p:nvPicPr>
        <p:blipFill>
          <a:blip r:embed="rId6"/>
          <a:stretch>
            <a:fillRect/>
          </a:stretch>
        </p:blipFill>
        <p:spPr>
          <a:xfrm>
            <a:off x="190457" y="4128354"/>
            <a:ext cx="5905543" cy="1885964"/>
          </a:xfrm>
          <a:prstGeom prst="rect">
            <a:avLst/>
          </a:prstGeom>
        </p:spPr>
      </p:pic>
      <p:pic>
        <p:nvPicPr>
          <p:cNvPr id="11" name="Picture 10">
            <a:extLst>
              <a:ext uri="{FF2B5EF4-FFF2-40B4-BE49-F238E27FC236}">
                <a16:creationId xmlns:a16="http://schemas.microsoft.com/office/drawing/2014/main" id="{96C54190-9C0E-D2A1-24FD-DA51C5112287}"/>
              </a:ext>
            </a:extLst>
          </p:cNvPr>
          <p:cNvPicPr>
            <a:picLocks noChangeAspect="1"/>
          </p:cNvPicPr>
          <p:nvPr/>
        </p:nvPicPr>
        <p:blipFill>
          <a:blip r:embed="rId7"/>
          <a:stretch>
            <a:fillRect/>
          </a:stretch>
        </p:blipFill>
        <p:spPr>
          <a:xfrm>
            <a:off x="5805044" y="3455015"/>
            <a:ext cx="6286546" cy="2724170"/>
          </a:xfrm>
          <a:prstGeom prst="rect">
            <a:avLst/>
          </a:prstGeom>
        </p:spPr>
      </p:pic>
      <p:pic>
        <p:nvPicPr>
          <p:cNvPr id="13" name="Picture 12">
            <a:extLst>
              <a:ext uri="{FF2B5EF4-FFF2-40B4-BE49-F238E27FC236}">
                <a16:creationId xmlns:a16="http://schemas.microsoft.com/office/drawing/2014/main" id="{0767CD95-0A95-E3FC-2B79-D3071C722D88}"/>
              </a:ext>
            </a:extLst>
          </p:cNvPr>
          <p:cNvPicPr>
            <a:picLocks noChangeAspect="1"/>
          </p:cNvPicPr>
          <p:nvPr/>
        </p:nvPicPr>
        <p:blipFill>
          <a:blip r:embed="rId8"/>
          <a:stretch>
            <a:fillRect/>
          </a:stretch>
        </p:blipFill>
        <p:spPr>
          <a:xfrm>
            <a:off x="310088" y="1479670"/>
            <a:ext cx="3371875" cy="2438418"/>
          </a:xfrm>
          <a:prstGeom prst="rect">
            <a:avLst/>
          </a:prstGeom>
        </p:spPr>
      </p:pic>
    </p:spTree>
    <p:extLst>
      <p:ext uri="{BB962C8B-B14F-4D97-AF65-F5344CB8AC3E}">
        <p14:creationId xmlns:p14="http://schemas.microsoft.com/office/powerpoint/2010/main" val="263427207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9AD485-76A2-9EDF-715B-36A41A086D34}"/>
            </a:ext>
          </a:extLst>
        </p:cNvPr>
        <p:cNvGrpSpPr/>
        <p:nvPr/>
      </p:nvGrpSpPr>
      <p:grpSpPr>
        <a:xfrm>
          <a:off x="0" y="0"/>
          <a:ext cx="0" cy="0"/>
          <a:chOff x="0" y="0"/>
          <a:chExt cx="0" cy="0"/>
        </a:xfrm>
      </p:grpSpPr>
      <p:sp>
        <p:nvSpPr>
          <p:cNvPr id="5" name="Titel 4">
            <a:extLst>
              <a:ext uri="{FF2B5EF4-FFF2-40B4-BE49-F238E27FC236}">
                <a16:creationId xmlns:a16="http://schemas.microsoft.com/office/drawing/2014/main" id="{99AD0352-E2ED-F79F-A6F4-D90131DD554B}"/>
              </a:ext>
            </a:extLst>
          </p:cNvPr>
          <p:cNvSpPr>
            <a:spLocks noGrp="1"/>
          </p:cNvSpPr>
          <p:nvPr>
            <p:ph type="title"/>
            <p:custDataLst>
              <p:tags r:id="rId1"/>
            </p:custDataLst>
          </p:nvPr>
        </p:nvSpPr>
        <p:spPr>
          <a:xfrm>
            <a:off x="2597285" y="77821"/>
            <a:ext cx="9406647" cy="884204"/>
          </a:xfrm>
        </p:spPr>
        <p:txBody>
          <a:bodyPr/>
          <a:lstStyle/>
          <a:p>
            <a:r>
              <a:rPr lang="en-US" dirty="0"/>
              <a:t>FINAL SOLUTION — fastText Primary + Character N-gram Fallback (Results)</a:t>
            </a:r>
            <a:endParaRPr lang="de-AT" dirty="0"/>
          </a:p>
        </p:txBody>
      </p:sp>
      <p:sp>
        <p:nvSpPr>
          <p:cNvPr id="2" name="Fußzeilenplatzhalter 1">
            <a:extLst>
              <a:ext uri="{FF2B5EF4-FFF2-40B4-BE49-F238E27FC236}">
                <a16:creationId xmlns:a16="http://schemas.microsoft.com/office/drawing/2014/main" id="{66EF9F22-15CA-C909-8D45-182275E1B876}"/>
              </a:ext>
            </a:extLst>
          </p:cNvPr>
          <p:cNvSpPr>
            <a:spLocks noGrp="1"/>
          </p:cNvSpPr>
          <p:nvPr>
            <p:ph type="ftr" sz="quarter" idx="14"/>
            <p:custDataLst>
              <p:tags r:id="rId2"/>
            </p:custDataLst>
          </p:nvPr>
        </p:nvSpPr>
        <p:spPr>
          <a:xfrm>
            <a:off x="461963" y="6385768"/>
            <a:ext cx="10134600" cy="288000"/>
          </a:xfrm>
        </p:spPr>
        <p:txBody>
          <a:bodyPr/>
          <a:lstStyle/>
          <a:p>
            <a:r>
              <a:rPr lang="en-US" dirty="0"/>
              <a:t>Final Presentation Group 7</a:t>
            </a:r>
            <a:r>
              <a:rPr lang="de-AT" dirty="0"/>
              <a:t> | 16th January 2026</a:t>
            </a:r>
          </a:p>
        </p:txBody>
      </p:sp>
      <p:sp>
        <p:nvSpPr>
          <p:cNvPr id="4" name="Foliennummernplatzhalter 3">
            <a:extLst>
              <a:ext uri="{FF2B5EF4-FFF2-40B4-BE49-F238E27FC236}">
                <a16:creationId xmlns:a16="http://schemas.microsoft.com/office/drawing/2014/main" id="{9C694F19-EB54-B5A3-D592-6A9CCD679C79}"/>
              </a:ext>
            </a:extLst>
          </p:cNvPr>
          <p:cNvSpPr>
            <a:spLocks noGrp="1"/>
          </p:cNvSpPr>
          <p:nvPr>
            <p:ph type="sldNum" sz="quarter" idx="15"/>
            <p:custDataLst>
              <p:tags r:id="rId3"/>
            </p:custDataLst>
          </p:nvPr>
        </p:nvSpPr>
        <p:spPr>
          <a:xfrm>
            <a:off x="10885488" y="6385768"/>
            <a:ext cx="827086" cy="288000"/>
          </a:xfrm>
        </p:spPr>
        <p:txBody>
          <a:bodyPr/>
          <a:lstStyle/>
          <a:p>
            <a:fld id="{418F7AD7-DC47-44A0-A9D7-F1C17BFD6F09}" type="slidenum">
              <a:rPr lang="de-AT" smtClean="0"/>
              <a:pPr/>
              <a:t>9</a:t>
            </a:fld>
            <a:endParaRPr lang="de-AT" dirty="0"/>
          </a:p>
        </p:txBody>
      </p:sp>
      <p:sp>
        <p:nvSpPr>
          <p:cNvPr id="6" name="TextBox 5">
            <a:extLst>
              <a:ext uri="{FF2B5EF4-FFF2-40B4-BE49-F238E27FC236}">
                <a16:creationId xmlns:a16="http://schemas.microsoft.com/office/drawing/2014/main" id="{261F2012-4853-95B7-6151-C08113F9376D}"/>
              </a:ext>
            </a:extLst>
          </p:cNvPr>
          <p:cNvSpPr txBox="1"/>
          <p:nvPr/>
        </p:nvSpPr>
        <p:spPr>
          <a:xfrm>
            <a:off x="4752994" y="2953180"/>
            <a:ext cx="5555664" cy="1295868"/>
          </a:xfrm>
          <a:prstGeom prst="rect">
            <a:avLst/>
          </a:prstGeom>
          <a:noFill/>
        </p:spPr>
        <p:txBody>
          <a:bodyPr wrap="square">
            <a:spAutoFit/>
          </a:bodyPr>
          <a:lstStyle/>
          <a:p>
            <a:pPr algn="l">
              <a:lnSpc>
                <a:spcPct val="150000"/>
              </a:lnSpc>
              <a:spcAft>
                <a:spcPts val="1200"/>
              </a:spcAft>
            </a:pPr>
            <a:r>
              <a:rPr lang="en-US" b="1" i="0" dirty="0">
                <a:solidFill>
                  <a:srgbClr val="1F2328"/>
                </a:solidFill>
                <a:effectLst/>
                <a:latin typeface="-apple-system"/>
              </a:rPr>
              <a:t>Takeaway:</a:t>
            </a:r>
            <a:r>
              <a:rPr lang="en-US" b="0" i="0" dirty="0">
                <a:solidFill>
                  <a:srgbClr val="1F2328"/>
                </a:solidFill>
                <a:effectLst/>
                <a:latin typeface="-apple-system"/>
              </a:rPr>
              <a:t> The final solution is a deployable, OOV-aware pipeline that preserves high accuracy while delivering a large robustness gain on noisy domains.</a:t>
            </a:r>
          </a:p>
        </p:txBody>
      </p:sp>
      <p:pic>
        <p:nvPicPr>
          <p:cNvPr id="8" name="Picture 7">
            <a:extLst>
              <a:ext uri="{FF2B5EF4-FFF2-40B4-BE49-F238E27FC236}">
                <a16:creationId xmlns:a16="http://schemas.microsoft.com/office/drawing/2014/main" id="{C05E5633-A05B-A0C4-0E6E-7B78D6905ADA}"/>
              </a:ext>
            </a:extLst>
          </p:cNvPr>
          <p:cNvPicPr>
            <a:picLocks noChangeAspect="1"/>
          </p:cNvPicPr>
          <p:nvPr/>
        </p:nvPicPr>
        <p:blipFill>
          <a:blip r:embed="rId6"/>
          <a:stretch>
            <a:fillRect/>
          </a:stretch>
        </p:blipFill>
        <p:spPr>
          <a:xfrm>
            <a:off x="254118" y="1424427"/>
            <a:ext cx="3441983" cy="4673261"/>
          </a:xfrm>
          <a:prstGeom prst="rect">
            <a:avLst/>
          </a:prstGeom>
        </p:spPr>
      </p:pic>
      <p:pic>
        <p:nvPicPr>
          <p:cNvPr id="10" name="Picture 9">
            <a:extLst>
              <a:ext uri="{FF2B5EF4-FFF2-40B4-BE49-F238E27FC236}">
                <a16:creationId xmlns:a16="http://schemas.microsoft.com/office/drawing/2014/main" id="{AA456649-868C-CC61-23C3-CFF512379F9A}"/>
              </a:ext>
            </a:extLst>
          </p:cNvPr>
          <p:cNvPicPr>
            <a:picLocks noChangeAspect="1"/>
          </p:cNvPicPr>
          <p:nvPr/>
        </p:nvPicPr>
        <p:blipFill>
          <a:blip r:embed="rId7"/>
          <a:stretch>
            <a:fillRect/>
          </a:stretch>
        </p:blipFill>
        <p:spPr>
          <a:xfrm>
            <a:off x="4416482" y="1281447"/>
            <a:ext cx="3264477" cy="1395846"/>
          </a:xfrm>
          <a:prstGeom prst="rect">
            <a:avLst/>
          </a:prstGeom>
        </p:spPr>
      </p:pic>
      <p:pic>
        <p:nvPicPr>
          <p:cNvPr id="12" name="Picture 11">
            <a:extLst>
              <a:ext uri="{FF2B5EF4-FFF2-40B4-BE49-F238E27FC236}">
                <a16:creationId xmlns:a16="http://schemas.microsoft.com/office/drawing/2014/main" id="{69E5C178-588D-A2C7-C626-867A673877C8}"/>
              </a:ext>
            </a:extLst>
          </p:cNvPr>
          <p:cNvPicPr>
            <a:picLocks noChangeAspect="1"/>
          </p:cNvPicPr>
          <p:nvPr/>
        </p:nvPicPr>
        <p:blipFill>
          <a:blip r:embed="rId8"/>
          <a:stretch>
            <a:fillRect/>
          </a:stretch>
        </p:blipFill>
        <p:spPr>
          <a:xfrm>
            <a:off x="5182276" y="4707028"/>
            <a:ext cx="5924593" cy="1390660"/>
          </a:xfrm>
          <a:prstGeom prst="rect">
            <a:avLst/>
          </a:prstGeom>
        </p:spPr>
      </p:pic>
    </p:spTree>
    <p:extLst>
      <p:ext uri="{BB962C8B-B14F-4D97-AF65-F5344CB8AC3E}">
        <p14:creationId xmlns:p14="http://schemas.microsoft.com/office/powerpoint/2010/main" val="263557698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D80E74-0D46-D81B-AD88-A4502229343B}"/>
            </a:ext>
          </a:extLst>
        </p:cNvPr>
        <p:cNvGrpSpPr/>
        <p:nvPr/>
      </p:nvGrpSpPr>
      <p:grpSpPr>
        <a:xfrm>
          <a:off x="0" y="0"/>
          <a:ext cx="0" cy="0"/>
          <a:chOff x="0" y="0"/>
          <a:chExt cx="0" cy="0"/>
        </a:xfrm>
      </p:grpSpPr>
      <p:sp>
        <p:nvSpPr>
          <p:cNvPr id="5" name="Titel 4">
            <a:extLst>
              <a:ext uri="{FF2B5EF4-FFF2-40B4-BE49-F238E27FC236}">
                <a16:creationId xmlns:a16="http://schemas.microsoft.com/office/drawing/2014/main" id="{7F4B27A7-90C1-CE4F-3884-4BC0BFA2E6E8}"/>
              </a:ext>
            </a:extLst>
          </p:cNvPr>
          <p:cNvSpPr>
            <a:spLocks noGrp="1"/>
          </p:cNvSpPr>
          <p:nvPr>
            <p:ph type="title"/>
            <p:custDataLst>
              <p:tags r:id="rId1"/>
            </p:custDataLst>
          </p:nvPr>
        </p:nvSpPr>
        <p:spPr>
          <a:xfrm>
            <a:off x="2691483" y="374976"/>
            <a:ext cx="4298977" cy="484500"/>
          </a:xfrm>
        </p:spPr>
        <p:txBody>
          <a:bodyPr/>
          <a:lstStyle/>
          <a:p>
            <a:r>
              <a:rPr lang="en-US" dirty="0"/>
              <a:t>Potential future work</a:t>
            </a:r>
            <a:endParaRPr lang="de-AT" dirty="0"/>
          </a:p>
        </p:txBody>
      </p:sp>
      <p:sp>
        <p:nvSpPr>
          <p:cNvPr id="2" name="Fußzeilenplatzhalter 1">
            <a:extLst>
              <a:ext uri="{FF2B5EF4-FFF2-40B4-BE49-F238E27FC236}">
                <a16:creationId xmlns:a16="http://schemas.microsoft.com/office/drawing/2014/main" id="{289EB8DB-8A40-007E-DB6A-A2E4A7C15930}"/>
              </a:ext>
            </a:extLst>
          </p:cNvPr>
          <p:cNvSpPr>
            <a:spLocks noGrp="1"/>
          </p:cNvSpPr>
          <p:nvPr>
            <p:ph type="ftr" sz="quarter" idx="14"/>
            <p:custDataLst>
              <p:tags r:id="rId2"/>
            </p:custDataLst>
          </p:nvPr>
        </p:nvSpPr>
        <p:spPr>
          <a:xfrm>
            <a:off x="461963" y="6385768"/>
            <a:ext cx="10134600" cy="288000"/>
          </a:xfrm>
        </p:spPr>
        <p:txBody>
          <a:bodyPr/>
          <a:lstStyle/>
          <a:p>
            <a:r>
              <a:rPr lang="en-US" dirty="0"/>
              <a:t>Final Presentation Group 7</a:t>
            </a:r>
            <a:r>
              <a:rPr lang="de-AT" dirty="0"/>
              <a:t> | 16th January 2026</a:t>
            </a:r>
          </a:p>
        </p:txBody>
      </p:sp>
      <p:sp>
        <p:nvSpPr>
          <p:cNvPr id="4" name="Foliennummernplatzhalter 3">
            <a:extLst>
              <a:ext uri="{FF2B5EF4-FFF2-40B4-BE49-F238E27FC236}">
                <a16:creationId xmlns:a16="http://schemas.microsoft.com/office/drawing/2014/main" id="{36893012-F4FD-1781-6BA3-F41FB8BB5753}"/>
              </a:ext>
            </a:extLst>
          </p:cNvPr>
          <p:cNvSpPr>
            <a:spLocks noGrp="1"/>
          </p:cNvSpPr>
          <p:nvPr>
            <p:ph type="sldNum" sz="quarter" idx="15"/>
            <p:custDataLst>
              <p:tags r:id="rId3"/>
            </p:custDataLst>
          </p:nvPr>
        </p:nvSpPr>
        <p:spPr>
          <a:xfrm>
            <a:off x="10885488" y="6385768"/>
            <a:ext cx="827086" cy="288000"/>
          </a:xfrm>
        </p:spPr>
        <p:txBody>
          <a:bodyPr/>
          <a:lstStyle/>
          <a:p>
            <a:fld id="{418F7AD7-DC47-44A0-A9D7-F1C17BFD6F09}" type="slidenum">
              <a:rPr lang="de-AT" smtClean="0"/>
              <a:pPr/>
              <a:t>10</a:t>
            </a:fld>
            <a:endParaRPr lang="de-AT" dirty="0"/>
          </a:p>
        </p:txBody>
      </p:sp>
      <p:sp>
        <p:nvSpPr>
          <p:cNvPr id="6" name="TextBox 5">
            <a:extLst>
              <a:ext uri="{FF2B5EF4-FFF2-40B4-BE49-F238E27FC236}">
                <a16:creationId xmlns:a16="http://schemas.microsoft.com/office/drawing/2014/main" id="{86EF322E-47CC-FF8E-FDAD-307ACA97BA57}"/>
              </a:ext>
            </a:extLst>
          </p:cNvPr>
          <p:cNvSpPr txBox="1"/>
          <p:nvPr/>
        </p:nvSpPr>
        <p:spPr>
          <a:xfrm>
            <a:off x="1446116" y="1954237"/>
            <a:ext cx="9299767" cy="2949525"/>
          </a:xfrm>
          <a:prstGeom prst="rect">
            <a:avLst/>
          </a:prstGeom>
          <a:noFill/>
        </p:spPr>
        <p:txBody>
          <a:bodyPr wrap="square">
            <a:spAutoFit/>
          </a:bodyPr>
          <a:lstStyle/>
          <a:p>
            <a:pPr marL="285750" indent="-285750">
              <a:lnSpc>
                <a:spcPct val="150000"/>
              </a:lnSpc>
              <a:buFontTx/>
              <a:buChar char="-"/>
            </a:pPr>
            <a:r>
              <a:rPr lang="en-US" dirty="0"/>
              <a:t>Extend the final solution to all 10 languages (currently covers 5). </a:t>
            </a:r>
          </a:p>
          <a:p>
            <a:pPr marL="285750" indent="-285750">
              <a:lnSpc>
                <a:spcPct val="150000"/>
              </a:lnSpc>
              <a:buFontTx/>
              <a:buChar char="-"/>
            </a:pPr>
            <a:r>
              <a:rPr lang="en-US" dirty="0"/>
              <a:t>Add confidence scores to the predictions (not just class labels) to surface uncertainty. </a:t>
            </a:r>
          </a:p>
          <a:p>
            <a:pPr marL="285750" indent="-285750">
              <a:lnSpc>
                <a:spcPct val="150000"/>
              </a:lnSpc>
              <a:buFontTx/>
              <a:buChar char="-"/>
            </a:pPr>
            <a:r>
              <a:rPr lang="en-US" dirty="0"/>
              <a:t>Integrate with downstream NLP tasks (e.g., sentiment analysis, machine translation). </a:t>
            </a:r>
          </a:p>
          <a:p>
            <a:pPr marL="285750" indent="-285750">
              <a:lnSpc>
                <a:spcPct val="150000"/>
              </a:lnSpc>
              <a:buFontTx/>
              <a:buChar char="-"/>
            </a:pPr>
            <a:r>
              <a:rPr lang="en-US" dirty="0"/>
              <a:t>Develop language ID for endangered or minority languages. </a:t>
            </a:r>
          </a:p>
          <a:p>
            <a:pPr marL="285750" indent="-285750">
              <a:lnSpc>
                <a:spcPct val="150000"/>
              </a:lnSpc>
              <a:buFontTx/>
              <a:buChar char="-"/>
            </a:pPr>
            <a:r>
              <a:rPr lang="en-US" dirty="0"/>
              <a:t>Explore domain adaptation: fine-tune the character n-gram model on new domains with minimal labeled data. </a:t>
            </a:r>
          </a:p>
          <a:p>
            <a:pPr marL="285750" indent="-285750">
              <a:lnSpc>
                <a:spcPct val="150000"/>
              </a:lnSpc>
              <a:buFontTx/>
              <a:buChar char="-"/>
            </a:pPr>
            <a:r>
              <a:rPr lang="en-US" dirty="0"/>
              <a:t>Investigate code-switched text (sentences mixing multiple languages).</a:t>
            </a:r>
          </a:p>
        </p:txBody>
      </p:sp>
    </p:spTree>
    <p:extLst>
      <p:ext uri="{BB962C8B-B14F-4D97-AF65-F5344CB8AC3E}">
        <p14:creationId xmlns:p14="http://schemas.microsoft.com/office/powerpoint/2010/main" val="99184179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CAACFA-3343-CD96-4D8A-191EAF82FD3C}"/>
            </a:ext>
          </a:extLst>
        </p:cNvPr>
        <p:cNvGrpSpPr/>
        <p:nvPr/>
      </p:nvGrpSpPr>
      <p:grpSpPr>
        <a:xfrm>
          <a:off x="0" y="0"/>
          <a:ext cx="0" cy="0"/>
          <a:chOff x="0" y="0"/>
          <a:chExt cx="0" cy="0"/>
        </a:xfrm>
      </p:grpSpPr>
      <p:sp>
        <p:nvSpPr>
          <p:cNvPr id="5" name="Titel 4">
            <a:extLst>
              <a:ext uri="{FF2B5EF4-FFF2-40B4-BE49-F238E27FC236}">
                <a16:creationId xmlns:a16="http://schemas.microsoft.com/office/drawing/2014/main" id="{D7579267-95D4-01DC-E624-4699390A8078}"/>
              </a:ext>
            </a:extLst>
          </p:cNvPr>
          <p:cNvSpPr>
            <a:spLocks noGrp="1"/>
          </p:cNvSpPr>
          <p:nvPr>
            <p:ph type="title"/>
            <p:custDataLst>
              <p:tags r:id="rId1"/>
            </p:custDataLst>
          </p:nvPr>
        </p:nvSpPr>
        <p:spPr>
          <a:xfrm>
            <a:off x="4672903" y="486484"/>
            <a:ext cx="2846192" cy="484500"/>
          </a:xfrm>
        </p:spPr>
        <p:txBody>
          <a:bodyPr/>
          <a:lstStyle/>
          <a:p>
            <a:r>
              <a:rPr lang="en-US" dirty="0"/>
              <a:t>Key Takeaway</a:t>
            </a:r>
            <a:endParaRPr lang="de-AT" dirty="0"/>
          </a:p>
        </p:txBody>
      </p:sp>
      <p:sp>
        <p:nvSpPr>
          <p:cNvPr id="2" name="Fußzeilenplatzhalter 1">
            <a:extLst>
              <a:ext uri="{FF2B5EF4-FFF2-40B4-BE49-F238E27FC236}">
                <a16:creationId xmlns:a16="http://schemas.microsoft.com/office/drawing/2014/main" id="{533D3136-A7B5-46A0-90E9-E9770BDA54C3}"/>
              </a:ext>
            </a:extLst>
          </p:cNvPr>
          <p:cNvSpPr>
            <a:spLocks noGrp="1"/>
          </p:cNvSpPr>
          <p:nvPr>
            <p:ph type="ftr" sz="quarter" idx="14"/>
            <p:custDataLst>
              <p:tags r:id="rId2"/>
            </p:custDataLst>
          </p:nvPr>
        </p:nvSpPr>
        <p:spPr>
          <a:xfrm>
            <a:off x="461963" y="6385768"/>
            <a:ext cx="10134600" cy="288000"/>
          </a:xfrm>
        </p:spPr>
        <p:txBody>
          <a:bodyPr/>
          <a:lstStyle/>
          <a:p>
            <a:r>
              <a:rPr lang="en-US" dirty="0"/>
              <a:t>Final Presentation Group 7</a:t>
            </a:r>
            <a:r>
              <a:rPr lang="de-AT" dirty="0"/>
              <a:t> | 16th January 2026</a:t>
            </a:r>
          </a:p>
        </p:txBody>
      </p:sp>
      <p:sp>
        <p:nvSpPr>
          <p:cNvPr id="4" name="Foliennummernplatzhalter 3">
            <a:extLst>
              <a:ext uri="{FF2B5EF4-FFF2-40B4-BE49-F238E27FC236}">
                <a16:creationId xmlns:a16="http://schemas.microsoft.com/office/drawing/2014/main" id="{7A126F60-9CE6-AE3F-5AD9-631EDCC7B33A}"/>
              </a:ext>
            </a:extLst>
          </p:cNvPr>
          <p:cNvSpPr>
            <a:spLocks noGrp="1"/>
          </p:cNvSpPr>
          <p:nvPr>
            <p:ph type="sldNum" sz="quarter" idx="15"/>
            <p:custDataLst>
              <p:tags r:id="rId3"/>
            </p:custDataLst>
          </p:nvPr>
        </p:nvSpPr>
        <p:spPr>
          <a:xfrm>
            <a:off x="10885488" y="6385768"/>
            <a:ext cx="827086" cy="288000"/>
          </a:xfrm>
        </p:spPr>
        <p:txBody>
          <a:bodyPr/>
          <a:lstStyle/>
          <a:p>
            <a:fld id="{418F7AD7-DC47-44A0-A9D7-F1C17BFD6F09}" type="slidenum">
              <a:rPr lang="de-AT" smtClean="0"/>
              <a:pPr/>
              <a:t>11</a:t>
            </a:fld>
            <a:endParaRPr lang="de-AT" dirty="0"/>
          </a:p>
        </p:txBody>
      </p:sp>
      <p:sp>
        <p:nvSpPr>
          <p:cNvPr id="6" name="TextBox 5">
            <a:extLst>
              <a:ext uri="{FF2B5EF4-FFF2-40B4-BE49-F238E27FC236}">
                <a16:creationId xmlns:a16="http://schemas.microsoft.com/office/drawing/2014/main" id="{250F7178-C7B7-5C2F-84C8-809DB7064CF6}"/>
              </a:ext>
            </a:extLst>
          </p:cNvPr>
          <p:cNvSpPr txBox="1"/>
          <p:nvPr/>
        </p:nvSpPr>
        <p:spPr>
          <a:xfrm>
            <a:off x="1446115" y="2369735"/>
            <a:ext cx="9299767" cy="2118529"/>
          </a:xfrm>
          <a:prstGeom prst="rect">
            <a:avLst/>
          </a:prstGeom>
          <a:noFill/>
        </p:spPr>
        <p:txBody>
          <a:bodyPr wrap="square">
            <a:spAutoFit/>
          </a:bodyPr>
          <a:lstStyle/>
          <a:p>
            <a:pPr>
              <a:lnSpc>
                <a:spcPct val="150000"/>
              </a:lnSpc>
            </a:pPr>
            <a:r>
              <a:rPr lang="en-US" b="1" dirty="0"/>
              <a:t>Language identification is a solved problem for in-domain, high-resource settings. Our contribution is showing how to make it robust to real-world noise: pair embeddings with character backups, route based on OOV, and always audit per-language metrics. This final solution is a blueprint for practitioners building multilingual NLP systems.</a:t>
            </a:r>
            <a:endParaRPr lang="en-US" dirty="0"/>
          </a:p>
        </p:txBody>
      </p:sp>
    </p:spTree>
    <p:extLst>
      <p:ext uri="{BB962C8B-B14F-4D97-AF65-F5344CB8AC3E}">
        <p14:creationId xmlns:p14="http://schemas.microsoft.com/office/powerpoint/2010/main" val="343232983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055142-538A-0941-6BC0-0E37FC64EDFF}"/>
            </a:ext>
          </a:extLst>
        </p:cNvPr>
        <p:cNvGrpSpPr/>
        <p:nvPr/>
      </p:nvGrpSpPr>
      <p:grpSpPr>
        <a:xfrm>
          <a:off x="0" y="0"/>
          <a:ext cx="0" cy="0"/>
          <a:chOff x="0" y="0"/>
          <a:chExt cx="0" cy="0"/>
        </a:xfrm>
      </p:grpSpPr>
      <p:sp>
        <p:nvSpPr>
          <p:cNvPr id="5" name="Titel 4">
            <a:extLst>
              <a:ext uri="{FF2B5EF4-FFF2-40B4-BE49-F238E27FC236}">
                <a16:creationId xmlns:a16="http://schemas.microsoft.com/office/drawing/2014/main" id="{5D32C411-DB26-4881-389B-4DE534537D98}"/>
              </a:ext>
            </a:extLst>
          </p:cNvPr>
          <p:cNvSpPr>
            <a:spLocks noGrp="1"/>
          </p:cNvSpPr>
          <p:nvPr>
            <p:ph type="title"/>
            <p:custDataLst>
              <p:tags r:id="rId1"/>
            </p:custDataLst>
          </p:nvPr>
        </p:nvSpPr>
        <p:spPr>
          <a:xfrm>
            <a:off x="4747102" y="3186750"/>
            <a:ext cx="1564322" cy="484500"/>
          </a:xfrm>
        </p:spPr>
        <p:txBody>
          <a:bodyPr/>
          <a:lstStyle/>
          <a:p>
            <a:r>
              <a:rPr lang="en-US" dirty="0"/>
              <a:t>Backup</a:t>
            </a:r>
            <a:endParaRPr lang="de-AT" dirty="0"/>
          </a:p>
        </p:txBody>
      </p:sp>
      <p:sp>
        <p:nvSpPr>
          <p:cNvPr id="2" name="Fußzeilenplatzhalter 1">
            <a:extLst>
              <a:ext uri="{FF2B5EF4-FFF2-40B4-BE49-F238E27FC236}">
                <a16:creationId xmlns:a16="http://schemas.microsoft.com/office/drawing/2014/main" id="{76BDD6F1-D542-3D55-6E34-CE5D34C05467}"/>
              </a:ext>
            </a:extLst>
          </p:cNvPr>
          <p:cNvSpPr>
            <a:spLocks noGrp="1"/>
          </p:cNvSpPr>
          <p:nvPr>
            <p:ph type="ftr" sz="quarter" idx="14"/>
            <p:custDataLst>
              <p:tags r:id="rId2"/>
            </p:custDataLst>
          </p:nvPr>
        </p:nvSpPr>
        <p:spPr>
          <a:xfrm>
            <a:off x="461963" y="6385768"/>
            <a:ext cx="10134600" cy="288000"/>
          </a:xfrm>
        </p:spPr>
        <p:txBody>
          <a:bodyPr/>
          <a:lstStyle/>
          <a:p>
            <a:r>
              <a:rPr lang="en-US" dirty="0"/>
              <a:t>Final Presentation Group 7</a:t>
            </a:r>
            <a:r>
              <a:rPr lang="de-AT" dirty="0"/>
              <a:t> | 16th January 2026</a:t>
            </a:r>
          </a:p>
        </p:txBody>
      </p:sp>
      <p:sp>
        <p:nvSpPr>
          <p:cNvPr id="4" name="Foliennummernplatzhalter 3">
            <a:extLst>
              <a:ext uri="{FF2B5EF4-FFF2-40B4-BE49-F238E27FC236}">
                <a16:creationId xmlns:a16="http://schemas.microsoft.com/office/drawing/2014/main" id="{3E6F2AB6-52E6-C75D-2E7C-DCCB4A0D5991}"/>
              </a:ext>
            </a:extLst>
          </p:cNvPr>
          <p:cNvSpPr>
            <a:spLocks noGrp="1"/>
          </p:cNvSpPr>
          <p:nvPr>
            <p:ph type="sldNum" sz="quarter" idx="15"/>
            <p:custDataLst>
              <p:tags r:id="rId3"/>
            </p:custDataLst>
          </p:nvPr>
        </p:nvSpPr>
        <p:spPr>
          <a:xfrm>
            <a:off x="10885488" y="6385768"/>
            <a:ext cx="827086" cy="288000"/>
          </a:xfrm>
        </p:spPr>
        <p:txBody>
          <a:bodyPr/>
          <a:lstStyle/>
          <a:p>
            <a:fld id="{418F7AD7-DC47-44A0-A9D7-F1C17BFD6F09}" type="slidenum">
              <a:rPr lang="de-AT" smtClean="0"/>
              <a:pPr/>
              <a:t>12</a:t>
            </a:fld>
            <a:endParaRPr lang="de-AT" dirty="0"/>
          </a:p>
        </p:txBody>
      </p:sp>
    </p:spTree>
    <p:extLst>
      <p:ext uri="{BB962C8B-B14F-4D97-AF65-F5344CB8AC3E}">
        <p14:creationId xmlns:p14="http://schemas.microsoft.com/office/powerpoint/2010/main" val="395341841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1FFD3B-90B2-2F02-B905-63D491FA9021}"/>
            </a:ext>
          </a:extLst>
        </p:cNvPr>
        <p:cNvGrpSpPr/>
        <p:nvPr/>
      </p:nvGrpSpPr>
      <p:grpSpPr>
        <a:xfrm>
          <a:off x="0" y="0"/>
          <a:ext cx="0" cy="0"/>
          <a:chOff x="0" y="0"/>
          <a:chExt cx="0" cy="0"/>
        </a:xfrm>
      </p:grpSpPr>
      <p:sp>
        <p:nvSpPr>
          <p:cNvPr id="5" name="Titel 4">
            <a:extLst>
              <a:ext uri="{FF2B5EF4-FFF2-40B4-BE49-F238E27FC236}">
                <a16:creationId xmlns:a16="http://schemas.microsoft.com/office/drawing/2014/main" id="{961B93DA-8587-3685-2BEE-27206A41DF65}"/>
              </a:ext>
            </a:extLst>
          </p:cNvPr>
          <p:cNvSpPr>
            <a:spLocks noGrp="1"/>
          </p:cNvSpPr>
          <p:nvPr>
            <p:ph type="title"/>
            <p:custDataLst>
              <p:tags r:id="rId1"/>
            </p:custDataLst>
          </p:nvPr>
        </p:nvSpPr>
        <p:spPr>
          <a:xfrm>
            <a:off x="2597285" y="77821"/>
            <a:ext cx="9406647" cy="884204"/>
          </a:xfrm>
        </p:spPr>
        <p:txBody>
          <a:bodyPr/>
          <a:lstStyle/>
          <a:p>
            <a:r>
              <a:rPr lang="en-US" dirty="0"/>
              <a:t>FINAL SOLUTION — fastText Primary + Character N-gram Fallback (Model Design)</a:t>
            </a:r>
            <a:endParaRPr lang="de-AT" dirty="0"/>
          </a:p>
        </p:txBody>
      </p:sp>
      <p:sp>
        <p:nvSpPr>
          <p:cNvPr id="2" name="Fußzeilenplatzhalter 1">
            <a:extLst>
              <a:ext uri="{FF2B5EF4-FFF2-40B4-BE49-F238E27FC236}">
                <a16:creationId xmlns:a16="http://schemas.microsoft.com/office/drawing/2014/main" id="{983C843B-C390-2B02-EB51-16205820BB6B}"/>
              </a:ext>
            </a:extLst>
          </p:cNvPr>
          <p:cNvSpPr>
            <a:spLocks noGrp="1"/>
          </p:cNvSpPr>
          <p:nvPr>
            <p:ph type="ftr" sz="quarter" idx="14"/>
            <p:custDataLst>
              <p:tags r:id="rId2"/>
            </p:custDataLst>
          </p:nvPr>
        </p:nvSpPr>
        <p:spPr>
          <a:xfrm>
            <a:off x="461963" y="6385768"/>
            <a:ext cx="10134600" cy="288000"/>
          </a:xfrm>
        </p:spPr>
        <p:txBody>
          <a:bodyPr/>
          <a:lstStyle/>
          <a:p>
            <a:r>
              <a:rPr lang="en-US" dirty="0"/>
              <a:t>Final Presentation Group 7</a:t>
            </a:r>
            <a:r>
              <a:rPr lang="de-AT" dirty="0"/>
              <a:t> | 16th January 2026</a:t>
            </a:r>
          </a:p>
        </p:txBody>
      </p:sp>
      <p:sp>
        <p:nvSpPr>
          <p:cNvPr id="4" name="Foliennummernplatzhalter 3">
            <a:extLst>
              <a:ext uri="{FF2B5EF4-FFF2-40B4-BE49-F238E27FC236}">
                <a16:creationId xmlns:a16="http://schemas.microsoft.com/office/drawing/2014/main" id="{ECC9A67A-94F2-9286-13FC-1A2243F06C1A}"/>
              </a:ext>
            </a:extLst>
          </p:cNvPr>
          <p:cNvSpPr>
            <a:spLocks noGrp="1"/>
          </p:cNvSpPr>
          <p:nvPr>
            <p:ph type="sldNum" sz="quarter" idx="15"/>
            <p:custDataLst>
              <p:tags r:id="rId3"/>
            </p:custDataLst>
          </p:nvPr>
        </p:nvSpPr>
        <p:spPr>
          <a:xfrm>
            <a:off x="10885488" y="6385768"/>
            <a:ext cx="827086" cy="288000"/>
          </a:xfrm>
        </p:spPr>
        <p:txBody>
          <a:bodyPr/>
          <a:lstStyle/>
          <a:p>
            <a:fld id="{418F7AD7-DC47-44A0-A9D7-F1C17BFD6F09}" type="slidenum">
              <a:rPr lang="de-AT" smtClean="0"/>
              <a:pPr/>
              <a:t>13</a:t>
            </a:fld>
            <a:endParaRPr lang="de-AT" dirty="0"/>
          </a:p>
        </p:txBody>
      </p:sp>
      <p:sp>
        <p:nvSpPr>
          <p:cNvPr id="10" name="TextBox 9">
            <a:extLst>
              <a:ext uri="{FF2B5EF4-FFF2-40B4-BE49-F238E27FC236}">
                <a16:creationId xmlns:a16="http://schemas.microsoft.com/office/drawing/2014/main" id="{88AA3770-30D6-722D-98E6-995F33CA129F}"/>
              </a:ext>
            </a:extLst>
          </p:cNvPr>
          <p:cNvSpPr txBox="1"/>
          <p:nvPr/>
        </p:nvSpPr>
        <p:spPr>
          <a:xfrm>
            <a:off x="2920525" y="1246754"/>
            <a:ext cx="6097424" cy="369332"/>
          </a:xfrm>
          <a:prstGeom prst="rect">
            <a:avLst/>
          </a:prstGeom>
          <a:noFill/>
        </p:spPr>
        <p:txBody>
          <a:bodyPr wrap="square">
            <a:spAutoFit/>
          </a:bodyPr>
          <a:lstStyle/>
          <a:p>
            <a:r>
              <a:rPr lang="en-US" dirty="0"/>
              <a:t>Explicitly Contrasting the Two Character N-gram Uses</a:t>
            </a:r>
          </a:p>
        </p:txBody>
      </p:sp>
      <p:graphicFrame>
        <p:nvGraphicFramePr>
          <p:cNvPr id="15" name="Table 14">
            <a:extLst>
              <a:ext uri="{FF2B5EF4-FFF2-40B4-BE49-F238E27FC236}">
                <a16:creationId xmlns:a16="http://schemas.microsoft.com/office/drawing/2014/main" id="{5788D0F2-7F1B-3697-2445-A8590383A920}"/>
              </a:ext>
            </a:extLst>
          </p:cNvPr>
          <p:cNvGraphicFramePr>
            <a:graphicFrameLocks noGrp="1"/>
          </p:cNvGraphicFramePr>
          <p:nvPr>
            <p:extLst>
              <p:ext uri="{D42A27DB-BD31-4B8C-83A1-F6EECF244321}">
                <p14:modId xmlns:p14="http://schemas.microsoft.com/office/powerpoint/2010/main" val="3869588665"/>
              </p:ext>
            </p:extLst>
          </p:nvPr>
        </p:nvGraphicFramePr>
        <p:xfrm>
          <a:off x="367469" y="1900815"/>
          <a:ext cx="11636463" cy="3586715"/>
        </p:xfrm>
        <a:graphic>
          <a:graphicData uri="http://schemas.openxmlformats.org/drawingml/2006/table">
            <a:tbl>
              <a:tblPr/>
              <a:tblGrid>
                <a:gridCol w="2632105">
                  <a:extLst>
                    <a:ext uri="{9D8B030D-6E8A-4147-A177-3AD203B41FA5}">
                      <a16:colId xmlns:a16="http://schemas.microsoft.com/office/drawing/2014/main" val="3351806785"/>
                    </a:ext>
                  </a:extLst>
                </a:gridCol>
                <a:gridCol w="4503633">
                  <a:extLst>
                    <a:ext uri="{9D8B030D-6E8A-4147-A177-3AD203B41FA5}">
                      <a16:colId xmlns:a16="http://schemas.microsoft.com/office/drawing/2014/main" val="2801666058"/>
                    </a:ext>
                  </a:extLst>
                </a:gridCol>
                <a:gridCol w="4500725">
                  <a:extLst>
                    <a:ext uri="{9D8B030D-6E8A-4147-A177-3AD203B41FA5}">
                      <a16:colId xmlns:a16="http://schemas.microsoft.com/office/drawing/2014/main" val="3394652385"/>
                    </a:ext>
                  </a:extLst>
                </a:gridCol>
              </a:tblGrid>
              <a:tr h="622798">
                <a:tc>
                  <a:txBody>
                    <a:bodyPr/>
                    <a:lstStyle/>
                    <a:p>
                      <a:pPr algn="l">
                        <a:buNone/>
                      </a:pPr>
                      <a:r>
                        <a:rPr lang="en-US">
                          <a:effectLst/>
                        </a:rPr>
                        <a:t>Aspect</a:t>
                      </a:r>
                    </a:p>
                  </a:txBody>
                  <a:tcPr marL="43543" marR="43543" marT="43543" marB="43543" anchor="ctr">
                    <a:lnL w="5443" cap="flat" cmpd="sng" algn="ctr">
                      <a:solidFill>
                        <a:srgbClr val="DDDDDD"/>
                      </a:solidFill>
                      <a:prstDash val="solid"/>
                      <a:round/>
                      <a:headEnd type="none" w="med" len="med"/>
                      <a:tailEnd type="none" w="med" len="med"/>
                    </a:lnL>
                    <a:lnR w="5443" cap="flat" cmpd="sng" algn="ctr">
                      <a:solidFill>
                        <a:srgbClr val="DDDDDD"/>
                      </a:solidFill>
                      <a:prstDash val="solid"/>
                      <a:round/>
                      <a:headEnd type="none" w="med" len="med"/>
                      <a:tailEnd type="none" w="med" len="med"/>
                    </a:lnR>
                    <a:lnT w="5443" cap="flat" cmpd="sng" algn="ctr">
                      <a:solidFill>
                        <a:srgbClr val="DDDDDD"/>
                      </a:solidFill>
                      <a:prstDash val="solid"/>
                      <a:round/>
                      <a:headEnd type="none" w="med" len="med"/>
                      <a:tailEnd type="none" w="med" len="med"/>
                    </a:lnT>
                    <a:lnB w="5443" cap="flat" cmpd="sng" algn="ctr">
                      <a:solidFill>
                        <a:srgbClr val="DDDDDD"/>
                      </a:solidFill>
                      <a:prstDash val="solid"/>
                      <a:round/>
                      <a:headEnd type="none" w="med" len="med"/>
                      <a:tailEnd type="none" w="med" len="med"/>
                    </a:lnB>
                    <a:solidFill>
                      <a:srgbClr val="F2F2F2"/>
                    </a:solidFill>
                  </a:tcPr>
                </a:tc>
                <a:tc>
                  <a:txBody>
                    <a:bodyPr/>
                    <a:lstStyle/>
                    <a:p>
                      <a:pPr algn="l">
                        <a:buNone/>
                      </a:pPr>
                      <a:r>
                        <a:rPr lang="en-US">
                          <a:effectLst/>
                        </a:rPr>
                        <a:t>fastText Internal N-grams</a:t>
                      </a:r>
                    </a:p>
                  </a:txBody>
                  <a:tcPr marL="43543" marR="43543" marT="43543" marB="43543" anchor="ctr">
                    <a:lnL w="5443" cap="flat" cmpd="sng" algn="ctr">
                      <a:solidFill>
                        <a:srgbClr val="DDDDDD"/>
                      </a:solidFill>
                      <a:prstDash val="solid"/>
                      <a:round/>
                      <a:headEnd type="none" w="med" len="med"/>
                      <a:tailEnd type="none" w="med" len="med"/>
                    </a:lnL>
                    <a:lnR w="5443" cap="flat" cmpd="sng" algn="ctr">
                      <a:solidFill>
                        <a:srgbClr val="DDDDDD"/>
                      </a:solidFill>
                      <a:prstDash val="solid"/>
                      <a:round/>
                      <a:headEnd type="none" w="med" len="med"/>
                      <a:tailEnd type="none" w="med" len="med"/>
                    </a:lnR>
                    <a:lnT w="5443" cap="flat" cmpd="sng" algn="ctr">
                      <a:solidFill>
                        <a:srgbClr val="DDDDDD"/>
                      </a:solidFill>
                      <a:prstDash val="solid"/>
                      <a:round/>
                      <a:headEnd type="none" w="med" len="med"/>
                      <a:tailEnd type="none" w="med" len="med"/>
                    </a:lnT>
                    <a:lnB w="5443" cap="flat" cmpd="sng" algn="ctr">
                      <a:solidFill>
                        <a:srgbClr val="DDDDDD"/>
                      </a:solidFill>
                      <a:prstDash val="solid"/>
                      <a:round/>
                      <a:headEnd type="none" w="med" len="med"/>
                      <a:tailEnd type="none" w="med" len="med"/>
                    </a:lnB>
                    <a:solidFill>
                      <a:srgbClr val="F2F2F2"/>
                    </a:solidFill>
                  </a:tcPr>
                </a:tc>
                <a:tc>
                  <a:txBody>
                    <a:bodyPr/>
                    <a:lstStyle/>
                    <a:p>
                      <a:pPr algn="l">
                        <a:buNone/>
                      </a:pPr>
                      <a:r>
                        <a:rPr lang="en-US" dirty="0">
                          <a:effectLst/>
                        </a:rPr>
                        <a:t>Our Fallback N-grams</a:t>
                      </a:r>
                    </a:p>
                  </a:txBody>
                  <a:tcPr marL="43543" marR="43543" marT="43543" marB="43543" anchor="ctr">
                    <a:lnL w="5443" cap="flat" cmpd="sng" algn="ctr">
                      <a:solidFill>
                        <a:srgbClr val="DDDDDD"/>
                      </a:solidFill>
                      <a:prstDash val="solid"/>
                      <a:round/>
                      <a:headEnd type="none" w="med" len="med"/>
                      <a:tailEnd type="none" w="med" len="med"/>
                    </a:lnL>
                    <a:lnR w="5443" cap="flat" cmpd="sng" algn="ctr">
                      <a:solidFill>
                        <a:srgbClr val="DDDDDD"/>
                      </a:solidFill>
                      <a:prstDash val="solid"/>
                      <a:round/>
                      <a:headEnd type="none" w="med" len="med"/>
                      <a:tailEnd type="none" w="med" len="med"/>
                    </a:lnR>
                    <a:lnT w="5443" cap="flat" cmpd="sng" algn="ctr">
                      <a:solidFill>
                        <a:srgbClr val="DDDDDD"/>
                      </a:solidFill>
                      <a:prstDash val="solid"/>
                      <a:round/>
                      <a:headEnd type="none" w="med" len="med"/>
                      <a:tailEnd type="none" w="med" len="med"/>
                    </a:lnT>
                    <a:lnB w="5443" cap="flat" cmpd="sng" algn="ctr">
                      <a:solidFill>
                        <a:srgbClr val="DDDDDD"/>
                      </a:solidFill>
                      <a:prstDash val="solid"/>
                      <a:round/>
                      <a:headEnd type="none" w="med" len="med"/>
                      <a:tailEnd type="none" w="med" len="med"/>
                    </a:lnB>
                    <a:solidFill>
                      <a:srgbClr val="F2F2F2"/>
                    </a:solidFill>
                  </a:tcPr>
                </a:tc>
                <a:extLst>
                  <a:ext uri="{0D108BD9-81ED-4DB2-BD59-A6C34878D82A}">
                    <a16:rowId xmlns:a16="http://schemas.microsoft.com/office/drawing/2014/main" val="562114174"/>
                  </a:ext>
                </a:extLst>
              </a:tr>
              <a:tr h="622798">
                <a:tc>
                  <a:txBody>
                    <a:bodyPr/>
                    <a:lstStyle/>
                    <a:p>
                      <a:pPr algn="l">
                        <a:buNone/>
                      </a:pPr>
                      <a:r>
                        <a:rPr lang="en-US" b="1">
                          <a:effectLst/>
                        </a:rPr>
                        <a:t>Level</a:t>
                      </a:r>
                      <a:endParaRPr lang="en-US">
                        <a:effectLst/>
                      </a:endParaRPr>
                    </a:p>
                  </a:txBody>
                  <a:tcPr marL="43543" marR="43543" marT="43543" marB="43543" anchor="ctr">
                    <a:lnL w="5443" cap="flat" cmpd="sng" algn="ctr">
                      <a:solidFill>
                        <a:srgbClr val="DDDDDD"/>
                      </a:solidFill>
                      <a:prstDash val="solid"/>
                      <a:round/>
                      <a:headEnd type="none" w="med" len="med"/>
                      <a:tailEnd type="none" w="med" len="med"/>
                    </a:lnL>
                    <a:lnR w="5443" cap="flat" cmpd="sng" algn="ctr">
                      <a:solidFill>
                        <a:srgbClr val="DDDDDD"/>
                      </a:solidFill>
                      <a:prstDash val="solid"/>
                      <a:round/>
                      <a:headEnd type="none" w="med" len="med"/>
                      <a:tailEnd type="none" w="med" len="med"/>
                    </a:lnR>
                    <a:lnT w="5443" cap="flat" cmpd="sng" algn="ctr">
                      <a:solidFill>
                        <a:srgbClr val="DDDDDD"/>
                      </a:solidFill>
                      <a:prstDash val="solid"/>
                      <a:round/>
                      <a:headEnd type="none" w="med" len="med"/>
                      <a:tailEnd type="none" w="med" len="med"/>
                    </a:lnT>
                    <a:lnB w="5443" cap="flat" cmpd="sng" algn="ctr">
                      <a:solidFill>
                        <a:srgbClr val="DDDDDD"/>
                      </a:solidFill>
                      <a:prstDash val="solid"/>
                      <a:round/>
                      <a:headEnd type="none" w="med" len="med"/>
                      <a:tailEnd type="none" w="med" len="med"/>
                    </a:lnB>
                    <a:noFill/>
                  </a:tcPr>
                </a:tc>
                <a:tc>
                  <a:txBody>
                    <a:bodyPr/>
                    <a:lstStyle/>
                    <a:p>
                      <a:pPr algn="l">
                        <a:buNone/>
                      </a:pPr>
                      <a:r>
                        <a:rPr lang="en-US">
                          <a:effectLst/>
                        </a:rPr>
                        <a:t>Word embedding construction</a:t>
                      </a:r>
                    </a:p>
                  </a:txBody>
                  <a:tcPr marL="43543" marR="43543" marT="43543" marB="43543" anchor="ctr">
                    <a:lnL w="5443" cap="flat" cmpd="sng" algn="ctr">
                      <a:solidFill>
                        <a:srgbClr val="DDDDDD"/>
                      </a:solidFill>
                      <a:prstDash val="solid"/>
                      <a:round/>
                      <a:headEnd type="none" w="med" len="med"/>
                      <a:tailEnd type="none" w="med" len="med"/>
                    </a:lnL>
                    <a:lnR w="5443" cap="flat" cmpd="sng" algn="ctr">
                      <a:solidFill>
                        <a:srgbClr val="DDDDDD"/>
                      </a:solidFill>
                      <a:prstDash val="solid"/>
                      <a:round/>
                      <a:headEnd type="none" w="med" len="med"/>
                      <a:tailEnd type="none" w="med" len="med"/>
                    </a:lnR>
                    <a:lnT w="5443" cap="flat" cmpd="sng" algn="ctr">
                      <a:solidFill>
                        <a:srgbClr val="DDDDDD"/>
                      </a:solidFill>
                      <a:prstDash val="solid"/>
                      <a:round/>
                      <a:headEnd type="none" w="med" len="med"/>
                      <a:tailEnd type="none" w="med" len="med"/>
                    </a:lnT>
                    <a:lnB w="5443" cap="flat" cmpd="sng" algn="ctr">
                      <a:solidFill>
                        <a:srgbClr val="DDDDDD"/>
                      </a:solidFill>
                      <a:prstDash val="solid"/>
                      <a:round/>
                      <a:headEnd type="none" w="med" len="med"/>
                      <a:tailEnd type="none" w="med" len="med"/>
                    </a:lnB>
                    <a:noFill/>
                  </a:tcPr>
                </a:tc>
                <a:tc>
                  <a:txBody>
                    <a:bodyPr/>
                    <a:lstStyle/>
                    <a:p>
                      <a:pPr algn="l">
                        <a:buNone/>
                      </a:pPr>
                      <a:r>
                        <a:rPr lang="en-US">
                          <a:effectLst/>
                        </a:rPr>
                        <a:t>Sentence classification</a:t>
                      </a:r>
                    </a:p>
                  </a:txBody>
                  <a:tcPr marL="43543" marR="43543" marT="43543" marB="43543" anchor="ctr">
                    <a:lnL w="5443" cap="flat" cmpd="sng" algn="ctr">
                      <a:solidFill>
                        <a:srgbClr val="DDDDDD"/>
                      </a:solidFill>
                      <a:prstDash val="solid"/>
                      <a:round/>
                      <a:headEnd type="none" w="med" len="med"/>
                      <a:tailEnd type="none" w="med" len="med"/>
                    </a:lnL>
                    <a:lnR w="5443" cap="flat" cmpd="sng" algn="ctr">
                      <a:solidFill>
                        <a:srgbClr val="DDDDDD"/>
                      </a:solidFill>
                      <a:prstDash val="solid"/>
                      <a:round/>
                      <a:headEnd type="none" w="med" len="med"/>
                      <a:tailEnd type="none" w="med" len="med"/>
                    </a:lnR>
                    <a:lnT w="5443" cap="flat" cmpd="sng" algn="ctr">
                      <a:solidFill>
                        <a:srgbClr val="DDDDDD"/>
                      </a:solidFill>
                      <a:prstDash val="solid"/>
                      <a:round/>
                      <a:headEnd type="none" w="med" len="med"/>
                      <a:tailEnd type="none" w="med" len="med"/>
                    </a:lnT>
                    <a:lnB w="5443" cap="flat" cmpd="sng" algn="ctr">
                      <a:solidFill>
                        <a:srgbClr val="DDDDDD"/>
                      </a:solidFill>
                      <a:prstDash val="solid"/>
                      <a:round/>
                      <a:headEnd type="none" w="med" len="med"/>
                      <a:tailEnd type="none" w="med" len="med"/>
                    </a:lnB>
                    <a:noFill/>
                  </a:tcPr>
                </a:tc>
                <a:extLst>
                  <a:ext uri="{0D108BD9-81ED-4DB2-BD59-A6C34878D82A}">
                    <a16:rowId xmlns:a16="http://schemas.microsoft.com/office/drawing/2014/main" val="476156294"/>
                  </a:ext>
                </a:extLst>
              </a:tr>
              <a:tr h="622798">
                <a:tc>
                  <a:txBody>
                    <a:bodyPr/>
                    <a:lstStyle/>
                    <a:p>
                      <a:pPr algn="l">
                        <a:buNone/>
                      </a:pPr>
                      <a:r>
                        <a:rPr lang="en-US" b="1">
                          <a:effectLst/>
                        </a:rPr>
                        <a:t>Training</a:t>
                      </a:r>
                      <a:endParaRPr lang="en-US">
                        <a:effectLst/>
                      </a:endParaRPr>
                    </a:p>
                  </a:txBody>
                  <a:tcPr marL="43543" marR="43543" marT="43543" marB="43543" anchor="ctr">
                    <a:lnL w="5443" cap="flat" cmpd="sng" algn="ctr">
                      <a:solidFill>
                        <a:srgbClr val="DDDDDD"/>
                      </a:solidFill>
                      <a:prstDash val="solid"/>
                      <a:round/>
                      <a:headEnd type="none" w="med" len="med"/>
                      <a:tailEnd type="none" w="med" len="med"/>
                    </a:lnL>
                    <a:lnR w="5443" cap="flat" cmpd="sng" algn="ctr">
                      <a:solidFill>
                        <a:srgbClr val="DDDDDD"/>
                      </a:solidFill>
                      <a:prstDash val="solid"/>
                      <a:round/>
                      <a:headEnd type="none" w="med" len="med"/>
                      <a:tailEnd type="none" w="med" len="med"/>
                    </a:lnR>
                    <a:lnT w="5443" cap="flat" cmpd="sng" algn="ctr">
                      <a:solidFill>
                        <a:srgbClr val="DDDDDD"/>
                      </a:solidFill>
                      <a:prstDash val="solid"/>
                      <a:round/>
                      <a:headEnd type="none" w="med" len="med"/>
                      <a:tailEnd type="none" w="med" len="med"/>
                    </a:lnT>
                    <a:lnB w="5443" cap="flat" cmpd="sng" algn="ctr">
                      <a:solidFill>
                        <a:srgbClr val="DDDDDD"/>
                      </a:solidFill>
                      <a:prstDash val="solid"/>
                      <a:round/>
                      <a:headEnd type="none" w="med" len="med"/>
                      <a:tailEnd type="none" w="med" len="med"/>
                    </a:lnB>
                    <a:noFill/>
                  </a:tcPr>
                </a:tc>
                <a:tc>
                  <a:txBody>
                    <a:bodyPr/>
                    <a:lstStyle/>
                    <a:p>
                      <a:pPr algn="l">
                        <a:buNone/>
                      </a:pPr>
                      <a:r>
                        <a:rPr lang="en-US">
                          <a:effectLst/>
                        </a:rPr>
                        <a:t>Unsupervised (large corpora)</a:t>
                      </a:r>
                    </a:p>
                  </a:txBody>
                  <a:tcPr marL="43543" marR="43543" marT="43543" marB="43543" anchor="ctr">
                    <a:lnL w="5443" cap="flat" cmpd="sng" algn="ctr">
                      <a:solidFill>
                        <a:srgbClr val="DDDDDD"/>
                      </a:solidFill>
                      <a:prstDash val="solid"/>
                      <a:round/>
                      <a:headEnd type="none" w="med" len="med"/>
                      <a:tailEnd type="none" w="med" len="med"/>
                    </a:lnL>
                    <a:lnR w="5443" cap="flat" cmpd="sng" algn="ctr">
                      <a:solidFill>
                        <a:srgbClr val="DDDDDD"/>
                      </a:solidFill>
                      <a:prstDash val="solid"/>
                      <a:round/>
                      <a:headEnd type="none" w="med" len="med"/>
                      <a:tailEnd type="none" w="med" len="med"/>
                    </a:lnR>
                    <a:lnT w="5443" cap="flat" cmpd="sng" algn="ctr">
                      <a:solidFill>
                        <a:srgbClr val="DDDDDD"/>
                      </a:solidFill>
                      <a:prstDash val="solid"/>
                      <a:round/>
                      <a:headEnd type="none" w="med" len="med"/>
                      <a:tailEnd type="none" w="med" len="med"/>
                    </a:lnT>
                    <a:lnB w="5443" cap="flat" cmpd="sng" algn="ctr">
                      <a:solidFill>
                        <a:srgbClr val="DDDDDD"/>
                      </a:solidFill>
                      <a:prstDash val="solid"/>
                      <a:round/>
                      <a:headEnd type="none" w="med" len="med"/>
                      <a:tailEnd type="none" w="med" len="med"/>
                    </a:lnB>
                    <a:noFill/>
                  </a:tcPr>
                </a:tc>
                <a:tc>
                  <a:txBody>
                    <a:bodyPr/>
                    <a:lstStyle/>
                    <a:p>
                      <a:pPr algn="l">
                        <a:buNone/>
                      </a:pPr>
                      <a:r>
                        <a:rPr lang="en-US">
                          <a:effectLst/>
                        </a:rPr>
                        <a:t>Supervised (POS labels)</a:t>
                      </a:r>
                    </a:p>
                  </a:txBody>
                  <a:tcPr marL="43543" marR="43543" marT="43543" marB="43543" anchor="ctr">
                    <a:lnL w="5443" cap="flat" cmpd="sng" algn="ctr">
                      <a:solidFill>
                        <a:srgbClr val="DDDDDD"/>
                      </a:solidFill>
                      <a:prstDash val="solid"/>
                      <a:round/>
                      <a:headEnd type="none" w="med" len="med"/>
                      <a:tailEnd type="none" w="med" len="med"/>
                    </a:lnL>
                    <a:lnR w="5443" cap="flat" cmpd="sng" algn="ctr">
                      <a:solidFill>
                        <a:srgbClr val="DDDDDD"/>
                      </a:solidFill>
                      <a:prstDash val="solid"/>
                      <a:round/>
                      <a:headEnd type="none" w="med" len="med"/>
                      <a:tailEnd type="none" w="med" len="med"/>
                    </a:lnR>
                    <a:lnT w="5443" cap="flat" cmpd="sng" algn="ctr">
                      <a:solidFill>
                        <a:srgbClr val="DDDDDD"/>
                      </a:solidFill>
                      <a:prstDash val="solid"/>
                      <a:round/>
                      <a:headEnd type="none" w="med" len="med"/>
                      <a:tailEnd type="none" w="med" len="med"/>
                    </a:lnT>
                    <a:lnB w="5443" cap="flat" cmpd="sng" algn="ctr">
                      <a:solidFill>
                        <a:srgbClr val="DDDDDD"/>
                      </a:solidFill>
                      <a:prstDash val="solid"/>
                      <a:round/>
                      <a:headEnd type="none" w="med" len="med"/>
                      <a:tailEnd type="none" w="med" len="med"/>
                    </a:lnB>
                    <a:noFill/>
                  </a:tcPr>
                </a:tc>
                <a:extLst>
                  <a:ext uri="{0D108BD9-81ED-4DB2-BD59-A6C34878D82A}">
                    <a16:rowId xmlns:a16="http://schemas.microsoft.com/office/drawing/2014/main" val="1848525515"/>
                  </a:ext>
                </a:extLst>
              </a:tr>
              <a:tr h="622798">
                <a:tc>
                  <a:txBody>
                    <a:bodyPr/>
                    <a:lstStyle/>
                    <a:p>
                      <a:pPr algn="l">
                        <a:buNone/>
                      </a:pPr>
                      <a:r>
                        <a:rPr lang="en-US" b="1">
                          <a:effectLst/>
                        </a:rPr>
                        <a:t>Purpose</a:t>
                      </a:r>
                      <a:endParaRPr lang="en-US">
                        <a:effectLst/>
                      </a:endParaRPr>
                    </a:p>
                  </a:txBody>
                  <a:tcPr marL="43543" marR="43543" marT="43543" marB="43543" anchor="ctr">
                    <a:lnL w="5443" cap="flat" cmpd="sng" algn="ctr">
                      <a:solidFill>
                        <a:srgbClr val="DDDDDD"/>
                      </a:solidFill>
                      <a:prstDash val="solid"/>
                      <a:round/>
                      <a:headEnd type="none" w="med" len="med"/>
                      <a:tailEnd type="none" w="med" len="med"/>
                    </a:lnL>
                    <a:lnR w="5443" cap="flat" cmpd="sng" algn="ctr">
                      <a:solidFill>
                        <a:srgbClr val="DDDDDD"/>
                      </a:solidFill>
                      <a:prstDash val="solid"/>
                      <a:round/>
                      <a:headEnd type="none" w="med" len="med"/>
                      <a:tailEnd type="none" w="med" len="med"/>
                    </a:lnR>
                    <a:lnT w="5443" cap="flat" cmpd="sng" algn="ctr">
                      <a:solidFill>
                        <a:srgbClr val="DDDDDD"/>
                      </a:solidFill>
                      <a:prstDash val="solid"/>
                      <a:round/>
                      <a:headEnd type="none" w="med" len="med"/>
                      <a:tailEnd type="none" w="med" len="med"/>
                    </a:lnT>
                    <a:lnB w="5443" cap="flat" cmpd="sng" algn="ctr">
                      <a:solidFill>
                        <a:srgbClr val="DDDDDD"/>
                      </a:solidFill>
                      <a:prstDash val="solid"/>
                      <a:round/>
                      <a:headEnd type="none" w="med" len="med"/>
                      <a:tailEnd type="none" w="med" len="med"/>
                    </a:lnB>
                    <a:noFill/>
                  </a:tcPr>
                </a:tc>
                <a:tc>
                  <a:txBody>
                    <a:bodyPr/>
                    <a:lstStyle/>
                    <a:p>
                      <a:pPr algn="l">
                        <a:buNone/>
                      </a:pPr>
                      <a:r>
                        <a:rPr lang="en-US" dirty="0">
                          <a:effectLst/>
                        </a:rPr>
                        <a:t>Semantic representation</a:t>
                      </a:r>
                    </a:p>
                  </a:txBody>
                  <a:tcPr marL="43543" marR="43543" marT="43543" marB="43543" anchor="ctr">
                    <a:lnL w="5443" cap="flat" cmpd="sng" algn="ctr">
                      <a:solidFill>
                        <a:srgbClr val="DDDDDD"/>
                      </a:solidFill>
                      <a:prstDash val="solid"/>
                      <a:round/>
                      <a:headEnd type="none" w="med" len="med"/>
                      <a:tailEnd type="none" w="med" len="med"/>
                    </a:lnL>
                    <a:lnR w="5443" cap="flat" cmpd="sng" algn="ctr">
                      <a:solidFill>
                        <a:srgbClr val="DDDDDD"/>
                      </a:solidFill>
                      <a:prstDash val="solid"/>
                      <a:round/>
                      <a:headEnd type="none" w="med" len="med"/>
                      <a:tailEnd type="none" w="med" len="med"/>
                    </a:lnR>
                    <a:lnT w="5443" cap="flat" cmpd="sng" algn="ctr">
                      <a:solidFill>
                        <a:srgbClr val="DDDDDD"/>
                      </a:solidFill>
                      <a:prstDash val="solid"/>
                      <a:round/>
                      <a:headEnd type="none" w="med" len="med"/>
                      <a:tailEnd type="none" w="med" len="med"/>
                    </a:lnT>
                    <a:lnB w="5443" cap="flat" cmpd="sng" algn="ctr">
                      <a:solidFill>
                        <a:srgbClr val="DDDDDD"/>
                      </a:solidFill>
                      <a:prstDash val="solid"/>
                      <a:round/>
                      <a:headEnd type="none" w="med" len="med"/>
                      <a:tailEnd type="none" w="med" len="med"/>
                    </a:lnB>
                    <a:noFill/>
                  </a:tcPr>
                </a:tc>
                <a:tc>
                  <a:txBody>
                    <a:bodyPr/>
                    <a:lstStyle/>
                    <a:p>
                      <a:pPr algn="l">
                        <a:buNone/>
                      </a:pPr>
                      <a:r>
                        <a:rPr lang="en-US">
                          <a:effectLst/>
                        </a:rPr>
                        <a:t>Statistical pattern matching</a:t>
                      </a:r>
                    </a:p>
                  </a:txBody>
                  <a:tcPr marL="43543" marR="43543" marT="43543" marB="43543" anchor="ctr">
                    <a:lnL w="5443" cap="flat" cmpd="sng" algn="ctr">
                      <a:solidFill>
                        <a:srgbClr val="DDDDDD"/>
                      </a:solidFill>
                      <a:prstDash val="solid"/>
                      <a:round/>
                      <a:headEnd type="none" w="med" len="med"/>
                      <a:tailEnd type="none" w="med" len="med"/>
                    </a:lnL>
                    <a:lnR w="5443" cap="flat" cmpd="sng" algn="ctr">
                      <a:solidFill>
                        <a:srgbClr val="DDDDDD"/>
                      </a:solidFill>
                      <a:prstDash val="solid"/>
                      <a:round/>
                      <a:headEnd type="none" w="med" len="med"/>
                      <a:tailEnd type="none" w="med" len="med"/>
                    </a:lnR>
                    <a:lnT w="5443" cap="flat" cmpd="sng" algn="ctr">
                      <a:solidFill>
                        <a:srgbClr val="DDDDDD"/>
                      </a:solidFill>
                      <a:prstDash val="solid"/>
                      <a:round/>
                      <a:headEnd type="none" w="med" len="med"/>
                      <a:tailEnd type="none" w="med" len="med"/>
                    </a:lnT>
                    <a:lnB w="5443" cap="flat" cmpd="sng" algn="ctr">
                      <a:solidFill>
                        <a:srgbClr val="DDDDDD"/>
                      </a:solidFill>
                      <a:prstDash val="solid"/>
                      <a:round/>
                      <a:headEnd type="none" w="med" len="med"/>
                      <a:tailEnd type="none" w="med" len="med"/>
                    </a:lnB>
                    <a:noFill/>
                  </a:tcPr>
                </a:tc>
                <a:extLst>
                  <a:ext uri="{0D108BD9-81ED-4DB2-BD59-A6C34878D82A}">
                    <a16:rowId xmlns:a16="http://schemas.microsoft.com/office/drawing/2014/main" val="3175055612"/>
                  </a:ext>
                </a:extLst>
              </a:tr>
              <a:tr h="1095523">
                <a:tc>
                  <a:txBody>
                    <a:bodyPr/>
                    <a:lstStyle/>
                    <a:p>
                      <a:pPr algn="l">
                        <a:buNone/>
                      </a:pPr>
                      <a:r>
                        <a:rPr lang="en-US" b="1">
                          <a:effectLst/>
                        </a:rPr>
                        <a:t>Scope</a:t>
                      </a:r>
                      <a:endParaRPr lang="en-US">
                        <a:effectLst/>
                      </a:endParaRPr>
                    </a:p>
                  </a:txBody>
                  <a:tcPr marL="43543" marR="43543" marT="43543" marB="43543" anchor="ctr">
                    <a:lnL w="5443" cap="flat" cmpd="sng" algn="ctr">
                      <a:solidFill>
                        <a:srgbClr val="DDDDDD"/>
                      </a:solidFill>
                      <a:prstDash val="solid"/>
                      <a:round/>
                      <a:headEnd type="none" w="med" len="med"/>
                      <a:tailEnd type="none" w="med" len="med"/>
                    </a:lnL>
                    <a:lnR w="5443" cap="flat" cmpd="sng" algn="ctr">
                      <a:solidFill>
                        <a:srgbClr val="DDDDDD"/>
                      </a:solidFill>
                      <a:prstDash val="solid"/>
                      <a:round/>
                      <a:headEnd type="none" w="med" len="med"/>
                      <a:tailEnd type="none" w="med" len="med"/>
                    </a:lnR>
                    <a:lnT w="5443" cap="flat" cmpd="sng" algn="ctr">
                      <a:solidFill>
                        <a:srgbClr val="DDDDDD"/>
                      </a:solidFill>
                      <a:prstDash val="solid"/>
                      <a:round/>
                      <a:headEnd type="none" w="med" len="med"/>
                      <a:tailEnd type="none" w="med" len="med"/>
                    </a:lnT>
                    <a:lnB w="5443" cap="flat" cmpd="sng" algn="ctr">
                      <a:solidFill>
                        <a:srgbClr val="DDDDDD"/>
                      </a:solidFill>
                      <a:prstDash val="solid"/>
                      <a:round/>
                      <a:headEnd type="none" w="med" len="med"/>
                      <a:tailEnd type="none" w="med" len="med"/>
                    </a:lnB>
                    <a:noFill/>
                  </a:tcPr>
                </a:tc>
                <a:tc>
                  <a:txBody>
                    <a:bodyPr/>
                    <a:lstStyle/>
                    <a:p>
                      <a:pPr algn="l">
                        <a:buNone/>
                      </a:pPr>
                      <a:r>
                        <a:rPr lang="en-US">
                          <a:effectLst/>
                        </a:rPr>
                        <a:t>Within-word morphology</a:t>
                      </a:r>
                    </a:p>
                  </a:txBody>
                  <a:tcPr marL="43543" marR="43543" marT="43543" marB="43543" anchor="ctr">
                    <a:lnL w="5443" cap="flat" cmpd="sng" algn="ctr">
                      <a:solidFill>
                        <a:srgbClr val="DDDDDD"/>
                      </a:solidFill>
                      <a:prstDash val="solid"/>
                      <a:round/>
                      <a:headEnd type="none" w="med" len="med"/>
                      <a:tailEnd type="none" w="med" len="med"/>
                    </a:lnL>
                    <a:lnR w="5443" cap="flat" cmpd="sng" algn="ctr">
                      <a:solidFill>
                        <a:srgbClr val="DDDDDD"/>
                      </a:solidFill>
                      <a:prstDash val="solid"/>
                      <a:round/>
                      <a:headEnd type="none" w="med" len="med"/>
                      <a:tailEnd type="none" w="med" len="med"/>
                    </a:lnR>
                    <a:lnT w="5443" cap="flat" cmpd="sng" algn="ctr">
                      <a:solidFill>
                        <a:srgbClr val="DDDDDD"/>
                      </a:solidFill>
                      <a:prstDash val="solid"/>
                      <a:round/>
                      <a:headEnd type="none" w="med" len="med"/>
                      <a:tailEnd type="none" w="med" len="med"/>
                    </a:lnT>
                    <a:lnB w="5443" cap="flat" cmpd="sng" algn="ctr">
                      <a:solidFill>
                        <a:srgbClr val="DDDDDD"/>
                      </a:solidFill>
                      <a:prstDash val="solid"/>
                      <a:round/>
                      <a:headEnd type="none" w="med" len="med"/>
                      <a:tailEnd type="none" w="med" len="med"/>
                    </a:lnB>
                    <a:noFill/>
                  </a:tcPr>
                </a:tc>
                <a:tc>
                  <a:txBody>
                    <a:bodyPr/>
                    <a:lstStyle/>
                    <a:p>
                      <a:pPr algn="l">
                        <a:buNone/>
                      </a:pPr>
                      <a:r>
                        <a:rPr lang="en-US" dirty="0">
                          <a:effectLst/>
                        </a:rPr>
                        <a:t>Cross-sentence character patterns</a:t>
                      </a:r>
                    </a:p>
                  </a:txBody>
                  <a:tcPr marL="43543" marR="43543" marT="43543" marB="43543" anchor="ctr">
                    <a:lnL w="5443" cap="flat" cmpd="sng" algn="ctr">
                      <a:solidFill>
                        <a:srgbClr val="DDDDDD"/>
                      </a:solidFill>
                      <a:prstDash val="solid"/>
                      <a:round/>
                      <a:headEnd type="none" w="med" len="med"/>
                      <a:tailEnd type="none" w="med" len="med"/>
                    </a:lnL>
                    <a:lnR w="5443" cap="flat" cmpd="sng" algn="ctr">
                      <a:solidFill>
                        <a:srgbClr val="DDDDDD"/>
                      </a:solidFill>
                      <a:prstDash val="solid"/>
                      <a:round/>
                      <a:headEnd type="none" w="med" len="med"/>
                      <a:tailEnd type="none" w="med" len="med"/>
                    </a:lnR>
                    <a:lnT w="5443" cap="flat" cmpd="sng" algn="ctr">
                      <a:solidFill>
                        <a:srgbClr val="DDDDDD"/>
                      </a:solidFill>
                      <a:prstDash val="solid"/>
                      <a:round/>
                      <a:headEnd type="none" w="med" len="med"/>
                      <a:tailEnd type="none" w="med" len="med"/>
                    </a:lnT>
                    <a:lnB w="5443" cap="flat" cmpd="sng" algn="ctr">
                      <a:solidFill>
                        <a:srgbClr val="DDDDDD"/>
                      </a:solidFill>
                      <a:prstDash val="solid"/>
                      <a:round/>
                      <a:headEnd type="none" w="med" len="med"/>
                      <a:tailEnd type="none" w="med" len="med"/>
                    </a:lnB>
                    <a:noFill/>
                  </a:tcPr>
                </a:tc>
                <a:extLst>
                  <a:ext uri="{0D108BD9-81ED-4DB2-BD59-A6C34878D82A}">
                    <a16:rowId xmlns:a16="http://schemas.microsoft.com/office/drawing/2014/main" val="2958111522"/>
                  </a:ext>
                </a:extLst>
              </a:tr>
            </a:tbl>
          </a:graphicData>
        </a:graphic>
      </p:graphicFrame>
    </p:spTree>
    <p:extLst>
      <p:ext uri="{BB962C8B-B14F-4D97-AF65-F5344CB8AC3E}">
        <p14:creationId xmlns:p14="http://schemas.microsoft.com/office/powerpoint/2010/main" val="229407728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FDFC12-8B6F-928A-B7F5-FA051D35ED79}"/>
            </a:ext>
          </a:extLst>
        </p:cNvPr>
        <p:cNvGrpSpPr/>
        <p:nvPr/>
      </p:nvGrpSpPr>
      <p:grpSpPr>
        <a:xfrm>
          <a:off x="0" y="0"/>
          <a:ext cx="0" cy="0"/>
          <a:chOff x="0" y="0"/>
          <a:chExt cx="0" cy="0"/>
        </a:xfrm>
      </p:grpSpPr>
      <p:sp>
        <p:nvSpPr>
          <p:cNvPr id="5" name="Titel 4">
            <a:extLst>
              <a:ext uri="{FF2B5EF4-FFF2-40B4-BE49-F238E27FC236}">
                <a16:creationId xmlns:a16="http://schemas.microsoft.com/office/drawing/2014/main" id="{40410608-C886-8405-69FE-3F6E4CD95C84}"/>
              </a:ext>
            </a:extLst>
          </p:cNvPr>
          <p:cNvSpPr>
            <a:spLocks noGrp="1"/>
          </p:cNvSpPr>
          <p:nvPr>
            <p:ph type="title"/>
            <p:custDataLst>
              <p:tags r:id="rId1"/>
            </p:custDataLst>
          </p:nvPr>
        </p:nvSpPr>
        <p:spPr>
          <a:xfrm>
            <a:off x="2691483" y="374976"/>
            <a:ext cx="9101713" cy="484500"/>
          </a:xfrm>
        </p:spPr>
        <p:txBody>
          <a:bodyPr/>
          <a:lstStyle/>
          <a:p>
            <a:r>
              <a:rPr lang="en-US" dirty="0"/>
              <a:t>Recommendations for production deployment</a:t>
            </a:r>
            <a:endParaRPr lang="de-AT" dirty="0"/>
          </a:p>
        </p:txBody>
      </p:sp>
      <p:sp>
        <p:nvSpPr>
          <p:cNvPr id="2" name="Fußzeilenplatzhalter 1">
            <a:extLst>
              <a:ext uri="{FF2B5EF4-FFF2-40B4-BE49-F238E27FC236}">
                <a16:creationId xmlns:a16="http://schemas.microsoft.com/office/drawing/2014/main" id="{3D203AF8-9E60-3552-1FB0-AD00099754F8}"/>
              </a:ext>
            </a:extLst>
          </p:cNvPr>
          <p:cNvSpPr>
            <a:spLocks noGrp="1"/>
          </p:cNvSpPr>
          <p:nvPr>
            <p:ph type="ftr" sz="quarter" idx="14"/>
            <p:custDataLst>
              <p:tags r:id="rId2"/>
            </p:custDataLst>
          </p:nvPr>
        </p:nvSpPr>
        <p:spPr>
          <a:xfrm>
            <a:off x="461963" y="6385768"/>
            <a:ext cx="10134600" cy="288000"/>
          </a:xfrm>
        </p:spPr>
        <p:txBody>
          <a:bodyPr/>
          <a:lstStyle/>
          <a:p>
            <a:r>
              <a:rPr lang="en-US" dirty="0"/>
              <a:t>Final Presentation Group 7</a:t>
            </a:r>
            <a:r>
              <a:rPr lang="de-AT" dirty="0"/>
              <a:t> | 16th January 2026</a:t>
            </a:r>
          </a:p>
        </p:txBody>
      </p:sp>
      <p:sp>
        <p:nvSpPr>
          <p:cNvPr id="4" name="Foliennummernplatzhalter 3">
            <a:extLst>
              <a:ext uri="{FF2B5EF4-FFF2-40B4-BE49-F238E27FC236}">
                <a16:creationId xmlns:a16="http://schemas.microsoft.com/office/drawing/2014/main" id="{97FCBC2C-89EC-2FBE-F5F6-F89CF7E70C6D}"/>
              </a:ext>
            </a:extLst>
          </p:cNvPr>
          <p:cNvSpPr>
            <a:spLocks noGrp="1"/>
          </p:cNvSpPr>
          <p:nvPr>
            <p:ph type="sldNum" sz="quarter" idx="15"/>
            <p:custDataLst>
              <p:tags r:id="rId3"/>
            </p:custDataLst>
          </p:nvPr>
        </p:nvSpPr>
        <p:spPr>
          <a:xfrm>
            <a:off x="10885488" y="6385768"/>
            <a:ext cx="827086" cy="288000"/>
          </a:xfrm>
        </p:spPr>
        <p:txBody>
          <a:bodyPr/>
          <a:lstStyle/>
          <a:p>
            <a:fld id="{418F7AD7-DC47-44A0-A9D7-F1C17BFD6F09}" type="slidenum">
              <a:rPr lang="de-AT" smtClean="0"/>
              <a:pPr/>
              <a:t>14</a:t>
            </a:fld>
            <a:endParaRPr lang="de-AT" dirty="0"/>
          </a:p>
        </p:txBody>
      </p:sp>
      <p:sp>
        <p:nvSpPr>
          <p:cNvPr id="6" name="TextBox 5">
            <a:extLst>
              <a:ext uri="{FF2B5EF4-FFF2-40B4-BE49-F238E27FC236}">
                <a16:creationId xmlns:a16="http://schemas.microsoft.com/office/drawing/2014/main" id="{64C2A06E-76D9-BBB5-9CA8-7FB9EBC0FFC7}"/>
              </a:ext>
            </a:extLst>
          </p:cNvPr>
          <p:cNvSpPr txBox="1"/>
          <p:nvPr/>
        </p:nvSpPr>
        <p:spPr>
          <a:xfrm>
            <a:off x="1245024" y="1185737"/>
            <a:ext cx="10054007" cy="4873770"/>
          </a:xfrm>
          <a:prstGeom prst="rect">
            <a:avLst/>
          </a:prstGeom>
          <a:noFill/>
        </p:spPr>
        <p:txBody>
          <a:bodyPr wrap="square">
            <a:spAutoFit/>
          </a:bodyPr>
          <a:lstStyle/>
          <a:p>
            <a:pPr>
              <a:lnSpc>
                <a:spcPts val="2500"/>
              </a:lnSpc>
            </a:pPr>
            <a:r>
              <a:rPr lang="en-US" dirty="0"/>
              <a:t>1. </a:t>
            </a:r>
            <a:r>
              <a:rPr lang="en-US" b="1" dirty="0"/>
              <a:t>Primary baseline: fastText + character n-gram ensemble </a:t>
            </a:r>
            <a:r>
              <a:rPr lang="en-US" dirty="0"/>
              <a:t>(RECOMMENDED)</a:t>
            </a:r>
          </a:p>
          <a:p>
            <a:pPr marL="742950" lvl="1" indent="-285750">
              <a:lnSpc>
                <a:spcPts val="2500"/>
              </a:lnSpc>
              <a:buFont typeface="Arial" panose="020B0604020202020204" pitchFamily="34" charset="0"/>
              <a:buChar char="•"/>
            </a:pPr>
            <a:r>
              <a:rPr lang="en-US" dirty="0"/>
              <a:t>Use our final solution as production system for OOD-robust language ID.</a:t>
            </a:r>
          </a:p>
          <a:p>
            <a:pPr marL="742950" lvl="1" indent="-285750">
              <a:lnSpc>
                <a:spcPts val="2500"/>
              </a:lnSpc>
              <a:buFont typeface="Arial" panose="020B0604020202020204" pitchFamily="34" charset="0"/>
              <a:buChar char="•"/>
            </a:pPr>
            <a:r>
              <a:rPr lang="en-US" dirty="0"/>
              <a:t>Best accuracy–cost trade-off with built-in robustness.</a:t>
            </a:r>
          </a:p>
          <a:p>
            <a:pPr marL="742950" lvl="1" indent="-285750">
              <a:lnSpc>
                <a:spcPts val="2500"/>
              </a:lnSpc>
              <a:buFont typeface="Arial" panose="020B0604020202020204" pitchFamily="34" charset="0"/>
              <a:buChar char="•"/>
            </a:pPr>
            <a:r>
              <a:rPr lang="en-US" dirty="0"/>
              <a:t>Supports 5 languages now; extensible to more with additional fastText models.</a:t>
            </a:r>
          </a:p>
          <a:p>
            <a:pPr>
              <a:lnSpc>
                <a:spcPts val="2500"/>
              </a:lnSpc>
            </a:pPr>
            <a:r>
              <a:rPr lang="en-US" dirty="0"/>
              <a:t>2. </a:t>
            </a:r>
            <a:r>
              <a:rPr lang="en-US" b="1" dirty="0"/>
              <a:t>Secondary baseline: Character n-gram logistic regression </a:t>
            </a:r>
            <a:r>
              <a:rPr lang="en-US" dirty="0"/>
              <a:t>(if fastText models not available)</a:t>
            </a:r>
          </a:p>
          <a:p>
            <a:pPr marL="742950" lvl="1" indent="-285750">
              <a:lnSpc>
                <a:spcPts val="2500"/>
              </a:lnSpc>
              <a:buFont typeface="Arial" panose="020B0604020202020204" pitchFamily="34" charset="0"/>
              <a:buChar char="•"/>
            </a:pPr>
            <a:r>
              <a:rPr lang="en-US" dirty="0"/>
              <a:t>Best accuracy–cost trade-off for in-domain scenarios.</a:t>
            </a:r>
          </a:p>
          <a:p>
            <a:pPr marL="742950" lvl="1" indent="-285750">
              <a:lnSpc>
                <a:spcPts val="2500"/>
              </a:lnSpc>
              <a:buFont typeface="Arial" panose="020B0604020202020204" pitchFamily="34" charset="0"/>
              <a:buChar char="•"/>
            </a:pPr>
            <a:r>
              <a:rPr lang="en-US" dirty="0"/>
              <a:t>Works on CPU, minimal dependencies.</a:t>
            </a:r>
          </a:p>
          <a:p>
            <a:pPr marL="742950" lvl="1" indent="-285750">
              <a:lnSpc>
                <a:spcPts val="2500"/>
              </a:lnSpc>
              <a:buFont typeface="Arial" panose="020B0604020202020204" pitchFamily="34" charset="0"/>
              <a:buChar char="•"/>
            </a:pPr>
            <a:r>
              <a:rPr lang="en-US" dirty="0"/>
              <a:t>Scales to new languages without retraining.</a:t>
            </a:r>
          </a:p>
          <a:p>
            <a:pPr marL="742950" lvl="1" indent="-285750">
              <a:lnSpc>
                <a:spcPts val="2500"/>
              </a:lnSpc>
              <a:buFont typeface="Arial" panose="020B0604020202020204" pitchFamily="34" charset="0"/>
              <a:buChar char="•"/>
            </a:pPr>
            <a:r>
              <a:rPr lang="en-US" dirty="0"/>
              <a:t>Interpretable features (actual character sequences).</a:t>
            </a:r>
          </a:p>
          <a:p>
            <a:pPr>
              <a:lnSpc>
                <a:spcPts val="2500"/>
              </a:lnSpc>
            </a:pPr>
            <a:r>
              <a:rPr lang="en-US" dirty="0"/>
              <a:t>3. </a:t>
            </a:r>
            <a:r>
              <a:rPr lang="en-US" b="1" dirty="0"/>
              <a:t>For domain-shifted data:</a:t>
            </a:r>
          </a:p>
          <a:p>
            <a:pPr marL="742950" lvl="1" indent="-285750">
              <a:lnSpc>
                <a:spcPts val="2500"/>
              </a:lnSpc>
              <a:buFont typeface="Arial" panose="020B0604020202020204" pitchFamily="34" charset="0"/>
              <a:buChar char="•"/>
            </a:pPr>
            <a:r>
              <a:rPr lang="en-US" dirty="0"/>
              <a:t>Use the final solution (fastText + character n-gram ensemble).</a:t>
            </a:r>
          </a:p>
          <a:p>
            <a:pPr marL="742950" lvl="1" indent="-285750">
              <a:lnSpc>
                <a:spcPts val="2500"/>
              </a:lnSpc>
              <a:buFont typeface="Arial" panose="020B0604020202020204" pitchFamily="34" charset="0"/>
              <a:buChar char="•"/>
            </a:pPr>
            <a:r>
              <a:rPr lang="en-US" dirty="0"/>
              <a:t>Or use XLM-R if GPU resources are available and ultra-high robustness is needed.</a:t>
            </a:r>
          </a:p>
          <a:p>
            <a:pPr>
              <a:lnSpc>
                <a:spcPts val="2500"/>
              </a:lnSpc>
            </a:pPr>
            <a:r>
              <a:rPr lang="en-US" dirty="0"/>
              <a:t>4. </a:t>
            </a:r>
            <a:r>
              <a:rPr lang="en-US" b="1" dirty="0"/>
              <a:t>For real-time, low-latency applications:</a:t>
            </a:r>
          </a:p>
          <a:p>
            <a:pPr marL="742950" lvl="1" indent="-285750">
              <a:lnSpc>
                <a:spcPts val="2500"/>
              </a:lnSpc>
              <a:buFont typeface="Arial" panose="020B0604020202020204" pitchFamily="34" charset="0"/>
              <a:buChar char="•"/>
            </a:pPr>
            <a:r>
              <a:rPr lang="en-US" dirty="0"/>
              <a:t>Character n-grams alone (&lt;5 ms per sentence).</a:t>
            </a:r>
          </a:p>
          <a:p>
            <a:pPr marL="742950" lvl="1" indent="-285750">
              <a:lnSpc>
                <a:spcPts val="2500"/>
              </a:lnSpc>
              <a:buFont typeface="Arial" panose="020B0604020202020204" pitchFamily="34" charset="0"/>
              <a:buChar char="•"/>
            </a:pPr>
            <a:r>
              <a:rPr lang="fi-FI" dirty="0"/>
              <a:t>Avoid XLM-R (300+ ms on CPU).</a:t>
            </a:r>
            <a:endParaRPr lang="en-US" dirty="0"/>
          </a:p>
        </p:txBody>
      </p:sp>
    </p:spTree>
    <p:extLst>
      <p:ext uri="{BB962C8B-B14F-4D97-AF65-F5344CB8AC3E}">
        <p14:creationId xmlns:p14="http://schemas.microsoft.com/office/powerpoint/2010/main" val="362804810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E8437D-F28C-3AD7-5019-4C296C31B412}"/>
            </a:ext>
          </a:extLst>
        </p:cNvPr>
        <p:cNvGrpSpPr/>
        <p:nvPr/>
      </p:nvGrpSpPr>
      <p:grpSpPr>
        <a:xfrm>
          <a:off x="0" y="0"/>
          <a:ext cx="0" cy="0"/>
          <a:chOff x="0" y="0"/>
          <a:chExt cx="0" cy="0"/>
        </a:xfrm>
      </p:grpSpPr>
      <p:sp>
        <p:nvSpPr>
          <p:cNvPr id="5" name="Titel 4">
            <a:extLst>
              <a:ext uri="{FF2B5EF4-FFF2-40B4-BE49-F238E27FC236}">
                <a16:creationId xmlns:a16="http://schemas.microsoft.com/office/drawing/2014/main" id="{CA0C8364-E80B-9638-0FCD-4B2A9FC40646}"/>
              </a:ext>
            </a:extLst>
          </p:cNvPr>
          <p:cNvSpPr>
            <a:spLocks noGrp="1"/>
          </p:cNvSpPr>
          <p:nvPr>
            <p:ph type="title"/>
            <p:custDataLst>
              <p:tags r:id="rId1"/>
            </p:custDataLst>
          </p:nvPr>
        </p:nvSpPr>
        <p:spPr>
          <a:xfrm>
            <a:off x="2691483" y="374976"/>
            <a:ext cx="8956435" cy="484500"/>
          </a:xfrm>
        </p:spPr>
        <p:txBody>
          <a:bodyPr/>
          <a:lstStyle/>
          <a:p>
            <a:r>
              <a:rPr lang="en-US" dirty="0"/>
              <a:t>Milestone 1 Summary (Data Preparation)</a:t>
            </a:r>
            <a:endParaRPr lang="de-AT" dirty="0"/>
          </a:p>
        </p:txBody>
      </p:sp>
      <p:sp>
        <p:nvSpPr>
          <p:cNvPr id="2" name="Fußzeilenplatzhalter 1">
            <a:extLst>
              <a:ext uri="{FF2B5EF4-FFF2-40B4-BE49-F238E27FC236}">
                <a16:creationId xmlns:a16="http://schemas.microsoft.com/office/drawing/2014/main" id="{0E4C84CB-5951-FF64-C52D-4C232E3CE12C}"/>
              </a:ext>
            </a:extLst>
          </p:cNvPr>
          <p:cNvSpPr>
            <a:spLocks noGrp="1"/>
          </p:cNvSpPr>
          <p:nvPr>
            <p:ph type="ftr" sz="quarter" idx="14"/>
            <p:custDataLst>
              <p:tags r:id="rId2"/>
            </p:custDataLst>
          </p:nvPr>
        </p:nvSpPr>
        <p:spPr>
          <a:xfrm>
            <a:off x="461963" y="6385768"/>
            <a:ext cx="10134600" cy="288000"/>
          </a:xfrm>
        </p:spPr>
        <p:txBody>
          <a:bodyPr/>
          <a:lstStyle/>
          <a:p>
            <a:r>
              <a:rPr lang="en-US" dirty="0"/>
              <a:t>Final Presentation Group 7</a:t>
            </a:r>
            <a:r>
              <a:rPr lang="de-AT" dirty="0"/>
              <a:t> | 16th January 2026</a:t>
            </a:r>
          </a:p>
        </p:txBody>
      </p:sp>
      <p:sp>
        <p:nvSpPr>
          <p:cNvPr id="4" name="Foliennummernplatzhalter 3">
            <a:extLst>
              <a:ext uri="{FF2B5EF4-FFF2-40B4-BE49-F238E27FC236}">
                <a16:creationId xmlns:a16="http://schemas.microsoft.com/office/drawing/2014/main" id="{C79F28F5-0E97-D537-A107-682DA6E3F862}"/>
              </a:ext>
            </a:extLst>
          </p:cNvPr>
          <p:cNvSpPr>
            <a:spLocks noGrp="1"/>
          </p:cNvSpPr>
          <p:nvPr>
            <p:ph type="sldNum" sz="quarter" idx="15"/>
            <p:custDataLst>
              <p:tags r:id="rId3"/>
            </p:custDataLst>
          </p:nvPr>
        </p:nvSpPr>
        <p:spPr>
          <a:xfrm>
            <a:off x="10885488" y="6385768"/>
            <a:ext cx="827086" cy="288000"/>
          </a:xfrm>
        </p:spPr>
        <p:txBody>
          <a:bodyPr/>
          <a:lstStyle/>
          <a:p>
            <a:fld id="{418F7AD7-DC47-44A0-A9D7-F1C17BFD6F09}" type="slidenum">
              <a:rPr lang="de-AT" smtClean="0"/>
              <a:pPr/>
              <a:t>15</a:t>
            </a:fld>
            <a:endParaRPr lang="de-AT" dirty="0"/>
          </a:p>
        </p:txBody>
      </p:sp>
      <p:sp>
        <p:nvSpPr>
          <p:cNvPr id="7" name="TextBox 6">
            <a:extLst>
              <a:ext uri="{FF2B5EF4-FFF2-40B4-BE49-F238E27FC236}">
                <a16:creationId xmlns:a16="http://schemas.microsoft.com/office/drawing/2014/main" id="{017E35BF-35DD-145B-A97B-FB0FF0B69E9D}"/>
              </a:ext>
            </a:extLst>
          </p:cNvPr>
          <p:cNvSpPr txBox="1"/>
          <p:nvPr/>
        </p:nvSpPr>
        <p:spPr>
          <a:xfrm>
            <a:off x="0" y="1168608"/>
            <a:ext cx="12191999" cy="5035353"/>
          </a:xfrm>
          <a:prstGeom prst="rect">
            <a:avLst/>
          </a:prstGeom>
          <a:noFill/>
        </p:spPr>
        <p:txBody>
          <a:bodyPr wrap="square">
            <a:spAutoFit/>
          </a:bodyPr>
          <a:lstStyle/>
          <a:p>
            <a:pPr algn="l">
              <a:lnSpc>
                <a:spcPct val="150000"/>
              </a:lnSpc>
            </a:pPr>
            <a:r>
              <a:rPr lang="en-US" sz="1800" b="1" i="0" u="none" strike="noStrike" baseline="0" dirty="0">
                <a:latin typeface="LMRoman10-Bold-Identity-H"/>
              </a:rPr>
              <a:t>The pipeline: </a:t>
            </a:r>
          </a:p>
          <a:p>
            <a:pPr marL="285750" indent="-285750" algn="l">
              <a:lnSpc>
                <a:spcPct val="150000"/>
              </a:lnSpc>
              <a:buFontTx/>
              <a:buChar char="-"/>
            </a:pPr>
            <a:r>
              <a:rPr lang="en-US" sz="1800" b="0" i="0" u="none" strike="noStrike" baseline="0" dirty="0">
                <a:latin typeface="LMRoman10-Regular-Identity-H"/>
              </a:rPr>
              <a:t>Data source: “Hugging Face </a:t>
            </a:r>
            <a:r>
              <a:rPr lang="en-US" sz="1800" b="0" i="0" u="none" strike="noStrike" baseline="0" dirty="0">
                <a:latin typeface="LMMono10-Regular-Identity-H"/>
              </a:rPr>
              <a:t>wikimedia/wikipedia </a:t>
            </a:r>
            <a:r>
              <a:rPr lang="en-US" sz="1800" b="0" i="0" u="none" strike="noStrike" baseline="0" dirty="0">
                <a:latin typeface="LMRoman10-Regular-Identity-H"/>
              </a:rPr>
              <a:t>dataset—publicly available, reproducible.” </a:t>
            </a:r>
          </a:p>
          <a:p>
            <a:pPr marL="285750" indent="-285750" algn="l">
              <a:lnSpc>
                <a:spcPct val="150000"/>
              </a:lnSpc>
              <a:buFontTx/>
              <a:buChar char="-"/>
            </a:pPr>
            <a:r>
              <a:rPr lang="en-US" sz="1800" b="0" i="0" u="none" strike="noStrike" baseline="0" dirty="0">
                <a:latin typeface="LMRoman10-Regular-Identity-H"/>
              </a:rPr>
              <a:t>Processing: “We used Stanza (a dependency parser) to annotate sentences with tokens, lemmas, POS (Part-of-Speech) tags, and dependency heads. When Stanza did not support a language, we fell back to heuristic tokenization and generic POS tags.” </a:t>
            </a:r>
          </a:p>
          <a:p>
            <a:pPr marL="285750" indent="-285750" algn="l">
              <a:lnSpc>
                <a:spcPct val="150000"/>
              </a:lnSpc>
              <a:buFontTx/>
              <a:buChar char="-"/>
            </a:pPr>
            <a:r>
              <a:rPr lang="en-US" sz="1800" b="0" i="0" u="none" strike="noStrike" baseline="0" dirty="0">
                <a:latin typeface="LMRoman10-Regular-Identity-H"/>
              </a:rPr>
              <a:t>Output format: “CoNLL-U, a standard format for linguistic annotations. This ensures downstream tools (taggers, parsers) can plug in seamlessly.” </a:t>
            </a:r>
          </a:p>
          <a:p>
            <a:pPr marL="285750" indent="-285750" algn="l">
              <a:lnSpc>
                <a:spcPct val="150000"/>
              </a:lnSpc>
              <a:buFontTx/>
              <a:buChar char="-"/>
            </a:pPr>
            <a:r>
              <a:rPr lang="en-US" sz="1800" b="0" i="0" u="none" strike="noStrike" baseline="0" dirty="0">
                <a:latin typeface="LMRoman10-Regular-Identity-H"/>
              </a:rPr>
              <a:t>Balanced dataset: “We extracted 10,000 sentences per language (approximately 400 per language for the evaluation set), ensuring balanced evaluation.”</a:t>
            </a:r>
          </a:p>
          <a:p>
            <a:pPr>
              <a:lnSpc>
                <a:spcPct val="150000"/>
              </a:lnSpc>
            </a:pPr>
            <a:r>
              <a:rPr lang="en-US" b="1" dirty="0">
                <a:latin typeface="LMRoman10-Bold-Identity-H"/>
              </a:rPr>
              <a:t>Key achievements of Milestone 1: </a:t>
            </a:r>
          </a:p>
          <a:p>
            <a:pPr marL="285750" indent="-285750">
              <a:lnSpc>
                <a:spcPct val="150000"/>
              </a:lnSpc>
              <a:buFontTx/>
              <a:buChar char="-"/>
            </a:pPr>
            <a:r>
              <a:rPr lang="en-US" dirty="0">
                <a:latin typeface="LMRoman10-Regular-Identity-H"/>
              </a:rPr>
              <a:t>Reproducible pipeline (Python script, published on GitHub). </a:t>
            </a:r>
          </a:p>
          <a:p>
            <a:pPr marL="285750" indent="-285750">
              <a:lnSpc>
                <a:spcPct val="150000"/>
              </a:lnSpc>
              <a:buFontTx/>
              <a:buChar char="-"/>
            </a:pPr>
            <a:r>
              <a:rPr lang="en-US" dirty="0">
                <a:latin typeface="LMRoman10-Regular-Identity-H"/>
              </a:rPr>
              <a:t>10 languages, balanced representation. </a:t>
            </a:r>
          </a:p>
          <a:p>
            <a:pPr marL="285750" indent="-285750">
              <a:lnSpc>
                <a:spcPct val="150000"/>
              </a:lnSpc>
              <a:buFontTx/>
              <a:buChar char="-"/>
            </a:pPr>
            <a:r>
              <a:rPr lang="en-US" dirty="0">
                <a:latin typeface="LMRoman10-Regular-Identity-H"/>
              </a:rPr>
              <a:t>Two annotation strategies (Stanza + heuristic fallback) for robustness.</a:t>
            </a:r>
          </a:p>
        </p:txBody>
      </p:sp>
    </p:spTree>
    <p:extLst>
      <p:ext uri="{BB962C8B-B14F-4D97-AF65-F5344CB8AC3E}">
        <p14:creationId xmlns:p14="http://schemas.microsoft.com/office/powerpoint/2010/main" val="277573723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C894C1-00BC-17CA-D133-7FF28A24F386}"/>
            </a:ext>
          </a:extLst>
        </p:cNvPr>
        <p:cNvGrpSpPr/>
        <p:nvPr/>
      </p:nvGrpSpPr>
      <p:grpSpPr>
        <a:xfrm>
          <a:off x="0" y="0"/>
          <a:ext cx="0" cy="0"/>
          <a:chOff x="0" y="0"/>
          <a:chExt cx="0" cy="0"/>
        </a:xfrm>
      </p:grpSpPr>
      <p:sp>
        <p:nvSpPr>
          <p:cNvPr id="5" name="Titel 4">
            <a:extLst>
              <a:ext uri="{FF2B5EF4-FFF2-40B4-BE49-F238E27FC236}">
                <a16:creationId xmlns:a16="http://schemas.microsoft.com/office/drawing/2014/main" id="{A944AD8A-8F3D-D83D-20AC-AAEDC3537C64}"/>
              </a:ext>
            </a:extLst>
          </p:cNvPr>
          <p:cNvSpPr>
            <a:spLocks noGrp="1"/>
          </p:cNvSpPr>
          <p:nvPr>
            <p:ph type="title"/>
            <p:custDataLst>
              <p:tags r:id="rId1"/>
            </p:custDataLst>
          </p:nvPr>
        </p:nvSpPr>
        <p:spPr>
          <a:xfrm>
            <a:off x="2691483" y="374976"/>
            <a:ext cx="9170080" cy="484500"/>
          </a:xfrm>
        </p:spPr>
        <p:txBody>
          <a:bodyPr/>
          <a:lstStyle/>
          <a:p>
            <a:r>
              <a:rPr lang="en-US" dirty="0"/>
              <a:t>Milestone 2 Summary (Baselines &amp; Evaluation)</a:t>
            </a:r>
            <a:endParaRPr lang="de-AT" dirty="0"/>
          </a:p>
        </p:txBody>
      </p:sp>
      <p:sp>
        <p:nvSpPr>
          <p:cNvPr id="2" name="Fußzeilenplatzhalter 1">
            <a:extLst>
              <a:ext uri="{FF2B5EF4-FFF2-40B4-BE49-F238E27FC236}">
                <a16:creationId xmlns:a16="http://schemas.microsoft.com/office/drawing/2014/main" id="{3395DF48-4CC4-55E4-7441-F37B1AAC90BF}"/>
              </a:ext>
            </a:extLst>
          </p:cNvPr>
          <p:cNvSpPr>
            <a:spLocks noGrp="1"/>
          </p:cNvSpPr>
          <p:nvPr>
            <p:ph type="ftr" sz="quarter" idx="14"/>
            <p:custDataLst>
              <p:tags r:id="rId2"/>
            </p:custDataLst>
          </p:nvPr>
        </p:nvSpPr>
        <p:spPr>
          <a:xfrm>
            <a:off x="461963" y="6385768"/>
            <a:ext cx="10134600" cy="288000"/>
          </a:xfrm>
        </p:spPr>
        <p:txBody>
          <a:bodyPr/>
          <a:lstStyle/>
          <a:p>
            <a:r>
              <a:rPr lang="en-US" dirty="0"/>
              <a:t>Final Presentation Group 7</a:t>
            </a:r>
            <a:r>
              <a:rPr lang="de-AT" dirty="0"/>
              <a:t> | 16th January 2026</a:t>
            </a:r>
          </a:p>
        </p:txBody>
      </p:sp>
      <p:sp>
        <p:nvSpPr>
          <p:cNvPr id="4" name="Foliennummernplatzhalter 3">
            <a:extLst>
              <a:ext uri="{FF2B5EF4-FFF2-40B4-BE49-F238E27FC236}">
                <a16:creationId xmlns:a16="http://schemas.microsoft.com/office/drawing/2014/main" id="{906997B7-DAE9-F586-4099-CB9AD04213C4}"/>
              </a:ext>
            </a:extLst>
          </p:cNvPr>
          <p:cNvSpPr>
            <a:spLocks noGrp="1"/>
          </p:cNvSpPr>
          <p:nvPr>
            <p:ph type="sldNum" sz="quarter" idx="15"/>
            <p:custDataLst>
              <p:tags r:id="rId3"/>
            </p:custDataLst>
          </p:nvPr>
        </p:nvSpPr>
        <p:spPr>
          <a:xfrm>
            <a:off x="10885488" y="6385768"/>
            <a:ext cx="827086" cy="288000"/>
          </a:xfrm>
        </p:spPr>
        <p:txBody>
          <a:bodyPr/>
          <a:lstStyle/>
          <a:p>
            <a:fld id="{418F7AD7-DC47-44A0-A9D7-F1C17BFD6F09}" type="slidenum">
              <a:rPr lang="de-AT" smtClean="0"/>
              <a:pPr/>
              <a:t>16</a:t>
            </a:fld>
            <a:endParaRPr lang="de-AT" dirty="0"/>
          </a:p>
        </p:txBody>
      </p:sp>
      <p:sp>
        <p:nvSpPr>
          <p:cNvPr id="6" name="TextBox 5">
            <a:extLst>
              <a:ext uri="{FF2B5EF4-FFF2-40B4-BE49-F238E27FC236}">
                <a16:creationId xmlns:a16="http://schemas.microsoft.com/office/drawing/2014/main" id="{DC45AE9E-BE1A-E8C6-697F-C1CAF600A527}"/>
              </a:ext>
            </a:extLst>
          </p:cNvPr>
          <p:cNvSpPr txBox="1"/>
          <p:nvPr/>
        </p:nvSpPr>
        <p:spPr>
          <a:xfrm>
            <a:off x="152400" y="1158091"/>
            <a:ext cx="11887199" cy="5033557"/>
          </a:xfrm>
          <a:prstGeom prst="rect">
            <a:avLst/>
          </a:prstGeom>
          <a:noFill/>
        </p:spPr>
        <p:txBody>
          <a:bodyPr wrap="square">
            <a:spAutoFit/>
          </a:bodyPr>
          <a:lstStyle/>
          <a:p>
            <a:pPr algn="l">
              <a:lnSpc>
                <a:spcPct val="150000"/>
              </a:lnSpc>
            </a:pPr>
            <a:r>
              <a:rPr lang="en-US" sz="1800" b="1" i="0" u="none" strike="noStrike" baseline="0" dirty="0">
                <a:latin typeface="LMRoman10-Bold-Identity-H"/>
              </a:rPr>
              <a:t>What Milestone 2 delivered: </a:t>
            </a:r>
          </a:p>
          <a:p>
            <a:pPr marL="285750" indent="-285750" algn="l">
              <a:lnSpc>
                <a:spcPct val="150000"/>
              </a:lnSpc>
              <a:buFontTx/>
              <a:buChar char="-"/>
            </a:pPr>
            <a:r>
              <a:rPr lang="en-US" sz="1800" b="0" i="0" u="none" strike="noStrike" baseline="0" dirty="0">
                <a:latin typeface="LMRoman10-Regular-Identity-H"/>
              </a:rPr>
              <a:t>“Three baseline systems, each representing a different point on the accuracy–cost–interpretability trade-off.”</a:t>
            </a:r>
          </a:p>
          <a:p>
            <a:pPr marL="285750" indent="-285750" algn="l">
              <a:lnSpc>
                <a:spcPct val="150000"/>
              </a:lnSpc>
              <a:buFontTx/>
              <a:buChar char="-"/>
            </a:pPr>
            <a:r>
              <a:rPr lang="en-US" sz="1800" b="0" i="0" u="none" strike="noStrike" baseline="0" dirty="0">
                <a:latin typeface="LMRoman10-Regular-Identity-H"/>
              </a:rPr>
              <a:t>Rule-based: interpretable, cheap, limited ceiling (89%). </a:t>
            </a:r>
          </a:p>
          <a:p>
            <a:pPr marL="285750" indent="-285750" algn="l">
              <a:lnSpc>
                <a:spcPct val="150000"/>
              </a:lnSpc>
              <a:buFontTx/>
              <a:buChar char="-"/>
            </a:pPr>
            <a:r>
              <a:rPr lang="en-US" sz="1800" b="0" i="0" u="none" strike="noStrike" baseline="0" dirty="0">
                <a:latin typeface="LMRoman10-Regular-Identity-H"/>
              </a:rPr>
              <a:t>Character n-grams: strong accuracy (96.8%), lightweight, scales to new languages. </a:t>
            </a:r>
          </a:p>
          <a:p>
            <a:pPr marL="285750" indent="-285750" algn="l">
              <a:lnSpc>
                <a:spcPct val="150000"/>
              </a:lnSpc>
              <a:buFontTx/>
              <a:buChar char="-"/>
            </a:pPr>
            <a:r>
              <a:rPr lang="en-US" sz="1800" b="0" i="0" u="none" strike="noStrike" baseline="0" dirty="0">
                <a:latin typeface="LMRoman10-Regular-Identity-H"/>
              </a:rPr>
              <a:t>XLM-R: highest potential (96.6%), but compute-heavy.</a:t>
            </a:r>
          </a:p>
          <a:p>
            <a:pPr algn="l">
              <a:lnSpc>
                <a:spcPct val="150000"/>
              </a:lnSpc>
            </a:pPr>
            <a:r>
              <a:rPr lang="en-US" sz="1800" b="1" i="0" u="none" strike="noStrike" baseline="0" dirty="0">
                <a:latin typeface="LMRoman10-Bold-Identity-H"/>
              </a:rPr>
              <a:t>Evaluation protocol: </a:t>
            </a:r>
          </a:p>
          <a:p>
            <a:pPr marL="285750" indent="-285750" algn="l">
              <a:lnSpc>
                <a:spcPct val="150000"/>
              </a:lnSpc>
              <a:buFontTx/>
              <a:buChar char="-"/>
            </a:pPr>
            <a:r>
              <a:rPr lang="en-US" sz="1800" b="0" i="0" u="none" strike="noStrike" baseline="0" dirty="0">
                <a:latin typeface="LMRoman10-Regular-Identity-H"/>
              </a:rPr>
              <a:t>In-domain: 4,000 held-out Wikipedia sentences (400 per language), evaluated with accuracy, precision, recall, F1.</a:t>
            </a:r>
          </a:p>
          <a:p>
            <a:pPr marL="285750" indent="-285750" algn="l">
              <a:lnSpc>
                <a:spcPct val="150000"/>
              </a:lnSpc>
              <a:buFontTx/>
              <a:buChar char="-"/>
            </a:pPr>
            <a:r>
              <a:rPr lang="en-US" sz="1800" b="0" i="0" u="none" strike="noStrike" baseline="0" dirty="0">
                <a:latin typeface="LMRoman10-Regular-Identity-H"/>
              </a:rPr>
              <a:t>Per-class analysis: We did not just report overall numbers; we looked at each language individually.</a:t>
            </a:r>
          </a:p>
          <a:p>
            <a:pPr marL="285750" indent="-285750" algn="l">
              <a:lnSpc>
                <a:spcPct val="150000"/>
              </a:lnSpc>
              <a:buFontTx/>
              <a:buChar char="-"/>
            </a:pPr>
            <a:r>
              <a:rPr lang="en-US" sz="1800" b="0" i="0" u="none" strike="noStrike" baseline="0" dirty="0">
                <a:latin typeface="LMRoman10-Regular-Identity-H"/>
              </a:rPr>
              <a:t>Confusion matrices: We visualized where errors cluster (e.g., Latin-script overlap).</a:t>
            </a:r>
          </a:p>
          <a:p>
            <a:pPr algn="l">
              <a:lnSpc>
                <a:spcPct val="150000"/>
              </a:lnSpc>
            </a:pPr>
            <a:r>
              <a:rPr lang="en-US" sz="1800" b="1" i="0" u="none" strike="noStrike" baseline="0" dirty="0">
                <a:latin typeface="LMRoman10-Bold-Identity-H"/>
              </a:rPr>
              <a:t>Qualitative analysis: </a:t>
            </a:r>
          </a:p>
          <a:p>
            <a:pPr marL="285750" indent="-285750" algn="l">
              <a:lnSpc>
                <a:spcPct val="150000"/>
              </a:lnSpc>
              <a:buFontTx/>
              <a:buChar char="-"/>
            </a:pPr>
            <a:r>
              <a:rPr lang="en-US" sz="1800" b="0" i="0" u="none" strike="noStrike" baseline="0" dirty="0">
                <a:latin typeface="LMRoman10-Regular-Identity-H"/>
              </a:rPr>
              <a:t>“We looked at failing cases and asked: why did the model fail?</a:t>
            </a:r>
          </a:p>
          <a:p>
            <a:pPr marL="285750" indent="-285750" algn="l">
              <a:lnSpc>
                <a:spcPct val="150000"/>
              </a:lnSpc>
              <a:buFontTx/>
              <a:buChar char="-"/>
            </a:pPr>
            <a:r>
              <a:rPr lang="en-US" sz="1800" b="0" i="0" u="none" strike="noStrike" baseline="0" dirty="0">
                <a:latin typeface="LMRoman10-Regular-Identity-H"/>
              </a:rPr>
              <a:t>Outcome: “Systematic errors revealed linguistic patterns (script, morphology, orthography), which informed final  solution”</a:t>
            </a:r>
            <a:endParaRPr lang="en-US" dirty="0"/>
          </a:p>
        </p:txBody>
      </p:sp>
    </p:spTree>
    <p:extLst>
      <p:ext uri="{BB962C8B-B14F-4D97-AF65-F5344CB8AC3E}">
        <p14:creationId xmlns:p14="http://schemas.microsoft.com/office/powerpoint/2010/main" val="286121819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6A90E1-F3C3-51D2-AB28-DD9FD716288A}"/>
            </a:ext>
          </a:extLst>
        </p:cNvPr>
        <p:cNvGrpSpPr/>
        <p:nvPr/>
      </p:nvGrpSpPr>
      <p:grpSpPr>
        <a:xfrm>
          <a:off x="0" y="0"/>
          <a:ext cx="0" cy="0"/>
          <a:chOff x="0" y="0"/>
          <a:chExt cx="0" cy="0"/>
        </a:xfrm>
      </p:grpSpPr>
      <p:sp>
        <p:nvSpPr>
          <p:cNvPr id="5" name="Titel 4">
            <a:extLst>
              <a:ext uri="{FF2B5EF4-FFF2-40B4-BE49-F238E27FC236}">
                <a16:creationId xmlns:a16="http://schemas.microsoft.com/office/drawing/2014/main" id="{B71D5E84-5223-07C7-E5DF-DB5DE7828540}"/>
              </a:ext>
            </a:extLst>
          </p:cNvPr>
          <p:cNvSpPr>
            <a:spLocks noGrp="1"/>
          </p:cNvSpPr>
          <p:nvPr>
            <p:ph type="title"/>
            <p:custDataLst>
              <p:tags r:id="rId1"/>
            </p:custDataLst>
          </p:nvPr>
        </p:nvSpPr>
        <p:spPr>
          <a:xfrm>
            <a:off x="2691483" y="374976"/>
            <a:ext cx="7221638" cy="484500"/>
          </a:xfrm>
        </p:spPr>
        <p:txBody>
          <a:bodyPr/>
          <a:lstStyle/>
          <a:p>
            <a:r>
              <a:rPr lang="en-US" dirty="0"/>
              <a:t>Question 1 Summary (fastText OOD)</a:t>
            </a:r>
            <a:endParaRPr lang="de-AT" dirty="0"/>
          </a:p>
        </p:txBody>
      </p:sp>
      <p:sp>
        <p:nvSpPr>
          <p:cNvPr id="2" name="Fußzeilenplatzhalter 1">
            <a:extLst>
              <a:ext uri="{FF2B5EF4-FFF2-40B4-BE49-F238E27FC236}">
                <a16:creationId xmlns:a16="http://schemas.microsoft.com/office/drawing/2014/main" id="{4760578B-10D9-A009-3C93-BF3C92A78306}"/>
              </a:ext>
            </a:extLst>
          </p:cNvPr>
          <p:cNvSpPr>
            <a:spLocks noGrp="1"/>
          </p:cNvSpPr>
          <p:nvPr>
            <p:ph type="ftr" sz="quarter" idx="14"/>
            <p:custDataLst>
              <p:tags r:id="rId2"/>
            </p:custDataLst>
          </p:nvPr>
        </p:nvSpPr>
        <p:spPr>
          <a:xfrm>
            <a:off x="461963" y="6385768"/>
            <a:ext cx="10134600" cy="288000"/>
          </a:xfrm>
        </p:spPr>
        <p:txBody>
          <a:bodyPr/>
          <a:lstStyle/>
          <a:p>
            <a:r>
              <a:rPr lang="en-US" dirty="0"/>
              <a:t>Final Presentation Group 7</a:t>
            </a:r>
            <a:r>
              <a:rPr lang="de-AT" dirty="0"/>
              <a:t> | 16th January 2026</a:t>
            </a:r>
          </a:p>
        </p:txBody>
      </p:sp>
      <p:sp>
        <p:nvSpPr>
          <p:cNvPr id="4" name="Foliennummernplatzhalter 3">
            <a:extLst>
              <a:ext uri="{FF2B5EF4-FFF2-40B4-BE49-F238E27FC236}">
                <a16:creationId xmlns:a16="http://schemas.microsoft.com/office/drawing/2014/main" id="{9A863AB1-00E6-6796-2824-C922024B14BC}"/>
              </a:ext>
            </a:extLst>
          </p:cNvPr>
          <p:cNvSpPr>
            <a:spLocks noGrp="1"/>
          </p:cNvSpPr>
          <p:nvPr>
            <p:ph type="sldNum" sz="quarter" idx="15"/>
            <p:custDataLst>
              <p:tags r:id="rId3"/>
            </p:custDataLst>
          </p:nvPr>
        </p:nvSpPr>
        <p:spPr>
          <a:xfrm>
            <a:off x="10885488" y="6385768"/>
            <a:ext cx="827086" cy="288000"/>
          </a:xfrm>
        </p:spPr>
        <p:txBody>
          <a:bodyPr/>
          <a:lstStyle/>
          <a:p>
            <a:fld id="{418F7AD7-DC47-44A0-A9D7-F1C17BFD6F09}" type="slidenum">
              <a:rPr lang="de-AT" smtClean="0"/>
              <a:pPr/>
              <a:t>17</a:t>
            </a:fld>
            <a:endParaRPr lang="de-AT" dirty="0"/>
          </a:p>
        </p:txBody>
      </p:sp>
      <p:sp>
        <p:nvSpPr>
          <p:cNvPr id="7" name="TextBox 6">
            <a:extLst>
              <a:ext uri="{FF2B5EF4-FFF2-40B4-BE49-F238E27FC236}">
                <a16:creationId xmlns:a16="http://schemas.microsoft.com/office/drawing/2014/main" id="{9103E8C2-67D5-029F-63CE-3E6B3723F78B}"/>
              </a:ext>
            </a:extLst>
          </p:cNvPr>
          <p:cNvSpPr txBox="1"/>
          <p:nvPr/>
        </p:nvSpPr>
        <p:spPr>
          <a:xfrm>
            <a:off x="109671" y="1260846"/>
            <a:ext cx="11972658" cy="4524315"/>
          </a:xfrm>
          <a:prstGeom prst="rect">
            <a:avLst/>
          </a:prstGeom>
          <a:noFill/>
        </p:spPr>
        <p:txBody>
          <a:bodyPr wrap="square">
            <a:spAutoFit/>
          </a:bodyPr>
          <a:lstStyle/>
          <a:p>
            <a:pPr algn="l"/>
            <a:r>
              <a:rPr lang="en-US" sz="1800" b="1" i="0" u="none" strike="noStrike" baseline="0" dirty="0">
                <a:latin typeface="LMRoman10-Bold-Identity-H"/>
              </a:rPr>
              <a:t>The Q1 hypothesis: </a:t>
            </a:r>
          </a:p>
          <a:p>
            <a:pPr marL="285750" indent="-285750" algn="l">
              <a:buFontTx/>
              <a:buChar char="-"/>
            </a:pPr>
            <a:r>
              <a:rPr lang="en-US" sz="1800" b="0" i="0" u="none" strike="noStrike" baseline="0" dirty="0">
                <a:latin typeface="LMRoman10-Regular-Identity-H"/>
              </a:rPr>
              <a:t>“We asked: are pretrained word embeddings (fastText) a safe, lightweight, non-deep-learning baseline for multilingual language ID?”</a:t>
            </a:r>
          </a:p>
          <a:p>
            <a:pPr marL="285750" indent="-285750" algn="l">
              <a:buFontTx/>
              <a:buChar char="-"/>
            </a:pPr>
            <a:r>
              <a:rPr lang="en-US" sz="1800" b="0" i="0" u="none" strike="noStrike" baseline="0" dirty="0">
                <a:latin typeface="LMRoman10-Regular-Identity-H"/>
              </a:rPr>
              <a:t>Hypothesis: “Probably not—embeddings rely on vocabulary, and vocabulary does not transfer across domains.”</a:t>
            </a:r>
          </a:p>
          <a:p>
            <a:pPr algn="l"/>
            <a:endParaRPr lang="en-US" sz="1800" b="1" i="0" u="none" strike="noStrike" baseline="0" dirty="0">
              <a:latin typeface="LMRoman10-Bold-Identity-H"/>
            </a:endParaRPr>
          </a:p>
          <a:p>
            <a:pPr algn="l"/>
            <a:r>
              <a:rPr lang="en-US" sz="1800" b="1" i="0" u="none" strike="noStrike" baseline="0" dirty="0">
                <a:latin typeface="LMRoman10-Bold-Identity-H"/>
              </a:rPr>
              <a:t>The experiment: </a:t>
            </a:r>
          </a:p>
          <a:p>
            <a:pPr marL="285750" indent="-285750" algn="l">
              <a:buFontTx/>
              <a:buChar char="-"/>
            </a:pPr>
            <a:r>
              <a:rPr lang="en-US" sz="1800" b="0" i="0" u="none" strike="noStrike" baseline="0" dirty="0">
                <a:latin typeface="LMRoman10-Regular-Identity-H"/>
              </a:rPr>
              <a:t>In-domain accuracy: 99.8% on Wikipedia (near-perfect). </a:t>
            </a:r>
          </a:p>
          <a:p>
            <a:pPr marL="285750" indent="-285750" algn="l">
              <a:buFontTx/>
              <a:buChar char="-"/>
            </a:pPr>
            <a:r>
              <a:rPr lang="en-US" sz="1800" b="0" i="0" u="none" strike="noStrike" baseline="0" dirty="0">
                <a:latin typeface="LMRoman10-Regular-Identity-H"/>
              </a:rPr>
              <a:t>Out-of-domain accuracy: 98.63% on hate-speech/social-media (only 1.17 point drop, so it </a:t>
            </a:r>
            <a:r>
              <a:rPr lang="en-US" sz="1800" b="0" i="1" u="none" strike="noStrike" baseline="0" dirty="0">
                <a:latin typeface="LMRoman10-Italic-Identity-H"/>
              </a:rPr>
              <a:t>seemed </a:t>
            </a:r>
            <a:r>
              <a:rPr lang="en-US" sz="1800" b="0" i="0" u="none" strike="noStrike" baseline="0" dirty="0">
                <a:latin typeface="LMRoman10-Regular-Identity-H"/>
              </a:rPr>
              <a:t>safe). </a:t>
            </a:r>
          </a:p>
          <a:p>
            <a:pPr marL="285750" indent="-285750" algn="l">
              <a:buFontTx/>
              <a:buChar char="-"/>
            </a:pPr>
            <a:r>
              <a:rPr lang="en-US" sz="1800" b="0" i="0" u="none" strike="noStrike" baseline="0" dirty="0">
                <a:latin typeface="LMRoman10-Regular-Identity-H"/>
              </a:rPr>
              <a:t>But drilling deeper: OOV rates of 24–38% for some languages, and per-language F1 scores revealed hidden failures (Yoruba at 0.50 F1).</a:t>
            </a:r>
          </a:p>
          <a:p>
            <a:pPr marL="285750" indent="-285750" algn="l">
              <a:buFontTx/>
              <a:buChar char="-"/>
            </a:pPr>
            <a:endParaRPr lang="en-US" sz="1800" b="0" i="0" u="none" strike="noStrike" baseline="0" dirty="0">
              <a:latin typeface="LMRoman10-Regular-Identity-H"/>
            </a:endParaRPr>
          </a:p>
          <a:p>
            <a:pPr algn="l"/>
            <a:r>
              <a:rPr lang="en-US" sz="1800" b="1" i="0" u="none" strike="noStrike" baseline="0" dirty="0">
                <a:latin typeface="LMRoman10-Bold-Identity-H"/>
              </a:rPr>
              <a:t>The finding: </a:t>
            </a:r>
          </a:p>
          <a:p>
            <a:pPr algn="l"/>
            <a:r>
              <a:rPr lang="en-US" sz="1800" b="0" i="0" u="none" strike="noStrike" baseline="0" dirty="0">
                <a:latin typeface="LMRoman10-Regular-Identity-H"/>
              </a:rPr>
              <a:t>- “Headline metrics mask fragility. fastText is vulnerable to OOV and domain shift, especially for low-resource languages.”</a:t>
            </a:r>
          </a:p>
          <a:p>
            <a:pPr algn="l"/>
            <a:endParaRPr lang="en-US" sz="1800" b="1" i="0" u="none" strike="noStrike" baseline="0" dirty="0">
              <a:latin typeface="LMRoman10-Bold-Identity-H"/>
            </a:endParaRPr>
          </a:p>
          <a:p>
            <a:pPr algn="l"/>
            <a:r>
              <a:rPr lang="en-US" sz="1800" b="1" i="0" u="none" strike="noStrike" baseline="0" dirty="0">
                <a:latin typeface="LMRoman10-Bold-Identity-H"/>
              </a:rPr>
              <a:t>The lesson: </a:t>
            </a:r>
            <a:r>
              <a:rPr lang="en-US" sz="1800" b="0" i="0" u="none" strike="noStrike" baseline="0" dirty="0">
                <a:latin typeface="LMRoman10-Regular-Identity-H"/>
              </a:rPr>
              <a:t>“When deploying embeddings for language ID, do not rely on overall accuracy. Check per-language metrics, monitor OOV rates, and pair embeddings with character-level backups.”</a:t>
            </a:r>
            <a:endParaRPr lang="en-US" dirty="0"/>
          </a:p>
        </p:txBody>
      </p:sp>
    </p:spTree>
    <p:extLst>
      <p:ext uri="{BB962C8B-B14F-4D97-AF65-F5344CB8AC3E}">
        <p14:creationId xmlns:p14="http://schemas.microsoft.com/office/powerpoint/2010/main" val="220686361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EB2DF4-94D7-D710-E219-5B93C1F4935B}"/>
            </a:ext>
          </a:extLst>
        </p:cNvPr>
        <p:cNvGrpSpPr/>
        <p:nvPr/>
      </p:nvGrpSpPr>
      <p:grpSpPr>
        <a:xfrm>
          <a:off x="0" y="0"/>
          <a:ext cx="0" cy="0"/>
          <a:chOff x="0" y="0"/>
          <a:chExt cx="0" cy="0"/>
        </a:xfrm>
      </p:grpSpPr>
      <p:sp>
        <p:nvSpPr>
          <p:cNvPr id="5" name="Titel 4">
            <a:extLst>
              <a:ext uri="{FF2B5EF4-FFF2-40B4-BE49-F238E27FC236}">
                <a16:creationId xmlns:a16="http://schemas.microsoft.com/office/drawing/2014/main" id="{A69DA9BA-4295-36EB-F051-FA6EABEFBC2E}"/>
              </a:ext>
            </a:extLst>
          </p:cNvPr>
          <p:cNvSpPr>
            <a:spLocks noGrp="1"/>
          </p:cNvSpPr>
          <p:nvPr>
            <p:ph type="title"/>
            <p:custDataLst>
              <p:tags r:id="rId1"/>
            </p:custDataLst>
          </p:nvPr>
        </p:nvSpPr>
        <p:spPr>
          <a:xfrm>
            <a:off x="2444885" y="472232"/>
            <a:ext cx="9747115" cy="484500"/>
          </a:xfrm>
        </p:spPr>
        <p:txBody>
          <a:bodyPr/>
          <a:lstStyle/>
          <a:p>
            <a:r>
              <a:rPr lang="en-US" dirty="0"/>
              <a:t>Deployment considerations: latency vs. hardware</a:t>
            </a:r>
            <a:endParaRPr lang="de-AT" dirty="0"/>
          </a:p>
        </p:txBody>
      </p:sp>
      <p:sp>
        <p:nvSpPr>
          <p:cNvPr id="2" name="Fußzeilenplatzhalter 1">
            <a:extLst>
              <a:ext uri="{FF2B5EF4-FFF2-40B4-BE49-F238E27FC236}">
                <a16:creationId xmlns:a16="http://schemas.microsoft.com/office/drawing/2014/main" id="{FE6F68D7-018B-12AC-B124-FABFA9668188}"/>
              </a:ext>
            </a:extLst>
          </p:cNvPr>
          <p:cNvSpPr>
            <a:spLocks noGrp="1"/>
          </p:cNvSpPr>
          <p:nvPr>
            <p:ph type="ftr" sz="quarter" idx="14"/>
            <p:custDataLst>
              <p:tags r:id="rId2"/>
            </p:custDataLst>
          </p:nvPr>
        </p:nvSpPr>
        <p:spPr>
          <a:xfrm>
            <a:off x="461963" y="6385768"/>
            <a:ext cx="10134600" cy="288000"/>
          </a:xfrm>
        </p:spPr>
        <p:txBody>
          <a:bodyPr/>
          <a:lstStyle/>
          <a:p>
            <a:r>
              <a:rPr lang="en-US" dirty="0"/>
              <a:t>Final Presentation Group 7</a:t>
            </a:r>
            <a:r>
              <a:rPr lang="de-AT" dirty="0"/>
              <a:t> | 16th January 2026</a:t>
            </a:r>
          </a:p>
        </p:txBody>
      </p:sp>
      <p:sp>
        <p:nvSpPr>
          <p:cNvPr id="4" name="Foliennummernplatzhalter 3">
            <a:extLst>
              <a:ext uri="{FF2B5EF4-FFF2-40B4-BE49-F238E27FC236}">
                <a16:creationId xmlns:a16="http://schemas.microsoft.com/office/drawing/2014/main" id="{5A3B3EC1-A0D8-8056-60E7-E257D50F6CF2}"/>
              </a:ext>
            </a:extLst>
          </p:cNvPr>
          <p:cNvSpPr>
            <a:spLocks noGrp="1"/>
          </p:cNvSpPr>
          <p:nvPr>
            <p:ph type="sldNum" sz="quarter" idx="15"/>
            <p:custDataLst>
              <p:tags r:id="rId3"/>
            </p:custDataLst>
          </p:nvPr>
        </p:nvSpPr>
        <p:spPr>
          <a:xfrm>
            <a:off x="10885488" y="6385768"/>
            <a:ext cx="827086" cy="288000"/>
          </a:xfrm>
        </p:spPr>
        <p:txBody>
          <a:bodyPr/>
          <a:lstStyle/>
          <a:p>
            <a:fld id="{418F7AD7-DC47-44A0-A9D7-F1C17BFD6F09}" type="slidenum">
              <a:rPr lang="de-AT" smtClean="0"/>
              <a:pPr/>
              <a:t>18</a:t>
            </a:fld>
            <a:endParaRPr lang="de-AT" dirty="0"/>
          </a:p>
        </p:txBody>
      </p:sp>
      <p:sp>
        <p:nvSpPr>
          <p:cNvPr id="7" name="TextBox 6">
            <a:extLst>
              <a:ext uri="{FF2B5EF4-FFF2-40B4-BE49-F238E27FC236}">
                <a16:creationId xmlns:a16="http://schemas.microsoft.com/office/drawing/2014/main" id="{0C56F0C9-A6E0-AF5C-297C-6A988A385BD0}"/>
              </a:ext>
            </a:extLst>
          </p:cNvPr>
          <p:cNvSpPr txBox="1"/>
          <p:nvPr/>
        </p:nvSpPr>
        <p:spPr>
          <a:xfrm>
            <a:off x="589908" y="1315156"/>
            <a:ext cx="11012183" cy="4712187"/>
          </a:xfrm>
          <a:prstGeom prst="rect">
            <a:avLst/>
          </a:prstGeom>
          <a:noFill/>
        </p:spPr>
        <p:txBody>
          <a:bodyPr wrap="square">
            <a:spAutoFit/>
          </a:bodyPr>
          <a:lstStyle/>
          <a:p>
            <a:pPr marL="285750" indent="-285750" algn="l">
              <a:lnSpc>
                <a:spcPct val="150000"/>
              </a:lnSpc>
              <a:spcAft>
                <a:spcPts val="1200"/>
              </a:spcAft>
              <a:buFont typeface="Arial" panose="020B0604020202020204" pitchFamily="34" charset="0"/>
              <a:buChar char="•"/>
            </a:pPr>
            <a:r>
              <a:rPr lang="en-US" b="1" i="0" dirty="0">
                <a:solidFill>
                  <a:srgbClr val="1F2328"/>
                </a:solidFill>
                <a:effectLst/>
                <a:latin typeface="-apple-system"/>
              </a:rPr>
              <a:t>Character n-gram (TF–IDF + logistic regression)</a:t>
            </a:r>
            <a:endParaRPr lang="en-US" b="0" i="0" dirty="0">
              <a:solidFill>
                <a:srgbClr val="1F2328"/>
              </a:solidFill>
              <a:effectLst/>
              <a:latin typeface="-apple-system"/>
            </a:endParaRPr>
          </a:p>
          <a:p>
            <a:pPr marL="742950" lvl="1" indent="-285750" algn="l">
              <a:lnSpc>
                <a:spcPct val="150000"/>
              </a:lnSpc>
              <a:spcAft>
                <a:spcPts val="1200"/>
              </a:spcAft>
              <a:buFont typeface="Courier New" panose="02070309020205020404" pitchFamily="49" charset="0"/>
              <a:buChar char="o"/>
            </a:pPr>
            <a:r>
              <a:rPr lang="en-US" b="1" i="0" dirty="0">
                <a:solidFill>
                  <a:srgbClr val="1F2328"/>
                </a:solidFill>
                <a:effectLst/>
                <a:latin typeface="-apple-system"/>
              </a:rPr>
              <a:t>Hardware:</a:t>
            </a:r>
            <a:r>
              <a:rPr lang="en-US" b="0" i="0" dirty="0">
                <a:solidFill>
                  <a:srgbClr val="1F2328"/>
                </a:solidFill>
                <a:effectLst/>
                <a:latin typeface="-apple-system"/>
              </a:rPr>
              <a:t> CPU-only; 10–20 MB model fits in laptop memory.</a:t>
            </a:r>
          </a:p>
          <a:p>
            <a:pPr marL="742950" lvl="1" indent="-285750" algn="l">
              <a:lnSpc>
                <a:spcPct val="150000"/>
              </a:lnSpc>
              <a:spcAft>
                <a:spcPts val="1200"/>
              </a:spcAft>
              <a:buFont typeface="Courier New" panose="02070309020205020404" pitchFamily="49" charset="0"/>
              <a:buChar char="o"/>
            </a:pPr>
            <a:r>
              <a:rPr lang="en-US" b="1" i="0" dirty="0">
                <a:solidFill>
                  <a:srgbClr val="1F2328"/>
                </a:solidFill>
                <a:effectLst/>
                <a:latin typeface="-apple-system"/>
              </a:rPr>
              <a:t>Latency:</a:t>
            </a:r>
            <a:r>
              <a:rPr lang="en-US" b="0" i="0" dirty="0">
                <a:solidFill>
                  <a:srgbClr val="1F2328"/>
                </a:solidFill>
                <a:effectLst/>
                <a:latin typeface="-apple-system"/>
              </a:rPr>
              <a:t> ~&lt;5 ms/sentence on a single core; scales linearly with batch size, dominated by feature extraction.</a:t>
            </a:r>
          </a:p>
          <a:p>
            <a:pPr marL="285750" indent="-285750" algn="l">
              <a:lnSpc>
                <a:spcPct val="150000"/>
              </a:lnSpc>
              <a:spcAft>
                <a:spcPts val="1200"/>
              </a:spcAft>
              <a:buFont typeface="Arial" panose="020B0604020202020204" pitchFamily="34" charset="0"/>
              <a:buChar char="•"/>
            </a:pPr>
            <a:r>
              <a:rPr lang="en-US" b="1" i="0" dirty="0">
                <a:solidFill>
                  <a:srgbClr val="1F2328"/>
                </a:solidFill>
                <a:effectLst/>
                <a:latin typeface="-apple-system"/>
              </a:rPr>
              <a:t>XLM-R fine-tuning</a:t>
            </a:r>
            <a:endParaRPr lang="en-US" b="0" i="0" dirty="0">
              <a:solidFill>
                <a:srgbClr val="1F2328"/>
              </a:solidFill>
              <a:effectLst/>
              <a:latin typeface="-apple-system"/>
            </a:endParaRPr>
          </a:p>
          <a:p>
            <a:pPr marL="742950" lvl="1" indent="-285750" algn="l">
              <a:lnSpc>
                <a:spcPct val="150000"/>
              </a:lnSpc>
              <a:spcAft>
                <a:spcPts val="1200"/>
              </a:spcAft>
              <a:buFont typeface="Courier New" panose="02070309020205020404" pitchFamily="49" charset="0"/>
              <a:buChar char="o"/>
            </a:pPr>
            <a:r>
              <a:rPr lang="en-US" b="1" i="0" dirty="0">
                <a:solidFill>
                  <a:srgbClr val="1F2328"/>
                </a:solidFill>
                <a:effectLst/>
                <a:latin typeface="-apple-system"/>
              </a:rPr>
              <a:t>Hardware:</a:t>
            </a:r>
            <a:r>
              <a:rPr lang="en-US" b="0" i="0" dirty="0">
                <a:solidFill>
                  <a:srgbClr val="1F2328"/>
                </a:solidFill>
                <a:effectLst/>
                <a:latin typeface="-apple-system"/>
              </a:rPr>
              <a:t> GPU recommended; </a:t>
            </a:r>
            <a:r>
              <a:rPr lang="en-US" b="0" i="0" dirty="0">
                <a:solidFill>
                  <a:srgbClr val="1F2328"/>
                </a:solidFill>
                <a:effectLst/>
                <a:latin typeface="Monaspace Neon"/>
              </a:rPr>
              <a:t>base</a:t>
            </a:r>
            <a:r>
              <a:rPr lang="en-US" b="0" i="0" dirty="0">
                <a:solidFill>
                  <a:srgbClr val="1F2328"/>
                </a:solidFill>
                <a:effectLst/>
                <a:latin typeface="-apple-system"/>
              </a:rPr>
              <a:t> needs ~1–2 GB VRAM for inference (more for batch &gt;16). CPU-only runs are slow.</a:t>
            </a:r>
          </a:p>
          <a:p>
            <a:pPr marL="742950" lvl="1" indent="-285750" algn="l">
              <a:lnSpc>
                <a:spcPct val="150000"/>
              </a:lnSpc>
              <a:spcAft>
                <a:spcPts val="1200"/>
              </a:spcAft>
              <a:buFont typeface="Courier New" panose="02070309020205020404" pitchFamily="49" charset="0"/>
              <a:buChar char="o"/>
            </a:pPr>
            <a:r>
              <a:rPr lang="en-US" b="1" i="0" dirty="0">
                <a:solidFill>
                  <a:srgbClr val="1F2328"/>
                </a:solidFill>
                <a:effectLst/>
                <a:latin typeface="-apple-system"/>
              </a:rPr>
              <a:t>Latency:</a:t>
            </a:r>
            <a:r>
              <a:rPr lang="en-US" b="0" i="0" dirty="0">
                <a:solidFill>
                  <a:srgbClr val="1F2328"/>
                </a:solidFill>
                <a:effectLst/>
                <a:latin typeface="-apple-system"/>
              </a:rPr>
              <a:t> ~30–80 ms/sentence on an A10/T4 GPU; 300 ms+ on CPU without quantization or distillation.</a:t>
            </a:r>
          </a:p>
          <a:p>
            <a:pPr marL="285750" indent="-285750" algn="l">
              <a:lnSpc>
                <a:spcPct val="150000"/>
              </a:lnSpc>
              <a:spcAft>
                <a:spcPts val="1200"/>
              </a:spcAft>
              <a:buFont typeface="Arial" panose="020B0604020202020204" pitchFamily="34" charset="0"/>
              <a:buChar char="•"/>
            </a:pPr>
            <a:r>
              <a:rPr lang="en-US" b="1" i="0" dirty="0">
                <a:solidFill>
                  <a:srgbClr val="1F2328"/>
                </a:solidFill>
                <a:effectLst/>
                <a:latin typeface="-apple-system"/>
              </a:rPr>
              <a:t>Deployment takeaway:</a:t>
            </a:r>
            <a:r>
              <a:rPr lang="en-US" b="0" i="0" dirty="0">
                <a:solidFill>
                  <a:srgbClr val="1F2328"/>
                </a:solidFill>
                <a:effectLst/>
                <a:latin typeface="-apple-system"/>
              </a:rPr>
              <a:t> Default to the n-gram model for general serving and on-CPU environments; reserve XLM-R for domain-shifted or robustness-critical deployments where the added latency and GPU cost are acceptable.</a:t>
            </a:r>
          </a:p>
        </p:txBody>
      </p:sp>
    </p:spTree>
    <p:extLst>
      <p:ext uri="{BB962C8B-B14F-4D97-AF65-F5344CB8AC3E}">
        <p14:creationId xmlns:p14="http://schemas.microsoft.com/office/powerpoint/2010/main" val="44017460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0A800B-F23D-8C7E-2ADF-C2DA4CF3F367}"/>
            </a:ext>
          </a:extLst>
        </p:cNvPr>
        <p:cNvGrpSpPr/>
        <p:nvPr/>
      </p:nvGrpSpPr>
      <p:grpSpPr>
        <a:xfrm>
          <a:off x="0" y="0"/>
          <a:ext cx="0" cy="0"/>
          <a:chOff x="0" y="0"/>
          <a:chExt cx="0" cy="0"/>
        </a:xfrm>
      </p:grpSpPr>
      <p:sp>
        <p:nvSpPr>
          <p:cNvPr id="5" name="Titel 4">
            <a:extLst>
              <a:ext uri="{FF2B5EF4-FFF2-40B4-BE49-F238E27FC236}">
                <a16:creationId xmlns:a16="http://schemas.microsoft.com/office/drawing/2014/main" id="{0EE5BC03-CE6A-2654-69E3-D18DC1E03743}"/>
              </a:ext>
            </a:extLst>
          </p:cNvPr>
          <p:cNvSpPr>
            <a:spLocks noGrp="1"/>
          </p:cNvSpPr>
          <p:nvPr>
            <p:ph type="title"/>
            <p:custDataLst>
              <p:tags r:id="rId1"/>
            </p:custDataLst>
          </p:nvPr>
        </p:nvSpPr>
        <p:spPr>
          <a:xfrm>
            <a:off x="2862399" y="477525"/>
            <a:ext cx="7213093" cy="484500"/>
          </a:xfrm>
        </p:spPr>
        <p:txBody>
          <a:bodyPr/>
          <a:lstStyle/>
          <a:p>
            <a:r>
              <a:rPr lang="en-US" dirty="0"/>
              <a:t>Error analysis highlights</a:t>
            </a:r>
            <a:endParaRPr lang="de-AT" dirty="0"/>
          </a:p>
        </p:txBody>
      </p:sp>
      <p:sp>
        <p:nvSpPr>
          <p:cNvPr id="2" name="Fußzeilenplatzhalter 1">
            <a:extLst>
              <a:ext uri="{FF2B5EF4-FFF2-40B4-BE49-F238E27FC236}">
                <a16:creationId xmlns:a16="http://schemas.microsoft.com/office/drawing/2014/main" id="{9B034503-79DD-5CDF-A081-EF5360910ED9}"/>
              </a:ext>
            </a:extLst>
          </p:cNvPr>
          <p:cNvSpPr>
            <a:spLocks noGrp="1"/>
          </p:cNvSpPr>
          <p:nvPr>
            <p:ph type="ftr" sz="quarter" idx="14"/>
            <p:custDataLst>
              <p:tags r:id="rId2"/>
            </p:custDataLst>
          </p:nvPr>
        </p:nvSpPr>
        <p:spPr>
          <a:xfrm>
            <a:off x="461963" y="6385768"/>
            <a:ext cx="10134600" cy="288000"/>
          </a:xfrm>
        </p:spPr>
        <p:txBody>
          <a:bodyPr/>
          <a:lstStyle/>
          <a:p>
            <a:r>
              <a:rPr lang="en-US" dirty="0"/>
              <a:t>Final Presentation Group 7</a:t>
            </a:r>
            <a:r>
              <a:rPr lang="de-AT" dirty="0"/>
              <a:t> | 16th January 2026</a:t>
            </a:r>
          </a:p>
        </p:txBody>
      </p:sp>
      <p:sp>
        <p:nvSpPr>
          <p:cNvPr id="4" name="Foliennummernplatzhalter 3">
            <a:extLst>
              <a:ext uri="{FF2B5EF4-FFF2-40B4-BE49-F238E27FC236}">
                <a16:creationId xmlns:a16="http://schemas.microsoft.com/office/drawing/2014/main" id="{64CFF05F-9E51-8B8E-DEB4-FC2A2BC99F3A}"/>
              </a:ext>
            </a:extLst>
          </p:cNvPr>
          <p:cNvSpPr>
            <a:spLocks noGrp="1"/>
          </p:cNvSpPr>
          <p:nvPr>
            <p:ph type="sldNum" sz="quarter" idx="15"/>
            <p:custDataLst>
              <p:tags r:id="rId3"/>
            </p:custDataLst>
          </p:nvPr>
        </p:nvSpPr>
        <p:spPr>
          <a:xfrm>
            <a:off x="10885488" y="6385768"/>
            <a:ext cx="827086" cy="288000"/>
          </a:xfrm>
        </p:spPr>
        <p:txBody>
          <a:bodyPr/>
          <a:lstStyle/>
          <a:p>
            <a:fld id="{418F7AD7-DC47-44A0-A9D7-F1C17BFD6F09}" type="slidenum">
              <a:rPr lang="de-AT" smtClean="0"/>
              <a:pPr/>
              <a:t>19</a:t>
            </a:fld>
            <a:endParaRPr lang="de-AT" dirty="0"/>
          </a:p>
        </p:txBody>
      </p:sp>
      <p:sp>
        <p:nvSpPr>
          <p:cNvPr id="7" name="TextBox 6">
            <a:extLst>
              <a:ext uri="{FF2B5EF4-FFF2-40B4-BE49-F238E27FC236}">
                <a16:creationId xmlns:a16="http://schemas.microsoft.com/office/drawing/2014/main" id="{134FA555-1918-AAD1-8DD6-14C94F10EEEF}"/>
              </a:ext>
            </a:extLst>
          </p:cNvPr>
          <p:cNvSpPr txBox="1"/>
          <p:nvPr/>
        </p:nvSpPr>
        <p:spPr>
          <a:xfrm>
            <a:off x="660611" y="1950967"/>
            <a:ext cx="10870777" cy="2956066"/>
          </a:xfrm>
          <a:prstGeom prst="rect">
            <a:avLst/>
          </a:prstGeom>
          <a:noFill/>
        </p:spPr>
        <p:txBody>
          <a:bodyPr wrap="square">
            <a:spAutoFit/>
          </a:bodyPr>
          <a:lstStyle/>
          <a:p>
            <a:pPr marL="285750" indent="-285750" algn="l">
              <a:lnSpc>
                <a:spcPct val="150000"/>
              </a:lnSpc>
              <a:buFont typeface="Arial" panose="020B0604020202020204" pitchFamily="34" charset="0"/>
              <a:buChar char="•"/>
            </a:pPr>
            <a:r>
              <a:rPr lang="en-US" sz="1800" b="0" i="0" u="none" strike="noStrike" baseline="0" dirty="0">
                <a:latin typeface="LMRoman10-Regular-Identity-H"/>
              </a:rPr>
              <a:t>Rule-based errors: Latin-script overlap drags Kazakh/Latvian/Yoruba into German; numeric lists lack cues.</a:t>
            </a:r>
          </a:p>
          <a:p>
            <a:pPr marL="285750" indent="-285750">
              <a:lnSpc>
                <a:spcPct val="150000"/>
              </a:lnSpc>
              <a:buFont typeface="Arial" panose="020B0604020202020204" pitchFamily="34" charset="0"/>
              <a:buChar char="•"/>
            </a:pPr>
            <a:r>
              <a:rPr lang="en-US" sz="1800" b="0" i="0" u="none" strike="noStrike" baseline="0" dirty="0">
                <a:latin typeface="LMRoman10-Regular-Identity-H"/>
              </a:rPr>
              <a:t>Char n-gram errors: confusions among orthographically similar pairs (English </a:t>
            </a:r>
            <a:r>
              <a:rPr lang="en-US" dirty="0">
                <a:solidFill>
                  <a:srgbClr val="1F2328"/>
                </a:solidFill>
                <a:latin typeface="-apple-system"/>
              </a:rPr>
              <a:t>↔</a:t>
            </a:r>
            <a:r>
              <a:rPr lang="en-US" sz="1800" b="0" i="0" u="none" strike="noStrike" baseline="0" dirty="0">
                <a:latin typeface="LMRoman10-Regular-Identity-H"/>
              </a:rPr>
              <a:t> Yoruba, Swedish</a:t>
            </a:r>
            <a:r>
              <a:rPr lang="en-US" dirty="0">
                <a:latin typeface="LMRoman10-Regular-Identity-H"/>
              </a:rPr>
              <a:t> </a:t>
            </a:r>
            <a:r>
              <a:rPr lang="en-US" dirty="0">
                <a:solidFill>
                  <a:srgbClr val="1F2328"/>
                </a:solidFill>
                <a:latin typeface="-apple-system"/>
              </a:rPr>
              <a:t>↔</a:t>
            </a:r>
            <a:r>
              <a:rPr lang="en-US" sz="1800" b="0" i="0" u="none" strike="noStrike" baseline="0" dirty="0">
                <a:latin typeface="LMRoman10-Regular-Identity-H"/>
              </a:rPr>
              <a:t> English) and short numeric snippets.</a:t>
            </a:r>
          </a:p>
          <a:p>
            <a:pPr marL="285750" indent="-285750" algn="l">
              <a:lnSpc>
                <a:spcPct val="150000"/>
              </a:lnSpc>
              <a:buFont typeface="Arial" panose="020B0604020202020204" pitchFamily="34" charset="0"/>
              <a:buChar char="•"/>
            </a:pPr>
            <a:r>
              <a:rPr lang="en-US" sz="1800" b="0" i="0" u="none" strike="noStrike" baseline="0" dirty="0">
                <a:latin typeface="LMRoman10-Regular-Identity-H"/>
              </a:rPr>
              <a:t>XLM-R errors: swaps between Swahili/Wolof and German for borrowed vocabulary sentences; over-indexing on high-resource patterns.</a:t>
            </a:r>
          </a:p>
          <a:p>
            <a:pPr marL="285750" indent="-285750" algn="l">
              <a:lnSpc>
                <a:spcPct val="150000"/>
              </a:lnSpc>
              <a:buFont typeface="Arial" panose="020B0604020202020204" pitchFamily="34" charset="0"/>
              <a:buChar char="•"/>
            </a:pPr>
            <a:r>
              <a:rPr lang="en-US" sz="1800" b="0" i="0" u="none" strike="noStrike" baseline="0" dirty="0">
                <a:latin typeface="LMRoman10-Regular-Identity-H"/>
              </a:rPr>
              <a:t>fastText OOD errors: short or transliterated posts (e.g., two-token Kazakh) mislabeled as Yoruba; OOV-driven fragility despite high accuracy.</a:t>
            </a:r>
            <a:endParaRPr lang="en-US" dirty="0"/>
          </a:p>
        </p:txBody>
      </p:sp>
      <p:sp>
        <p:nvSpPr>
          <p:cNvPr id="6" name="TextBox 5">
            <a:extLst>
              <a:ext uri="{FF2B5EF4-FFF2-40B4-BE49-F238E27FC236}">
                <a16:creationId xmlns:a16="http://schemas.microsoft.com/office/drawing/2014/main" id="{8B77CF68-5CB6-59E0-FABF-007955D650B2}"/>
              </a:ext>
            </a:extLst>
          </p:cNvPr>
          <p:cNvSpPr txBox="1"/>
          <p:nvPr/>
        </p:nvSpPr>
        <p:spPr>
          <a:xfrm>
            <a:off x="592165" y="4907033"/>
            <a:ext cx="1835725" cy="1077218"/>
          </a:xfrm>
          <a:prstGeom prst="rect">
            <a:avLst/>
          </a:prstGeom>
          <a:noFill/>
        </p:spPr>
        <p:txBody>
          <a:bodyPr wrap="square">
            <a:spAutoFit/>
          </a:bodyPr>
          <a:lstStyle/>
          <a:p>
            <a:r>
              <a:rPr lang="en-US" sz="3200" b="0" i="0" u="none" strike="noStrike" kern="1200" baseline="0" dirty="0">
                <a:solidFill>
                  <a:schemeClr val="tx1"/>
                </a:solidFill>
                <a:latin typeface="Arial" panose="020B0604020202020204" pitchFamily="34" charset="0"/>
                <a:ea typeface="+mn-ea"/>
                <a:cs typeface="+mn-cs"/>
              </a:rPr>
              <a:t>Qalyptau kut </a:t>
            </a:r>
            <a:r>
              <a:rPr lang="en-US" sz="3200" b="0" i="0" u="none" strike="noStrike" kern="1200" baseline="0" dirty="0" err="1">
                <a:solidFill>
                  <a:schemeClr val="tx1"/>
                </a:solidFill>
                <a:latin typeface="Arial" panose="020B0604020202020204" pitchFamily="34" charset="0"/>
                <a:ea typeface="+mn-ea"/>
                <a:cs typeface="+mn-cs"/>
              </a:rPr>
              <a:t>kut</a:t>
            </a:r>
            <a:r>
              <a:rPr lang="en-US" sz="3200" b="0" i="0" u="none" strike="noStrike" kern="1200" baseline="0" dirty="0">
                <a:solidFill>
                  <a:schemeClr val="tx1"/>
                </a:solidFill>
                <a:latin typeface="Arial" panose="020B0604020202020204" pitchFamily="34" charset="0"/>
                <a:ea typeface="+mn-ea"/>
                <a:cs typeface="+mn-cs"/>
              </a:rPr>
              <a:t>!</a:t>
            </a:r>
            <a:endParaRPr lang="en-US" sz="3200" dirty="0"/>
          </a:p>
        </p:txBody>
      </p:sp>
      <p:sp>
        <p:nvSpPr>
          <p:cNvPr id="9" name="TextBox 8">
            <a:extLst>
              <a:ext uri="{FF2B5EF4-FFF2-40B4-BE49-F238E27FC236}">
                <a16:creationId xmlns:a16="http://schemas.microsoft.com/office/drawing/2014/main" id="{FBD52E5E-A8F1-14D2-2F38-9DCBD5E91318}"/>
              </a:ext>
            </a:extLst>
          </p:cNvPr>
          <p:cNvSpPr txBox="1"/>
          <p:nvPr/>
        </p:nvSpPr>
        <p:spPr>
          <a:xfrm>
            <a:off x="3846786" y="4907033"/>
            <a:ext cx="3216165" cy="1077218"/>
          </a:xfrm>
          <a:prstGeom prst="rect">
            <a:avLst/>
          </a:prstGeom>
          <a:noFill/>
        </p:spPr>
        <p:txBody>
          <a:bodyPr wrap="square">
            <a:spAutoFit/>
          </a:bodyPr>
          <a:lstStyle/>
          <a:p>
            <a:r>
              <a:rPr lang="en-US" sz="3200" b="0" i="0" u="none" strike="noStrike" baseline="0" dirty="0">
                <a:latin typeface="LMRoman10-Regular-Identity-H"/>
              </a:rPr>
              <a:t>Telefoni yangu ina simu mitatu</a:t>
            </a:r>
            <a:endParaRPr lang="en-US" sz="3200" dirty="0"/>
          </a:p>
        </p:txBody>
      </p:sp>
    </p:spTree>
    <p:extLst>
      <p:ext uri="{BB962C8B-B14F-4D97-AF65-F5344CB8AC3E}">
        <p14:creationId xmlns:p14="http://schemas.microsoft.com/office/powerpoint/2010/main" val="156640519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196FDA-0DBF-CF8D-1ED3-D9FAB6FCC5CF}"/>
            </a:ext>
          </a:extLst>
        </p:cNvPr>
        <p:cNvGrpSpPr/>
        <p:nvPr/>
      </p:nvGrpSpPr>
      <p:grpSpPr>
        <a:xfrm>
          <a:off x="0" y="0"/>
          <a:ext cx="0" cy="0"/>
          <a:chOff x="0" y="0"/>
          <a:chExt cx="0" cy="0"/>
        </a:xfrm>
      </p:grpSpPr>
      <p:sp>
        <p:nvSpPr>
          <p:cNvPr id="5" name="Titel 4">
            <a:extLst>
              <a:ext uri="{FF2B5EF4-FFF2-40B4-BE49-F238E27FC236}">
                <a16:creationId xmlns:a16="http://schemas.microsoft.com/office/drawing/2014/main" id="{DE0FB7DA-171C-703D-9129-0671EAA66BD0}"/>
              </a:ext>
            </a:extLst>
          </p:cNvPr>
          <p:cNvSpPr>
            <a:spLocks noGrp="1"/>
          </p:cNvSpPr>
          <p:nvPr>
            <p:ph type="title"/>
            <p:custDataLst>
              <p:tags r:id="rId1"/>
            </p:custDataLst>
          </p:nvPr>
        </p:nvSpPr>
        <p:spPr>
          <a:xfrm>
            <a:off x="3009089" y="275936"/>
            <a:ext cx="8256316" cy="392589"/>
          </a:xfrm>
        </p:spPr>
        <p:txBody>
          <a:bodyPr/>
          <a:lstStyle/>
          <a:p>
            <a:r>
              <a:rPr lang="en-US" sz="2400" dirty="0"/>
              <a:t>Visual confusion matrices (10-language Wikipedia split)</a:t>
            </a:r>
            <a:endParaRPr lang="de-AT" sz="2400" dirty="0"/>
          </a:p>
        </p:txBody>
      </p:sp>
      <p:sp>
        <p:nvSpPr>
          <p:cNvPr id="2" name="Fußzeilenplatzhalter 1">
            <a:extLst>
              <a:ext uri="{FF2B5EF4-FFF2-40B4-BE49-F238E27FC236}">
                <a16:creationId xmlns:a16="http://schemas.microsoft.com/office/drawing/2014/main" id="{E93FBA75-CE5E-F951-CB13-1971BF599283}"/>
              </a:ext>
            </a:extLst>
          </p:cNvPr>
          <p:cNvSpPr>
            <a:spLocks noGrp="1"/>
          </p:cNvSpPr>
          <p:nvPr>
            <p:ph type="ftr" sz="quarter" idx="14"/>
            <p:custDataLst>
              <p:tags r:id="rId2"/>
            </p:custDataLst>
          </p:nvPr>
        </p:nvSpPr>
        <p:spPr>
          <a:xfrm>
            <a:off x="461963" y="6385768"/>
            <a:ext cx="10134600" cy="288000"/>
          </a:xfrm>
        </p:spPr>
        <p:txBody>
          <a:bodyPr/>
          <a:lstStyle/>
          <a:p>
            <a:r>
              <a:rPr lang="en-US" dirty="0"/>
              <a:t>Final Presentation Group 7</a:t>
            </a:r>
            <a:r>
              <a:rPr lang="de-AT" dirty="0"/>
              <a:t> | 16th January 2026</a:t>
            </a:r>
          </a:p>
        </p:txBody>
      </p:sp>
      <p:sp>
        <p:nvSpPr>
          <p:cNvPr id="4" name="Foliennummernplatzhalter 3">
            <a:extLst>
              <a:ext uri="{FF2B5EF4-FFF2-40B4-BE49-F238E27FC236}">
                <a16:creationId xmlns:a16="http://schemas.microsoft.com/office/drawing/2014/main" id="{08024D4C-8EBB-CEE0-60F2-1C47890B9A64}"/>
              </a:ext>
            </a:extLst>
          </p:cNvPr>
          <p:cNvSpPr>
            <a:spLocks noGrp="1"/>
          </p:cNvSpPr>
          <p:nvPr>
            <p:ph type="sldNum" sz="quarter" idx="15"/>
            <p:custDataLst>
              <p:tags r:id="rId3"/>
            </p:custDataLst>
          </p:nvPr>
        </p:nvSpPr>
        <p:spPr>
          <a:xfrm>
            <a:off x="10885488" y="6385768"/>
            <a:ext cx="827086" cy="288000"/>
          </a:xfrm>
        </p:spPr>
        <p:txBody>
          <a:bodyPr/>
          <a:lstStyle/>
          <a:p>
            <a:fld id="{418F7AD7-DC47-44A0-A9D7-F1C17BFD6F09}" type="slidenum">
              <a:rPr lang="de-AT" smtClean="0"/>
              <a:pPr/>
              <a:t>20</a:t>
            </a:fld>
            <a:endParaRPr lang="de-AT" dirty="0"/>
          </a:p>
        </p:txBody>
      </p:sp>
      <p:sp>
        <p:nvSpPr>
          <p:cNvPr id="6" name="TextBox 5">
            <a:extLst>
              <a:ext uri="{FF2B5EF4-FFF2-40B4-BE49-F238E27FC236}">
                <a16:creationId xmlns:a16="http://schemas.microsoft.com/office/drawing/2014/main" id="{37A9350D-F95B-4E9D-52DD-DD89CD921202}"/>
              </a:ext>
            </a:extLst>
          </p:cNvPr>
          <p:cNvSpPr txBox="1"/>
          <p:nvPr/>
        </p:nvSpPr>
        <p:spPr>
          <a:xfrm>
            <a:off x="167802" y="1573968"/>
            <a:ext cx="3450888" cy="2956066"/>
          </a:xfrm>
          <a:prstGeom prst="rect">
            <a:avLst/>
          </a:prstGeom>
          <a:noFill/>
        </p:spPr>
        <p:txBody>
          <a:bodyPr wrap="square">
            <a:spAutoFit/>
          </a:bodyPr>
          <a:lstStyle/>
          <a:p>
            <a:pPr>
              <a:lnSpc>
                <a:spcPct val="150000"/>
              </a:lnSpc>
            </a:pPr>
            <a:r>
              <a:rPr lang="en-US" b="1" i="0" dirty="0">
                <a:solidFill>
                  <a:srgbClr val="1F2328"/>
                </a:solidFill>
                <a:effectLst/>
                <a:latin typeface="-apple-system"/>
              </a:rPr>
              <a:t>Rule-based heuristics:</a:t>
            </a:r>
            <a:r>
              <a:rPr lang="en-US" b="0" i="0" dirty="0">
                <a:solidFill>
                  <a:srgbClr val="1F2328"/>
                </a:solidFill>
                <a:effectLst/>
                <a:latin typeface="-apple-system"/>
              </a:rPr>
              <a:t> confusion remains concentrated among closely related Latin-script languages, with Kazakh/Latvian/Yoruba bleeding into German but strong precision on Urdu thanks to script cues.</a:t>
            </a:r>
            <a:endParaRPr lang="en-US" dirty="0"/>
          </a:p>
        </p:txBody>
      </p:sp>
      <p:pic>
        <p:nvPicPr>
          <p:cNvPr id="9" name="Picture 8" descr="A screenshot of a graph">
            <a:extLst>
              <a:ext uri="{FF2B5EF4-FFF2-40B4-BE49-F238E27FC236}">
                <a16:creationId xmlns:a16="http://schemas.microsoft.com/office/drawing/2014/main" id="{F958076E-670C-978C-E7E6-792639A63A74}"/>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4075257" y="766572"/>
            <a:ext cx="7223774" cy="5394971"/>
          </a:xfrm>
          <a:prstGeom prst="rect">
            <a:avLst/>
          </a:prstGeom>
        </p:spPr>
      </p:pic>
    </p:spTree>
    <p:extLst>
      <p:ext uri="{BB962C8B-B14F-4D97-AF65-F5344CB8AC3E}">
        <p14:creationId xmlns:p14="http://schemas.microsoft.com/office/powerpoint/2010/main" val="78891783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0F7A72-3FAC-D949-9DE0-2E84C86A492E}"/>
            </a:ext>
          </a:extLst>
        </p:cNvPr>
        <p:cNvGrpSpPr/>
        <p:nvPr/>
      </p:nvGrpSpPr>
      <p:grpSpPr>
        <a:xfrm>
          <a:off x="0" y="0"/>
          <a:ext cx="0" cy="0"/>
          <a:chOff x="0" y="0"/>
          <a:chExt cx="0" cy="0"/>
        </a:xfrm>
      </p:grpSpPr>
      <p:sp>
        <p:nvSpPr>
          <p:cNvPr id="5" name="Titel 4">
            <a:extLst>
              <a:ext uri="{FF2B5EF4-FFF2-40B4-BE49-F238E27FC236}">
                <a16:creationId xmlns:a16="http://schemas.microsoft.com/office/drawing/2014/main" id="{2D159C4B-17BB-8A2E-03B1-E76BB7227151}"/>
              </a:ext>
            </a:extLst>
          </p:cNvPr>
          <p:cNvSpPr>
            <a:spLocks noGrp="1"/>
          </p:cNvSpPr>
          <p:nvPr>
            <p:ph type="title"/>
            <p:custDataLst>
              <p:tags r:id="rId1"/>
            </p:custDataLst>
          </p:nvPr>
        </p:nvSpPr>
        <p:spPr>
          <a:xfrm>
            <a:off x="3009089" y="275936"/>
            <a:ext cx="8256316" cy="392589"/>
          </a:xfrm>
        </p:spPr>
        <p:txBody>
          <a:bodyPr/>
          <a:lstStyle/>
          <a:p>
            <a:r>
              <a:rPr lang="en-US" sz="2400" dirty="0"/>
              <a:t>Visual confusion matrices (10-language Wikipedia split)</a:t>
            </a:r>
            <a:endParaRPr lang="de-AT" sz="2400" dirty="0"/>
          </a:p>
        </p:txBody>
      </p:sp>
      <p:sp>
        <p:nvSpPr>
          <p:cNvPr id="2" name="Fußzeilenplatzhalter 1">
            <a:extLst>
              <a:ext uri="{FF2B5EF4-FFF2-40B4-BE49-F238E27FC236}">
                <a16:creationId xmlns:a16="http://schemas.microsoft.com/office/drawing/2014/main" id="{8D6DA77E-4457-7A89-300A-9CCAE15FAB35}"/>
              </a:ext>
            </a:extLst>
          </p:cNvPr>
          <p:cNvSpPr>
            <a:spLocks noGrp="1"/>
          </p:cNvSpPr>
          <p:nvPr>
            <p:ph type="ftr" sz="quarter" idx="14"/>
            <p:custDataLst>
              <p:tags r:id="rId2"/>
            </p:custDataLst>
          </p:nvPr>
        </p:nvSpPr>
        <p:spPr>
          <a:xfrm>
            <a:off x="461963" y="6385768"/>
            <a:ext cx="10134600" cy="288000"/>
          </a:xfrm>
        </p:spPr>
        <p:txBody>
          <a:bodyPr/>
          <a:lstStyle/>
          <a:p>
            <a:r>
              <a:rPr lang="en-US" dirty="0"/>
              <a:t>Final Presentation Group 7</a:t>
            </a:r>
            <a:r>
              <a:rPr lang="de-AT" dirty="0"/>
              <a:t> | 16th January 2026</a:t>
            </a:r>
          </a:p>
        </p:txBody>
      </p:sp>
      <p:sp>
        <p:nvSpPr>
          <p:cNvPr id="4" name="Foliennummernplatzhalter 3">
            <a:extLst>
              <a:ext uri="{FF2B5EF4-FFF2-40B4-BE49-F238E27FC236}">
                <a16:creationId xmlns:a16="http://schemas.microsoft.com/office/drawing/2014/main" id="{48459165-5CE9-75C6-1FB7-83C271C2BCAF}"/>
              </a:ext>
            </a:extLst>
          </p:cNvPr>
          <p:cNvSpPr>
            <a:spLocks noGrp="1"/>
          </p:cNvSpPr>
          <p:nvPr>
            <p:ph type="sldNum" sz="quarter" idx="15"/>
            <p:custDataLst>
              <p:tags r:id="rId3"/>
            </p:custDataLst>
          </p:nvPr>
        </p:nvSpPr>
        <p:spPr>
          <a:xfrm>
            <a:off x="10885488" y="6385768"/>
            <a:ext cx="827086" cy="288000"/>
          </a:xfrm>
        </p:spPr>
        <p:txBody>
          <a:bodyPr/>
          <a:lstStyle/>
          <a:p>
            <a:fld id="{418F7AD7-DC47-44A0-A9D7-F1C17BFD6F09}" type="slidenum">
              <a:rPr lang="de-AT" smtClean="0"/>
              <a:pPr/>
              <a:t>21</a:t>
            </a:fld>
            <a:endParaRPr lang="de-AT" dirty="0"/>
          </a:p>
        </p:txBody>
      </p:sp>
      <p:sp>
        <p:nvSpPr>
          <p:cNvPr id="7" name="TextBox 6">
            <a:extLst>
              <a:ext uri="{FF2B5EF4-FFF2-40B4-BE49-F238E27FC236}">
                <a16:creationId xmlns:a16="http://schemas.microsoft.com/office/drawing/2014/main" id="{F1CC574F-E67D-5AFC-2344-CCB0159B5DC3}"/>
              </a:ext>
            </a:extLst>
          </p:cNvPr>
          <p:cNvSpPr txBox="1"/>
          <p:nvPr/>
        </p:nvSpPr>
        <p:spPr>
          <a:xfrm>
            <a:off x="362354" y="1505104"/>
            <a:ext cx="3742718" cy="2540567"/>
          </a:xfrm>
          <a:prstGeom prst="rect">
            <a:avLst/>
          </a:prstGeom>
          <a:noFill/>
        </p:spPr>
        <p:txBody>
          <a:bodyPr wrap="square">
            <a:spAutoFit/>
          </a:bodyPr>
          <a:lstStyle/>
          <a:p>
            <a:pPr>
              <a:lnSpc>
                <a:spcPct val="150000"/>
              </a:lnSpc>
            </a:pPr>
            <a:r>
              <a:rPr lang="en-US" b="1" i="0" dirty="0">
                <a:solidFill>
                  <a:srgbClr val="1F2328"/>
                </a:solidFill>
                <a:effectLst/>
                <a:latin typeface="-apple-system"/>
              </a:rPr>
              <a:t>Character n-gram logistic regression:</a:t>
            </a:r>
            <a:r>
              <a:rPr lang="en-US" b="0" i="0" dirty="0">
                <a:solidFill>
                  <a:srgbClr val="1F2328"/>
                </a:solidFill>
                <a:effectLst/>
                <a:latin typeface="-apple-system"/>
              </a:rPr>
              <a:t> errors shrink markedly; primary confusions cluster around English ↔ Swedish and occasional Yoruba overlap, while Cyrillic Kazakh is cleanly separated.</a:t>
            </a:r>
            <a:endParaRPr lang="en-US" dirty="0"/>
          </a:p>
        </p:txBody>
      </p:sp>
      <p:pic>
        <p:nvPicPr>
          <p:cNvPr id="10" name="Picture 9" descr="A screenshot of a graph&#10;&#10;AI-generated content may be incorrect.">
            <a:extLst>
              <a:ext uri="{FF2B5EF4-FFF2-40B4-BE49-F238E27FC236}">
                <a16:creationId xmlns:a16="http://schemas.microsoft.com/office/drawing/2014/main" id="{F871EE54-5B42-D475-FA56-137E0C4B61B3}"/>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4488800" y="731514"/>
            <a:ext cx="7223774" cy="5394971"/>
          </a:xfrm>
          <a:prstGeom prst="rect">
            <a:avLst/>
          </a:prstGeom>
        </p:spPr>
      </p:pic>
    </p:spTree>
    <p:extLst>
      <p:ext uri="{BB962C8B-B14F-4D97-AF65-F5344CB8AC3E}">
        <p14:creationId xmlns:p14="http://schemas.microsoft.com/office/powerpoint/2010/main" val="391676864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0788EF-4CF8-6428-A82E-9D2A41F72A9C}"/>
            </a:ext>
          </a:extLst>
        </p:cNvPr>
        <p:cNvGrpSpPr/>
        <p:nvPr/>
      </p:nvGrpSpPr>
      <p:grpSpPr>
        <a:xfrm>
          <a:off x="0" y="0"/>
          <a:ext cx="0" cy="0"/>
          <a:chOff x="0" y="0"/>
          <a:chExt cx="0" cy="0"/>
        </a:xfrm>
      </p:grpSpPr>
      <p:sp>
        <p:nvSpPr>
          <p:cNvPr id="5" name="Titel 4">
            <a:extLst>
              <a:ext uri="{FF2B5EF4-FFF2-40B4-BE49-F238E27FC236}">
                <a16:creationId xmlns:a16="http://schemas.microsoft.com/office/drawing/2014/main" id="{2AFFA363-EE93-2392-A167-D639483DE1D3}"/>
              </a:ext>
            </a:extLst>
          </p:cNvPr>
          <p:cNvSpPr>
            <a:spLocks noGrp="1"/>
          </p:cNvSpPr>
          <p:nvPr>
            <p:ph type="title"/>
            <p:custDataLst>
              <p:tags r:id="rId1"/>
            </p:custDataLst>
          </p:nvPr>
        </p:nvSpPr>
        <p:spPr>
          <a:xfrm>
            <a:off x="3009089" y="275936"/>
            <a:ext cx="8256316" cy="392589"/>
          </a:xfrm>
        </p:spPr>
        <p:txBody>
          <a:bodyPr/>
          <a:lstStyle/>
          <a:p>
            <a:r>
              <a:rPr lang="en-US" sz="2400" dirty="0"/>
              <a:t>Visual confusion matrices (10-language Wikipedia split)</a:t>
            </a:r>
            <a:endParaRPr lang="de-AT" sz="2400" dirty="0"/>
          </a:p>
        </p:txBody>
      </p:sp>
      <p:sp>
        <p:nvSpPr>
          <p:cNvPr id="2" name="Fußzeilenplatzhalter 1">
            <a:extLst>
              <a:ext uri="{FF2B5EF4-FFF2-40B4-BE49-F238E27FC236}">
                <a16:creationId xmlns:a16="http://schemas.microsoft.com/office/drawing/2014/main" id="{22C6FC5E-9E39-576D-AF79-0BB2B92AA442}"/>
              </a:ext>
            </a:extLst>
          </p:cNvPr>
          <p:cNvSpPr>
            <a:spLocks noGrp="1"/>
          </p:cNvSpPr>
          <p:nvPr>
            <p:ph type="ftr" sz="quarter" idx="14"/>
            <p:custDataLst>
              <p:tags r:id="rId2"/>
            </p:custDataLst>
          </p:nvPr>
        </p:nvSpPr>
        <p:spPr>
          <a:xfrm>
            <a:off x="461963" y="6385768"/>
            <a:ext cx="10134600" cy="288000"/>
          </a:xfrm>
        </p:spPr>
        <p:txBody>
          <a:bodyPr/>
          <a:lstStyle/>
          <a:p>
            <a:r>
              <a:rPr lang="en-US" dirty="0"/>
              <a:t>Final Presentation Group 7</a:t>
            </a:r>
            <a:r>
              <a:rPr lang="de-AT" dirty="0"/>
              <a:t> | 16th January 2026</a:t>
            </a:r>
          </a:p>
        </p:txBody>
      </p:sp>
      <p:sp>
        <p:nvSpPr>
          <p:cNvPr id="4" name="Foliennummernplatzhalter 3">
            <a:extLst>
              <a:ext uri="{FF2B5EF4-FFF2-40B4-BE49-F238E27FC236}">
                <a16:creationId xmlns:a16="http://schemas.microsoft.com/office/drawing/2014/main" id="{FE99AAF6-509A-C53E-73A5-283D977CC2FE}"/>
              </a:ext>
            </a:extLst>
          </p:cNvPr>
          <p:cNvSpPr>
            <a:spLocks noGrp="1"/>
          </p:cNvSpPr>
          <p:nvPr>
            <p:ph type="sldNum" sz="quarter" idx="15"/>
            <p:custDataLst>
              <p:tags r:id="rId3"/>
            </p:custDataLst>
          </p:nvPr>
        </p:nvSpPr>
        <p:spPr>
          <a:xfrm>
            <a:off x="10885488" y="6385768"/>
            <a:ext cx="827086" cy="288000"/>
          </a:xfrm>
        </p:spPr>
        <p:txBody>
          <a:bodyPr/>
          <a:lstStyle/>
          <a:p>
            <a:fld id="{418F7AD7-DC47-44A0-A9D7-F1C17BFD6F09}" type="slidenum">
              <a:rPr lang="de-AT" smtClean="0"/>
              <a:pPr/>
              <a:t>22</a:t>
            </a:fld>
            <a:endParaRPr lang="de-AT" dirty="0"/>
          </a:p>
        </p:txBody>
      </p:sp>
      <p:sp>
        <p:nvSpPr>
          <p:cNvPr id="6" name="TextBox 5">
            <a:extLst>
              <a:ext uri="{FF2B5EF4-FFF2-40B4-BE49-F238E27FC236}">
                <a16:creationId xmlns:a16="http://schemas.microsoft.com/office/drawing/2014/main" id="{B33C11F6-A095-9942-D9F1-C87B4880089B}"/>
              </a:ext>
            </a:extLst>
          </p:cNvPr>
          <p:cNvSpPr txBox="1"/>
          <p:nvPr/>
        </p:nvSpPr>
        <p:spPr>
          <a:xfrm>
            <a:off x="461963" y="1508186"/>
            <a:ext cx="3137271" cy="2125069"/>
          </a:xfrm>
          <a:prstGeom prst="rect">
            <a:avLst/>
          </a:prstGeom>
          <a:noFill/>
        </p:spPr>
        <p:txBody>
          <a:bodyPr wrap="square">
            <a:spAutoFit/>
          </a:bodyPr>
          <a:lstStyle/>
          <a:p>
            <a:pPr>
              <a:lnSpc>
                <a:spcPct val="150000"/>
              </a:lnSpc>
            </a:pPr>
            <a:r>
              <a:rPr lang="en-US" b="1" i="0" dirty="0">
                <a:solidFill>
                  <a:srgbClr val="1F2328"/>
                </a:solidFill>
                <a:effectLst/>
                <a:latin typeface="-apple-system"/>
              </a:rPr>
              <a:t>XLM-R fine-tuning:</a:t>
            </a:r>
            <a:r>
              <a:rPr lang="en-US" b="0" i="0" dirty="0">
                <a:solidFill>
                  <a:srgbClr val="1F2328"/>
                </a:solidFill>
                <a:effectLst/>
                <a:latin typeface="-apple-system"/>
              </a:rPr>
              <a:t> comparable to the n-gram model with slightly better French/Swedish separation and minimal cross-script leakage.</a:t>
            </a:r>
            <a:endParaRPr lang="en-US" dirty="0"/>
          </a:p>
        </p:txBody>
      </p:sp>
      <p:pic>
        <p:nvPicPr>
          <p:cNvPr id="9" name="Picture 8" descr="A screenshot of a graph">
            <a:extLst>
              <a:ext uri="{FF2B5EF4-FFF2-40B4-BE49-F238E27FC236}">
                <a16:creationId xmlns:a16="http://schemas.microsoft.com/office/drawing/2014/main" id="{5AACF984-666D-C15A-BF23-69481A985679}"/>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4351823" y="759156"/>
            <a:ext cx="7223774" cy="5394971"/>
          </a:xfrm>
          <a:prstGeom prst="rect">
            <a:avLst/>
          </a:prstGeom>
        </p:spPr>
      </p:pic>
    </p:spTree>
    <p:extLst>
      <p:ext uri="{BB962C8B-B14F-4D97-AF65-F5344CB8AC3E}">
        <p14:creationId xmlns:p14="http://schemas.microsoft.com/office/powerpoint/2010/main" val="190336091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E3C6A0-6C73-2BA4-09F7-E0CA83698336}"/>
            </a:ext>
          </a:extLst>
        </p:cNvPr>
        <p:cNvGrpSpPr/>
        <p:nvPr/>
      </p:nvGrpSpPr>
      <p:grpSpPr>
        <a:xfrm>
          <a:off x="0" y="0"/>
          <a:ext cx="0" cy="0"/>
          <a:chOff x="0" y="0"/>
          <a:chExt cx="0" cy="0"/>
        </a:xfrm>
      </p:grpSpPr>
      <p:sp>
        <p:nvSpPr>
          <p:cNvPr id="5" name="Titel 4">
            <a:extLst>
              <a:ext uri="{FF2B5EF4-FFF2-40B4-BE49-F238E27FC236}">
                <a16:creationId xmlns:a16="http://schemas.microsoft.com/office/drawing/2014/main" id="{74D3B281-B99F-5EE3-C151-D61F63A49430}"/>
              </a:ext>
            </a:extLst>
          </p:cNvPr>
          <p:cNvSpPr>
            <a:spLocks noGrp="1"/>
          </p:cNvSpPr>
          <p:nvPr>
            <p:ph type="title"/>
            <p:custDataLst>
              <p:tags r:id="rId1"/>
            </p:custDataLst>
          </p:nvPr>
        </p:nvSpPr>
        <p:spPr>
          <a:xfrm>
            <a:off x="3009089" y="275936"/>
            <a:ext cx="8256316" cy="392589"/>
          </a:xfrm>
        </p:spPr>
        <p:txBody>
          <a:bodyPr/>
          <a:lstStyle/>
          <a:p>
            <a:r>
              <a:rPr lang="en-US" sz="2400" dirty="0"/>
              <a:t>fastText OOV coverage diagnostics</a:t>
            </a:r>
            <a:endParaRPr lang="de-AT" sz="2400" dirty="0"/>
          </a:p>
        </p:txBody>
      </p:sp>
      <p:sp>
        <p:nvSpPr>
          <p:cNvPr id="2" name="Fußzeilenplatzhalter 1">
            <a:extLst>
              <a:ext uri="{FF2B5EF4-FFF2-40B4-BE49-F238E27FC236}">
                <a16:creationId xmlns:a16="http://schemas.microsoft.com/office/drawing/2014/main" id="{846F058F-0726-AD61-04F4-5CBDE594B573}"/>
              </a:ext>
            </a:extLst>
          </p:cNvPr>
          <p:cNvSpPr>
            <a:spLocks noGrp="1"/>
          </p:cNvSpPr>
          <p:nvPr>
            <p:ph type="ftr" sz="quarter" idx="14"/>
            <p:custDataLst>
              <p:tags r:id="rId2"/>
            </p:custDataLst>
          </p:nvPr>
        </p:nvSpPr>
        <p:spPr>
          <a:xfrm>
            <a:off x="461963" y="6385768"/>
            <a:ext cx="10134600" cy="288000"/>
          </a:xfrm>
        </p:spPr>
        <p:txBody>
          <a:bodyPr/>
          <a:lstStyle/>
          <a:p>
            <a:r>
              <a:rPr lang="en-US"/>
              <a:t>Final Presentation Group 7</a:t>
            </a:r>
            <a:r>
              <a:rPr lang="de-AT"/>
              <a:t> | 16th January 2026</a:t>
            </a:r>
            <a:endParaRPr lang="de-AT" dirty="0"/>
          </a:p>
        </p:txBody>
      </p:sp>
      <p:sp>
        <p:nvSpPr>
          <p:cNvPr id="4" name="Foliennummernplatzhalter 3">
            <a:extLst>
              <a:ext uri="{FF2B5EF4-FFF2-40B4-BE49-F238E27FC236}">
                <a16:creationId xmlns:a16="http://schemas.microsoft.com/office/drawing/2014/main" id="{E1211B3E-BFC9-0C95-B513-7D1F4EC97188}"/>
              </a:ext>
            </a:extLst>
          </p:cNvPr>
          <p:cNvSpPr>
            <a:spLocks noGrp="1"/>
          </p:cNvSpPr>
          <p:nvPr>
            <p:ph type="sldNum" sz="quarter" idx="15"/>
            <p:custDataLst>
              <p:tags r:id="rId3"/>
            </p:custDataLst>
          </p:nvPr>
        </p:nvSpPr>
        <p:spPr>
          <a:xfrm>
            <a:off x="10885488" y="6385768"/>
            <a:ext cx="827086" cy="288000"/>
          </a:xfrm>
        </p:spPr>
        <p:txBody>
          <a:bodyPr/>
          <a:lstStyle/>
          <a:p>
            <a:fld id="{418F7AD7-DC47-44A0-A9D7-F1C17BFD6F09}" type="slidenum">
              <a:rPr lang="de-AT" smtClean="0"/>
              <a:pPr/>
              <a:t>23</a:t>
            </a:fld>
            <a:endParaRPr lang="de-AT" dirty="0"/>
          </a:p>
        </p:txBody>
      </p:sp>
      <p:sp>
        <p:nvSpPr>
          <p:cNvPr id="7" name="TextBox 6">
            <a:extLst>
              <a:ext uri="{FF2B5EF4-FFF2-40B4-BE49-F238E27FC236}">
                <a16:creationId xmlns:a16="http://schemas.microsoft.com/office/drawing/2014/main" id="{6D74ECD0-E84B-43D8-279C-BD9B1D4A3D93}"/>
              </a:ext>
            </a:extLst>
          </p:cNvPr>
          <p:cNvSpPr txBox="1"/>
          <p:nvPr/>
        </p:nvSpPr>
        <p:spPr>
          <a:xfrm>
            <a:off x="284139" y="1190348"/>
            <a:ext cx="3334550" cy="5035353"/>
          </a:xfrm>
          <a:prstGeom prst="rect">
            <a:avLst/>
          </a:prstGeom>
          <a:noFill/>
        </p:spPr>
        <p:txBody>
          <a:bodyPr wrap="square">
            <a:spAutoFit/>
          </a:bodyPr>
          <a:lstStyle/>
          <a:p>
            <a:pPr marL="285750" indent="-285750">
              <a:lnSpc>
                <a:spcPct val="150000"/>
              </a:lnSpc>
              <a:buFont typeface="Arial" panose="020B0604020202020204" pitchFamily="34" charset="0"/>
              <a:buChar char="•"/>
            </a:pPr>
            <a:r>
              <a:rPr lang="en-US" b="1" i="0" dirty="0">
                <a:solidFill>
                  <a:srgbClr val="1F2328"/>
                </a:solidFill>
                <a:effectLst/>
                <a:latin typeface="-apple-system"/>
              </a:rPr>
              <a:t>Latvian vs. Yoruba fastText OOV rates (social media):</a:t>
            </a:r>
            <a:r>
              <a:rPr lang="en-US" b="0" i="0" dirty="0">
                <a:solidFill>
                  <a:srgbClr val="1F2328"/>
                </a:solidFill>
                <a:effectLst/>
                <a:latin typeface="-apple-system"/>
              </a:rPr>
              <a:t> distributions highlight heavy tails and the prevalence of unseen terms, reinforcing the risk of deploying embeddings without character-level backups.</a:t>
            </a:r>
          </a:p>
          <a:p>
            <a:pPr marL="285750" indent="-285750">
              <a:lnSpc>
                <a:spcPct val="150000"/>
              </a:lnSpc>
              <a:buFont typeface="Arial" panose="020B0604020202020204" pitchFamily="34" charset="0"/>
              <a:buChar char="•"/>
            </a:pPr>
            <a:r>
              <a:rPr lang="en-US" b="1" dirty="0">
                <a:solidFill>
                  <a:srgbClr val="1F2328"/>
                </a:solidFill>
                <a:latin typeface="-apple-system"/>
              </a:rPr>
              <a:t>Diagnostic takeaway (current script): </a:t>
            </a:r>
            <a:r>
              <a:rPr lang="en-US" dirty="0">
                <a:solidFill>
                  <a:srgbClr val="1F2328"/>
                </a:solidFill>
                <a:latin typeface="-apple-system"/>
              </a:rPr>
              <a:t>the histograms signal where fastText alone is fragile due to high OOV rates.</a:t>
            </a:r>
          </a:p>
        </p:txBody>
      </p:sp>
      <p:pic>
        <p:nvPicPr>
          <p:cNvPr id="10" name="Picture 9" descr="A group of graphs showing different types of data&#10;&#10;AI-generated content may be incorrect.">
            <a:extLst>
              <a:ext uri="{FF2B5EF4-FFF2-40B4-BE49-F238E27FC236}">
                <a16:creationId xmlns:a16="http://schemas.microsoft.com/office/drawing/2014/main" id="{573E313F-3778-02A1-5E39-7A37A105E1EB}"/>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3688239" y="668525"/>
            <a:ext cx="8374504" cy="5557176"/>
          </a:xfrm>
          <a:prstGeom prst="rect">
            <a:avLst/>
          </a:prstGeom>
        </p:spPr>
      </p:pic>
    </p:spTree>
    <p:extLst>
      <p:ext uri="{BB962C8B-B14F-4D97-AF65-F5344CB8AC3E}">
        <p14:creationId xmlns:p14="http://schemas.microsoft.com/office/powerpoint/2010/main" val="3252986257"/>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EE4P_STYLE_ID" val="6cd991bf-f022-4378-96e7-2c338aeb3f5a"/>
  <p:tag name="LANG_DEF" val="3079"/>
  <p:tag name="LANG_NAME" val="German Austria"/>
  <p:tag name="MASTCOUNT" val="1"/>
  <p:tag name="DES1LAYOUTCOUNT" val="33"/>
  <p:tag name="LINGO_COUNT" val="28"/>
</p:tagLst>
</file>

<file path=ppt/tags/tag2.xml><?xml version="1.0" encoding="utf-8"?>
<p:tagLst xmlns:a="http://schemas.openxmlformats.org/drawingml/2006/main" xmlns:r="http://schemas.openxmlformats.org/officeDocument/2006/relationships" xmlns:p="http://schemas.openxmlformats.org/presentationml/2006/main">
  <p:tag name="SHAPE" val="OLD"/>
</p:tagLst>
</file>

<file path=ppt/tags/tag3.xml><?xml version="1.0" encoding="utf-8"?>
<p:tagLst xmlns:a="http://schemas.openxmlformats.org/drawingml/2006/main" xmlns:r="http://schemas.openxmlformats.org/officeDocument/2006/relationships" xmlns:p="http://schemas.openxmlformats.org/presentationml/2006/main">
  <p:tag name="SHAPE" val="OLD"/>
</p:tagLst>
</file>

<file path=ppt/tags/tag4.xml><?xml version="1.0" encoding="utf-8"?>
<p:tagLst xmlns:a="http://schemas.openxmlformats.org/drawingml/2006/main" xmlns:r="http://schemas.openxmlformats.org/officeDocument/2006/relationships" xmlns:p="http://schemas.openxmlformats.org/presentationml/2006/main">
  <p:tag name="SHAPE" val="OLD"/>
</p:tagLst>
</file>

<file path=ppt/tags/tag5.xml><?xml version="1.0" encoding="utf-8"?>
<p:tagLst xmlns:a="http://schemas.openxmlformats.org/drawingml/2006/main" xmlns:r="http://schemas.openxmlformats.org/officeDocument/2006/relationships" xmlns:p="http://schemas.openxmlformats.org/presentationml/2006/main">
  <p:tag name="SHAPE" val="OLD"/>
</p:tagLst>
</file>

<file path=ppt/tags/tag6.xml><?xml version="1.0" encoding="utf-8"?>
<p:tagLst xmlns:a="http://schemas.openxmlformats.org/drawingml/2006/main" xmlns:r="http://schemas.openxmlformats.org/officeDocument/2006/relationships" xmlns:p="http://schemas.openxmlformats.org/presentationml/2006/main">
  <p:tag name="SHAPE" val="OLD"/>
</p:tagLst>
</file>

<file path=ppt/tags/tag7.xml><?xml version="1.0" encoding="utf-8"?>
<p:tagLst xmlns:a="http://schemas.openxmlformats.org/drawingml/2006/main" xmlns:r="http://schemas.openxmlformats.org/officeDocument/2006/relationships" xmlns:p="http://schemas.openxmlformats.org/presentationml/2006/main">
  <p:tag name="SHAPE" val="OLD"/>
</p:tagLst>
</file>

<file path=ppt/tags/tag8.xml><?xml version="1.0" encoding="utf-8"?>
<p:tagLst xmlns:a="http://schemas.openxmlformats.org/drawingml/2006/main" xmlns:r="http://schemas.openxmlformats.org/officeDocument/2006/relationships" xmlns:p="http://schemas.openxmlformats.org/presentationml/2006/main">
  <p:tag name="SHAPE" val="OLD"/>
</p:tagLst>
</file>

<file path=ppt/tags/tag9.xml><?xml version="1.0" encoding="utf-8"?>
<p:tagLst xmlns:a="http://schemas.openxmlformats.org/drawingml/2006/main" xmlns:r="http://schemas.openxmlformats.org/officeDocument/2006/relationships" xmlns:p="http://schemas.openxmlformats.org/presentationml/2006/main">
  <p:tag name="SHAPE" val="OLD"/>
</p:tagLst>
</file>

<file path=ppt/tags/tag10.xml><?xml version="1.0" encoding="utf-8"?>
<p:tagLst xmlns:a="http://schemas.openxmlformats.org/drawingml/2006/main" xmlns:r="http://schemas.openxmlformats.org/officeDocument/2006/relationships" xmlns:p="http://schemas.openxmlformats.org/presentationml/2006/main">
  <p:tag name="SHAPE" val="OLD"/>
</p:tagLst>
</file>

<file path=ppt/tags/tag11.xml><?xml version="1.0" encoding="utf-8"?>
<p:tagLst xmlns:a="http://schemas.openxmlformats.org/drawingml/2006/main" xmlns:r="http://schemas.openxmlformats.org/officeDocument/2006/relationships" xmlns:p="http://schemas.openxmlformats.org/presentationml/2006/main">
  <p:tag name="SHAPE" val="OLD"/>
</p:tagLst>
</file>

<file path=ppt/tags/tag12.xml><?xml version="1.0" encoding="utf-8"?>
<p:tagLst xmlns:a="http://schemas.openxmlformats.org/drawingml/2006/main" xmlns:r="http://schemas.openxmlformats.org/officeDocument/2006/relationships" xmlns:p="http://schemas.openxmlformats.org/presentationml/2006/main">
  <p:tag name="SHAPE" val="OLD"/>
</p:tagLst>
</file>

<file path=ppt/tags/tag13.xml><?xml version="1.0" encoding="utf-8"?>
<p:tagLst xmlns:a="http://schemas.openxmlformats.org/drawingml/2006/main" xmlns:r="http://schemas.openxmlformats.org/officeDocument/2006/relationships" xmlns:p="http://schemas.openxmlformats.org/presentationml/2006/main">
  <p:tag name="SHAPE" val="OLD"/>
</p:tagLst>
</file>

<file path=ppt/tags/tag14.xml><?xml version="1.0" encoding="utf-8"?>
<p:tagLst xmlns:a="http://schemas.openxmlformats.org/drawingml/2006/main" xmlns:r="http://schemas.openxmlformats.org/officeDocument/2006/relationships" xmlns:p="http://schemas.openxmlformats.org/presentationml/2006/main">
  <p:tag name="SHAPE" val="OLD"/>
</p:tagLst>
</file>

<file path=ppt/tags/tag15.xml><?xml version="1.0" encoding="utf-8"?>
<p:tagLst xmlns:a="http://schemas.openxmlformats.org/drawingml/2006/main" xmlns:r="http://schemas.openxmlformats.org/officeDocument/2006/relationships" xmlns:p="http://schemas.openxmlformats.org/presentationml/2006/main">
  <p:tag name="SHAPE" val="OLD"/>
</p:tagLst>
</file>

<file path=ppt/tags/tag16.xml><?xml version="1.0" encoding="utf-8"?>
<p:tagLst xmlns:a="http://schemas.openxmlformats.org/drawingml/2006/main" xmlns:r="http://schemas.openxmlformats.org/officeDocument/2006/relationships" xmlns:p="http://schemas.openxmlformats.org/presentationml/2006/main">
  <p:tag name="SHAPE" val="OLD"/>
</p:tagLst>
</file>

<file path=ppt/tags/tag17.xml><?xml version="1.0" encoding="utf-8"?>
<p:tagLst xmlns:a="http://schemas.openxmlformats.org/drawingml/2006/main" xmlns:r="http://schemas.openxmlformats.org/officeDocument/2006/relationships" xmlns:p="http://schemas.openxmlformats.org/presentationml/2006/main">
  <p:tag name="SHAPE" val="OLD"/>
</p:tagLst>
</file>

<file path=ppt/tags/tag18.xml><?xml version="1.0" encoding="utf-8"?>
<p:tagLst xmlns:a="http://schemas.openxmlformats.org/drawingml/2006/main" xmlns:r="http://schemas.openxmlformats.org/officeDocument/2006/relationships" xmlns:p="http://schemas.openxmlformats.org/presentationml/2006/main">
  <p:tag name="SHAPE" val="OLD"/>
</p:tagLst>
</file>

<file path=ppt/tags/tag19.xml><?xml version="1.0" encoding="utf-8"?>
<p:tagLst xmlns:a="http://schemas.openxmlformats.org/drawingml/2006/main" xmlns:r="http://schemas.openxmlformats.org/officeDocument/2006/relationships" xmlns:p="http://schemas.openxmlformats.org/presentationml/2006/main">
  <p:tag name="SHAPE" val="OLD"/>
</p:tagLst>
</file>

<file path=ppt/tags/tag20.xml><?xml version="1.0" encoding="utf-8"?>
<p:tagLst xmlns:a="http://schemas.openxmlformats.org/drawingml/2006/main" xmlns:r="http://schemas.openxmlformats.org/officeDocument/2006/relationships" xmlns:p="http://schemas.openxmlformats.org/presentationml/2006/main">
  <p:tag name="SHAPE" val="OLD"/>
</p:tagLst>
</file>

<file path=ppt/tags/tag21.xml><?xml version="1.0" encoding="utf-8"?>
<p:tagLst xmlns:a="http://schemas.openxmlformats.org/drawingml/2006/main" xmlns:r="http://schemas.openxmlformats.org/officeDocument/2006/relationships" xmlns:p="http://schemas.openxmlformats.org/presentationml/2006/main">
  <p:tag name="SHAPE" val="OLD"/>
</p:tagLst>
</file>

<file path=ppt/tags/tag22.xml><?xml version="1.0" encoding="utf-8"?>
<p:tagLst xmlns:a="http://schemas.openxmlformats.org/drawingml/2006/main" xmlns:r="http://schemas.openxmlformats.org/officeDocument/2006/relationships" xmlns:p="http://schemas.openxmlformats.org/presentationml/2006/main">
  <p:tag name="SHAPE" val="OLD"/>
</p:tagLst>
</file>

<file path=ppt/tags/tag23.xml><?xml version="1.0" encoding="utf-8"?>
<p:tagLst xmlns:a="http://schemas.openxmlformats.org/drawingml/2006/main" xmlns:r="http://schemas.openxmlformats.org/officeDocument/2006/relationships" xmlns:p="http://schemas.openxmlformats.org/presentationml/2006/main">
  <p:tag name="SHAPE" val="OLD"/>
</p:tagLst>
</file>

<file path=ppt/tags/tag24.xml><?xml version="1.0" encoding="utf-8"?>
<p:tagLst xmlns:a="http://schemas.openxmlformats.org/drawingml/2006/main" xmlns:r="http://schemas.openxmlformats.org/officeDocument/2006/relationships" xmlns:p="http://schemas.openxmlformats.org/presentationml/2006/main">
  <p:tag name="SHAPE" val="OLD"/>
</p:tagLst>
</file>

<file path=ppt/tags/tag25.xml><?xml version="1.0" encoding="utf-8"?>
<p:tagLst xmlns:a="http://schemas.openxmlformats.org/drawingml/2006/main" xmlns:r="http://schemas.openxmlformats.org/officeDocument/2006/relationships" xmlns:p="http://schemas.openxmlformats.org/presentationml/2006/main">
  <p:tag name="SHAPE" val="OLD"/>
</p:tagLst>
</file>

<file path=ppt/tags/tag26.xml><?xml version="1.0" encoding="utf-8"?>
<p:tagLst xmlns:a="http://schemas.openxmlformats.org/drawingml/2006/main" xmlns:r="http://schemas.openxmlformats.org/officeDocument/2006/relationships" xmlns:p="http://schemas.openxmlformats.org/presentationml/2006/main">
  <p:tag name="SHAPE" val="OLD"/>
</p:tagLst>
</file>

<file path=ppt/tags/tag27.xml><?xml version="1.0" encoding="utf-8"?>
<p:tagLst xmlns:a="http://schemas.openxmlformats.org/drawingml/2006/main" xmlns:r="http://schemas.openxmlformats.org/officeDocument/2006/relationships" xmlns:p="http://schemas.openxmlformats.org/presentationml/2006/main">
  <p:tag name="SHAPE" val="OLD"/>
</p:tagLst>
</file>

<file path=ppt/tags/tag28.xml><?xml version="1.0" encoding="utf-8"?>
<p:tagLst xmlns:a="http://schemas.openxmlformats.org/drawingml/2006/main" xmlns:r="http://schemas.openxmlformats.org/officeDocument/2006/relationships" xmlns:p="http://schemas.openxmlformats.org/presentationml/2006/main">
  <p:tag name="SHAPE" val="OLD"/>
</p:tagLst>
</file>

<file path=ppt/tags/tag29.xml><?xml version="1.0" encoding="utf-8"?>
<p:tagLst xmlns:a="http://schemas.openxmlformats.org/drawingml/2006/main" xmlns:r="http://schemas.openxmlformats.org/officeDocument/2006/relationships" xmlns:p="http://schemas.openxmlformats.org/presentationml/2006/main">
  <p:tag name="SHAPE" val="OLD"/>
</p:tagLst>
</file>

<file path=ppt/tags/tag30.xml><?xml version="1.0" encoding="utf-8"?>
<p:tagLst xmlns:a="http://schemas.openxmlformats.org/drawingml/2006/main" xmlns:r="http://schemas.openxmlformats.org/officeDocument/2006/relationships" xmlns:p="http://schemas.openxmlformats.org/presentationml/2006/main">
  <p:tag name="SHAPE" val="OLD"/>
</p:tagLst>
</file>

<file path=ppt/tags/tag31.xml><?xml version="1.0" encoding="utf-8"?>
<p:tagLst xmlns:a="http://schemas.openxmlformats.org/drawingml/2006/main" xmlns:r="http://schemas.openxmlformats.org/officeDocument/2006/relationships" xmlns:p="http://schemas.openxmlformats.org/presentationml/2006/main">
  <p:tag name="SHAPE" val="OLD"/>
</p:tagLst>
</file>

<file path=ppt/tags/tag32.xml><?xml version="1.0" encoding="utf-8"?>
<p:tagLst xmlns:a="http://schemas.openxmlformats.org/drawingml/2006/main" xmlns:r="http://schemas.openxmlformats.org/officeDocument/2006/relationships" xmlns:p="http://schemas.openxmlformats.org/presentationml/2006/main">
  <p:tag name="SHAPE" val="OLD"/>
</p:tagLst>
</file>

<file path=ppt/tags/tag33.xml><?xml version="1.0" encoding="utf-8"?>
<p:tagLst xmlns:a="http://schemas.openxmlformats.org/drawingml/2006/main" xmlns:r="http://schemas.openxmlformats.org/officeDocument/2006/relationships" xmlns:p="http://schemas.openxmlformats.org/presentationml/2006/main">
  <p:tag name="SHAPE" val="OLD"/>
</p:tagLst>
</file>

<file path=ppt/tags/tag34.xml><?xml version="1.0" encoding="utf-8"?>
<p:tagLst xmlns:a="http://schemas.openxmlformats.org/drawingml/2006/main" xmlns:r="http://schemas.openxmlformats.org/officeDocument/2006/relationships" xmlns:p="http://schemas.openxmlformats.org/presentationml/2006/main">
  <p:tag name="SHAPE" val="OLD"/>
</p:tagLst>
</file>

<file path=ppt/tags/tag35.xml><?xml version="1.0" encoding="utf-8"?>
<p:tagLst xmlns:a="http://schemas.openxmlformats.org/drawingml/2006/main" xmlns:r="http://schemas.openxmlformats.org/officeDocument/2006/relationships" xmlns:p="http://schemas.openxmlformats.org/presentationml/2006/main">
  <p:tag name="SHAPE" val="OLD"/>
</p:tagLst>
</file>

<file path=ppt/tags/tag36.xml><?xml version="1.0" encoding="utf-8"?>
<p:tagLst xmlns:a="http://schemas.openxmlformats.org/drawingml/2006/main" xmlns:r="http://schemas.openxmlformats.org/officeDocument/2006/relationships" xmlns:p="http://schemas.openxmlformats.org/presentationml/2006/main">
  <p:tag name="SHAPE" val="OLD"/>
</p:tagLst>
</file>

<file path=ppt/tags/tag37.xml><?xml version="1.0" encoding="utf-8"?>
<p:tagLst xmlns:a="http://schemas.openxmlformats.org/drawingml/2006/main" xmlns:r="http://schemas.openxmlformats.org/officeDocument/2006/relationships" xmlns:p="http://schemas.openxmlformats.org/presentationml/2006/main">
  <p:tag name="SHAPE" val="OLD"/>
</p:tagLst>
</file>

<file path=ppt/tags/tag38.xml><?xml version="1.0" encoding="utf-8"?>
<p:tagLst xmlns:a="http://schemas.openxmlformats.org/drawingml/2006/main" xmlns:r="http://schemas.openxmlformats.org/officeDocument/2006/relationships" xmlns:p="http://schemas.openxmlformats.org/presentationml/2006/main">
  <p:tag name="SHAPE" val="OLD"/>
</p:tagLst>
</file>

<file path=ppt/tags/tag39.xml><?xml version="1.0" encoding="utf-8"?>
<p:tagLst xmlns:a="http://schemas.openxmlformats.org/drawingml/2006/main" xmlns:r="http://schemas.openxmlformats.org/officeDocument/2006/relationships" xmlns:p="http://schemas.openxmlformats.org/presentationml/2006/main">
  <p:tag name="SHAPE" val="OLD"/>
</p:tagLst>
</file>

<file path=ppt/tags/tag40.xml><?xml version="1.0" encoding="utf-8"?>
<p:tagLst xmlns:a="http://schemas.openxmlformats.org/drawingml/2006/main" xmlns:r="http://schemas.openxmlformats.org/officeDocument/2006/relationships" xmlns:p="http://schemas.openxmlformats.org/presentationml/2006/main">
  <p:tag name="SHAPE" val="OLD"/>
</p:tagLst>
</file>

<file path=ppt/tags/tag41.xml><?xml version="1.0" encoding="utf-8"?>
<p:tagLst xmlns:a="http://schemas.openxmlformats.org/drawingml/2006/main" xmlns:r="http://schemas.openxmlformats.org/officeDocument/2006/relationships" xmlns:p="http://schemas.openxmlformats.org/presentationml/2006/main">
  <p:tag name="SHAPE" val="OLD"/>
</p:tagLst>
</file>

<file path=ppt/tags/tag42.xml><?xml version="1.0" encoding="utf-8"?>
<p:tagLst xmlns:a="http://schemas.openxmlformats.org/drawingml/2006/main" xmlns:r="http://schemas.openxmlformats.org/officeDocument/2006/relationships" xmlns:p="http://schemas.openxmlformats.org/presentationml/2006/main">
  <p:tag name="SHAPE" val="OLD"/>
</p:tagLst>
</file>

<file path=ppt/tags/tag43.xml><?xml version="1.0" encoding="utf-8"?>
<p:tagLst xmlns:a="http://schemas.openxmlformats.org/drawingml/2006/main" xmlns:r="http://schemas.openxmlformats.org/officeDocument/2006/relationships" xmlns:p="http://schemas.openxmlformats.org/presentationml/2006/main">
  <p:tag name="SHAPE" val="OLD"/>
</p:tagLst>
</file>

<file path=ppt/tags/tag44.xml><?xml version="1.0" encoding="utf-8"?>
<p:tagLst xmlns:a="http://schemas.openxmlformats.org/drawingml/2006/main" xmlns:r="http://schemas.openxmlformats.org/officeDocument/2006/relationships" xmlns:p="http://schemas.openxmlformats.org/presentationml/2006/main">
  <p:tag name="SHAPE" val="OLD"/>
</p:tagLst>
</file>

<file path=ppt/tags/tag45.xml><?xml version="1.0" encoding="utf-8"?>
<p:tagLst xmlns:a="http://schemas.openxmlformats.org/drawingml/2006/main" xmlns:r="http://schemas.openxmlformats.org/officeDocument/2006/relationships" xmlns:p="http://schemas.openxmlformats.org/presentationml/2006/main">
  <p:tag name="SHAPE" val="OLD"/>
</p:tagLst>
</file>

<file path=ppt/tags/tag46.xml><?xml version="1.0" encoding="utf-8"?>
<p:tagLst xmlns:a="http://schemas.openxmlformats.org/drawingml/2006/main" xmlns:r="http://schemas.openxmlformats.org/officeDocument/2006/relationships" xmlns:p="http://schemas.openxmlformats.org/presentationml/2006/main">
  <p:tag name="SHAPE" val="OLD"/>
</p:tagLst>
</file>

<file path=ppt/tags/tag47.xml><?xml version="1.0" encoding="utf-8"?>
<p:tagLst xmlns:a="http://schemas.openxmlformats.org/drawingml/2006/main" xmlns:r="http://schemas.openxmlformats.org/officeDocument/2006/relationships" xmlns:p="http://schemas.openxmlformats.org/presentationml/2006/main">
  <p:tag name="SHAPE" val="OLD"/>
</p:tagLst>
</file>

<file path=ppt/tags/tag48.xml><?xml version="1.0" encoding="utf-8"?>
<p:tagLst xmlns:a="http://schemas.openxmlformats.org/drawingml/2006/main" xmlns:r="http://schemas.openxmlformats.org/officeDocument/2006/relationships" xmlns:p="http://schemas.openxmlformats.org/presentationml/2006/main">
  <p:tag name="SHAPE" val="OLD"/>
</p:tagLst>
</file>

<file path=ppt/tags/tag49.xml><?xml version="1.0" encoding="utf-8"?>
<p:tagLst xmlns:a="http://schemas.openxmlformats.org/drawingml/2006/main" xmlns:r="http://schemas.openxmlformats.org/officeDocument/2006/relationships" xmlns:p="http://schemas.openxmlformats.org/presentationml/2006/main">
  <p:tag name="SHAPE" val="OLD"/>
</p:tagLst>
</file>

<file path=ppt/tags/tag50.xml><?xml version="1.0" encoding="utf-8"?>
<p:tagLst xmlns:a="http://schemas.openxmlformats.org/drawingml/2006/main" xmlns:r="http://schemas.openxmlformats.org/officeDocument/2006/relationships" xmlns:p="http://schemas.openxmlformats.org/presentationml/2006/main">
  <p:tag name="SHAPE" val="OLD"/>
</p:tagLst>
</file>

<file path=ppt/tags/tag51.xml><?xml version="1.0" encoding="utf-8"?>
<p:tagLst xmlns:a="http://schemas.openxmlformats.org/drawingml/2006/main" xmlns:r="http://schemas.openxmlformats.org/officeDocument/2006/relationships" xmlns:p="http://schemas.openxmlformats.org/presentationml/2006/main">
  <p:tag name="SHAPE" val="OLD"/>
</p:tagLst>
</file>

<file path=ppt/tags/tag52.xml><?xml version="1.0" encoding="utf-8"?>
<p:tagLst xmlns:a="http://schemas.openxmlformats.org/drawingml/2006/main" xmlns:r="http://schemas.openxmlformats.org/officeDocument/2006/relationships" xmlns:p="http://schemas.openxmlformats.org/presentationml/2006/main">
  <p:tag name="SHAPE" val="OLD"/>
</p:tagLst>
</file>

<file path=ppt/tags/tag53.xml><?xml version="1.0" encoding="utf-8"?>
<p:tagLst xmlns:a="http://schemas.openxmlformats.org/drawingml/2006/main" xmlns:r="http://schemas.openxmlformats.org/officeDocument/2006/relationships" xmlns:p="http://schemas.openxmlformats.org/presentationml/2006/main">
  <p:tag name="SHAPE" val="OLD"/>
</p:tagLst>
</file>

<file path=ppt/tags/tag54.xml><?xml version="1.0" encoding="utf-8"?>
<p:tagLst xmlns:a="http://schemas.openxmlformats.org/drawingml/2006/main" xmlns:r="http://schemas.openxmlformats.org/officeDocument/2006/relationships" xmlns:p="http://schemas.openxmlformats.org/presentationml/2006/main">
  <p:tag name="SHAPE" val="OLD"/>
</p:tagLst>
</file>

<file path=ppt/tags/tag55.xml><?xml version="1.0" encoding="utf-8"?>
<p:tagLst xmlns:a="http://schemas.openxmlformats.org/drawingml/2006/main" xmlns:r="http://schemas.openxmlformats.org/officeDocument/2006/relationships" xmlns:p="http://schemas.openxmlformats.org/presentationml/2006/main">
  <p:tag name="SHAPE" val="OLD"/>
</p:tagLst>
</file>

<file path=ppt/tags/tag56.xml><?xml version="1.0" encoding="utf-8"?>
<p:tagLst xmlns:a="http://schemas.openxmlformats.org/drawingml/2006/main" xmlns:r="http://schemas.openxmlformats.org/officeDocument/2006/relationships" xmlns:p="http://schemas.openxmlformats.org/presentationml/2006/main">
  <p:tag name="SHAPE" val="OLD"/>
</p:tagLst>
</file>

<file path=ppt/tags/tag57.xml><?xml version="1.0" encoding="utf-8"?>
<p:tagLst xmlns:a="http://schemas.openxmlformats.org/drawingml/2006/main" xmlns:r="http://schemas.openxmlformats.org/officeDocument/2006/relationships" xmlns:p="http://schemas.openxmlformats.org/presentationml/2006/main">
  <p:tag name="SHAPE" val="OLD"/>
</p:tagLst>
</file>

<file path=ppt/tags/tag58.xml><?xml version="1.0" encoding="utf-8"?>
<p:tagLst xmlns:a="http://schemas.openxmlformats.org/drawingml/2006/main" xmlns:r="http://schemas.openxmlformats.org/officeDocument/2006/relationships" xmlns:p="http://schemas.openxmlformats.org/presentationml/2006/main">
  <p:tag name="SHAPE" val="OLD"/>
</p:tagLst>
</file>

<file path=ppt/tags/tag59.xml><?xml version="1.0" encoding="utf-8"?>
<p:tagLst xmlns:a="http://schemas.openxmlformats.org/drawingml/2006/main" xmlns:r="http://schemas.openxmlformats.org/officeDocument/2006/relationships" xmlns:p="http://schemas.openxmlformats.org/presentationml/2006/main">
  <p:tag name="SHAPE" val="OLD"/>
</p:tagLst>
</file>

<file path=ppt/tags/tag60.xml><?xml version="1.0" encoding="utf-8"?>
<p:tagLst xmlns:a="http://schemas.openxmlformats.org/drawingml/2006/main" xmlns:r="http://schemas.openxmlformats.org/officeDocument/2006/relationships" xmlns:p="http://schemas.openxmlformats.org/presentationml/2006/main">
  <p:tag name="SHAPE" val="OLD"/>
</p:tagLst>
</file>

<file path=ppt/tags/tag61.xml><?xml version="1.0" encoding="utf-8"?>
<p:tagLst xmlns:a="http://schemas.openxmlformats.org/drawingml/2006/main" xmlns:r="http://schemas.openxmlformats.org/officeDocument/2006/relationships" xmlns:p="http://schemas.openxmlformats.org/presentationml/2006/main">
  <p:tag name="SHAPE" val="OLD"/>
</p:tagLst>
</file>

<file path=ppt/tags/tag62.xml><?xml version="1.0" encoding="utf-8"?>
<p:tagLst xmlns:a="http://schemas.openxmlformats.org/drawingml/2006/main" xmlns:r="http://schemas.openxmlformats.org/officeDocument/2006/relationships" xmlns:p="http://schemas.openxmlformats.org/presentationml/2006/main">
  <p:tag name="SHAPE" val="OLD"/>
</p:tagLst>
</file>

<file path=ppt/tags/tag63.xml><?xml version="1.0" encoding="utf-8"?>
<p:tagLst xmlns:a="http://schemas.openxmlformats.org/drawingml/2006/main" xmlns:r="http://schemas.openxmlformats.org/officeDocument/2006/relationships" xmlns:p="http://schemas.openxmlformats.org/presentationml/2006/main">
  <p:tag name="SHAPE" val="OLD"/>
</p:tagLst>
</file>

<file path=ppt/tags/tag64.xml><?xml version="1.0" encoding="utf-8"?>
<p:tagLst xmlns:a="http://schemas.openxmlformats.org/drawingml/2006/main" xmlns:r="http://schemas.openxmlformats.org/officeDocument/2006/relationships" xmlns:p="http://schemas.openxmlformats.org/presentationml/2006/main">
  <p:tag name="SHAPE" val="OLD"/>
</p:tagLst>
</file>

<file path=ppt/tags/tag65.xml><?xml version="1.0" encoding="utf-8"?>
<p:tagLst xmlns:a="http://schemas.openxmlformats.org/drawingml/2006/main" xmlns:r="http://schemas.openxmlformats.org/officeDocument/2006/relationships" xmlns:p="http://schemas.openxmlformats.org/presentationml/2006/main">
  <p:tag name="SHAPE" val="OLD"/>
</p:tagLst>
</file>

<file path=ppt/tags/tag66.xml><?xml version="1.0" encoding="utf-8"?>
<p:tagLst xmlns:a="http://schemas.openxmlformats.org/drawingml/2006/main" xmlns:r="http://schemas.openxmlformats.org/officeDocument/2006/relationships" xmlns:p="http://schemas.openxmlformats.org/presentationml/2006/main">
  <p:tag name="SHAPE" val="OLD"/>
</p:tagLst>
</file>

<file path=ppt/tags/tag67.xml><?xml version="1.0" encoding="utf-8"?>
<p:tagLst xmlns:a="http://schemas.openxmlformats.org/drawingml/2006/main" xmlns:r="http://schemas.openxmlformats.org/officeDocument/2006/relationships" xmlns:p="http://schemas.openxmlformats.org/presentationml/2006/main">
  <p:tag name="SHAPE" val="OLD"/>
</p:tagLst>
</file>

<file path=ppt/tags/tag68.xml><?xml version="1.0" encoding="utf-8"?>
<p:tagLst xmlns:a="http://schemas.openxmlformats.org/drawingml/2006/main" xmlns:r="http://schemas.openxmlformats.org/officeDocument/2006/relationships" xmlns:p="http://schemas.openxmlformats.org/presentationml/2006/main">
  <p:tag name="SHAPE" val="OLD"/>
</p:tagLst>
</file>

<file path=ppt/tags/tag69.xml><?xml version="1.0" encoding="utf-8"?>
<p:tagLst xmlns:a="http://schemas.openxmlformats.org/drawingml/2006/main" xmlns:r="http://schemas.openxmlformats.org/officeDocument/2006/relationships" xmlns:p="http://schemas.openxmlformats.org/presentationml/2006/main">
  <p:tag name="SHAPE" val="OLD"/>
</p:tagLst>
</file>

<file path=ppt/tags/tag70.xml><?xml version="1.0" encoding="utf-8"?>
<p:tagLst xmlns:a="http://schemas.openxmlformats.org/drawingml/2006/main" xmlns:r="http://schemas.openxmlformats.org/officeDocument/2006/relationships" xmlns:p="http://schemas.openxmlformats.org/presentationml/2006/main">
  <p:tag name="SHAPE" val="OLD"/>
</p:tagLst>
</file>

<file path=ppt/tags/tag71.xml><?xml version="1.0" encoding="utf-8"?>
<p:tagLst xmlns:a="http://schemas.openxmlformats.org/drawingml/2006/main" xmlns:r="http://schemas.openxmlformats.org/officeDocument/2006/relationships" xmlns:p="http://schemas.openxmlformats.org/presentationml/2006/main">
  <p:tag name="SHAPE" val="OLD"/>
</p:tagLst>
</file>

<file path=ppt/tags/tag72.xml><?xml version="1.0" encoding="utf-8"?>
<p:tagLst xmlns:a="http://schemas.openxmlformats.org/drawingml/2006/main" xmlns:r="http://schemas.openxmlformats.org/officeDocument/2006/relationships" xmlns:p="http://schemas.openxmlformats.org/presentationml/2006/main">
  <p:tag name="SHAPE" val="OLD"/>
</p:tagLst>
</file>

<file path=ppt/tags/tag73.xml><?xml version="1.0" encoding="utf-8"?>
<p:tagLst xmlns:a="http://schemas.openxmlformats.org/drawingml/2006/main" xmlns:r="http://schemas.openxmlformats.org/officeDocument/2006/relationships" xmlns:p="http://schemas.openxmlformats.org/presentationml/2006/main">
  <p:tag name="SHAPE" val="OLD"/>
</p:tagLst>
</file>

<file path=ppt/tags/tag74.xml><?xml version="1.0" encoding="utf-8"?>
<p:tagLst xmlns:a="http://schemas.openxmlformats.org/drawingml/2006/main" xmlns:r="http://schemas.openxmlformats.org/officeDocument/2006/relationships" xmlns:p="http://schemas.openxmlformats.org/presentationml/2006/main">
  <p:tag name="SHAPE" val="OLD"/>
</p:tagLst>
</file>

<file path=ppt/tags/tag75.xml><?xml version="1.0" encoding="utf-8"?>
<p:tagLst xmlns:a="http://schemas.openxmlformats.org/drawingml/2006/main" xmlns:r="http://schemas.openxmlformats.org/officeDocument/2006/relationships" xmlns:p="http://schemas.openxmlformats.org/presentationml/2006/main">
  <p:tag name="SHAPE" val="OLD"/>
</p:tagLst>
</file>

<file path=ppt/tags/tag76.xml><?xml version="1.0" encoding="utf-8"?>
<p:tagLst xmlns:a="http://schemas.openxmlformats.org/drawingml/2006/main" xmlns:r="http://schemas.openxmlformats.org/officeDocument/2006/relationships" xmlns:p="http://schemas.openxmlformats.org/presentationml/2006/main">
  <p:tag name="SHAPE" val="OLD"/>
</p:tagLst>
</file>

<file path=ppt/tags/tag77.xml><?xml version="1.0" encoding="utf-8"?>
<p:tagLst xmlns:a="http://schemas.openxmlformats.org/drawingml/2006/main" xmlns:r="http://schemas.openxmlformats.org/officeDocument/2006/relationships" xmlns:p="http://schemas.openxmlformats.org/presentationml/2006/main">
  <p:tag name="SHAPE" val="OLD"/>
</p:tagLst>
</file>

<file path=ppt/tags/tag78.xml><?xml version="1.0" encoding="utf-8"?>
<p:tagLst xmlns:a="http://schemas.openxmlformats.org/drawingml/2006/main" xmlns:r="http://schemas.openxmlformats.org/officeDocument/2006/relationships" xmlns:p="http://schemas.openxmlformats.org/presentationml/2006/main">
  <p:tag name="SHAPE" val="OLD"/>
</p:tagLst>
</file>

<file path=ppt/tags/tag79.xml><?xml version="1.0" encoding="utf-8"?>
<p:tagLst xmlns:a="http://schemas.openxmlformats.org/drawingml/2006/main" xmlns:r="http://schemas.openxmlformats.org/officeDocument/2006/relationships" xmlns:p="http://schemas.openxmlformats.org/presentationml/2006/main">
  <p:tag name="SHAPE" val="OLD"/>
</p:tagLst>
</file>

<file path=ppt/tags/tag80.xml><?xml version="1.0" encoding="utf-8"?>
<p:tagLst xmlns:a="http://schemas.openxmlformats.org/drawingml/2006/main" xmlns:r="http://schemas.openxmlformats.org/officeDocument/2006/relationships" xmlns:p="http://schemas.openxmlformats.org/presentationml/2006/main">
  <p:tag name="SHAPE" val="OLD"/>
</p:tagLst>
</file>

<file path=ppt/tags/tag81.xml><?xml version="1.0" encoding="utf-8"?>
<p:tagLst xmlns:a="http://schemas.openxmlformats.org/drawingml/2006/main" xmlns:r="http://schemas.openxmlformats.org/officeDocument/2006/relationships" xmlns:p="http://schemas.openxmlformats.org/presentationml/2006/main">
  <p:tag name="SHAPE" val="OLD"/>
</p:tagLst>
</file>

<file path=ppt/tags/tag82.xml><?xml version="1.0" encoding="utf-8"?>
<p:tagLst xmlns:a="http://schemas.openxmlformats.org/drawingml/2006/main" xmlns:r="http://schemas.openxmlformats.org/officeDocument/2006/relationships" xmlns:p="http://schemas.openxmlformats.org/presentationml/2006/main">
  <p:tag name="SHAPE" val="OLD"/>
</p:tagLst>
</file>

<file path=ppt/tags/tag83.xml><?xml version="1.0" encoding="utf-8"?>
<p:tagLst xmlns:a="http://schemas.openxmlformats.org/drawingml/2006/main" xmlns:r="http://schemas.openxmlformats.org/officeDocument/2006/relationships" xmlns:p="http://schemas.openxmlformats.org/presentationml/2006/main">
  <p:tag name="SHAPE" val="OLD"/>
</p:tagLst>
</file>

<file path=ppt/tags/tag84.xml><?xml version="1.0" encoding="utf-8"?>
<p:tagLst xmlns:a="http://schemas.openxmlformats.org/drawingml/2006/main" xmlns:r="http://schemas.openxmlformats.org/officeDocument/2006/relationships" xmlns:p="http://schemas.openxmlformats.org/presentationml/2006/main">
  <p:tag name="SHAPE" val="OLD"/>
</p:tagLst>
</file>

<file path=ppt/tags/tag85.xml><?xml version="1.0" encoding="utf-8"?>
<p:tagLst xmlns:a="http://schemas.openxmlformats.org/drawingml/2006/main" xmlns:r="http://schemas.openxmlformats.org/officeDocument/2006/relationships" xmlns:p="http://schemas.openxmlformats.org/presentationml/2006/main">
  <p:tag name="SHAPE" val="OLD"/>
</p:tagLst>
</file>

<file path=ppt/tags/tag86.xml><?xml version="1.0" encoding="utf-8"?>
<p:tagLst xmlns:a="http://schemas.openxmlformats.org/drawingml/2006/main" xmlns:r="http://schemas.openxmlformats.org/officeDocument/2006/relationships" xmlns:p="http://schemas.openxmlformats.org/presentationml/2006/main">
  <p:tag name="SHAPE" val="OLD"/>
</p:tagLst>
</file>

<file path=ppt/tags/tag87.xml><?xml version="1.0" encoding="utf-8"?>
<p:tagLst xmlns:a="http://schemas.openxmlformats.org/drawingml/2006/main" xmlns:r="http://schemas.openxmlformats.org/officeDocument/2006/relationships" xmlns:p="http://schemas.openxmlformats.org/presentationml/2006/main">
  <p:tag name="SHAPE" val="OLD"/>
</p:tagLst>
</file>

<file path=ppt/tags/tag88.xml><?xml version="1.0" encoding="utf-8"?>
<p:tagLst xmlns:a="http://schemas.openxmlformats.org/drawingml/2006/main" xmlns:r="http://schemas.openxmlformats.org/officeDocument/2006/relationships" xmlns:p="http://schemas.openxmlformats.org/presentationml/2006/main">
  <p:tag name="SHAPE" val="OLD"/>
</p:tagLst>
</file>

<file path=ppt/tags/tag89.xml><?xml version="1.0" encoding="utf-8"?>
<p:tagLst xmlns:a="http://schemas.openxmlformats.org/drawingml/2006/main" xmlns:r="http://schemas.openxmlformats.org/officeDocument/2006/relationships" xmlns:p="http://schemas.openxmlformats.org/presentationml/2006/main">
  <p:tag name="SHAPE" val="OLD"/>
</p:tagLst>
</file>

<file path=ppt/tags/tag90.xml><?xml version="1.0" encoding="utf-8"?>
<p:tagLst xmlns:a="http://schemas.openxmlformats.org/drawingml/2006/main" xmlns:r="http://schemas.openxmlformats.org/officeDocument/2006/relationships" xmlns:p="http://schemas.openxmlformats.org/presentationml/2006/main">
  <p:tag name="SHAPE" val="OLD"/>
</p:tagLst>
</file>

<file path=ppt/tags/tag91.xml><?xml version="1.0" encoding="utf-8"?>
<p:tagLst xmlns:a="http://schemas.openxmlformats.org/drawingml/2006/main" xmlns:r="http://schemas.openxmlformats.org/officeDocument/2006/relationships" xmlns:p="http://schemas.openxmlformats.org/presentationml/2006/main">
  <p:tag name="SHAPE" val="OLD"/>
</p:tagLst>
</file>

<file path=ppt/tags/tag92.xml><?xml version="1.0" encoding="utf-8"?>
<p:tagLst xmlns:a="http://schemas.openxmlformats.org/drawingml/2006/main" xmlns:r="http://schemas.openxmlformats.org/officeDocument/2006/relationships" xmlns:p="http://schemas.openxmlformats.org/presentationml/2006/main">
  <p:tag name="SHAPE" val="OLD"/>
</p:tagLst>
</file>

<file path=ppt/tags/tag93.xml><?xml version="1.0" encoding="utf-8"?>
<p:tagLst xmlns:a="http://schemas.openxmlformats.org/drawingml/2006/main" xmlns:r="http://schemas.openxmlformats.org/officeDocument/2006/relationships" xmlns:p="http://schemas.openxmlformats.org/presentationml/2006/main">
  <p:tag name="SHAPE" val="OLD"/>
</p:tagLst>
</file>

<file path=ppt/tags/tag94.xml><?xml version="1.0" encoding="utf-8"?>
<p:tagLst xmlns:a="http://schemas.openxmlformats.org/drawingml/2006/main" xmlns:r="http://schemas.openxmlformats.org/officeDocument/2006/relationships" xmlns:p="http://schemas.openxmlformats.org/presentationml/2006/main">
  <p:tag name="SHAPE" val="OLD"/>
</p:tagLst>
</file>

<file path=ppt/tags/tag95.xml><?xml version="1.0" encoding="utf-8"?>
<p:tagLst xmlns:a="http://schemas.openxmlformats.org/drawingml/2006/main" xmlns:r="http://schemas.openxmlformats.org/officeDocument/2006/relationships" xmlns:p="http://schemas.openxmlformats.org/presentationml/2006/main">
  <p:tag name="SHAPE" val="OLD"/>
</p:tagLst>
</file>

<file path=ppt/tags/tag96.xml><?xml version="1.0" encoding="utf-8"?>
<p:tagLst xmlns:a="http://schemas.openxmlformats.org/drawingml/2006/main" xmlns:r="http://schemas.openxmlformats.org/officeDocument/2006/relationships" xmlns:p="http://schemas.openxmlformats.org/presentationml/2006/main">
  <p:tag name="SHAPE" val="OLD"/>
</p:tagLst>
</file>

<file path=ppt/tags/tag97.xml><?xml version="1.0" encoding="utf-8"?>
<p:tagLst xmlns:a="http://schemas.openxmlformats.org/drawingml/2006/main" xmlns:r="http://schemas.openxmlformats.org/officeDocument/2006/relationships" xmlns:p="http://schemas.openxmlformats.org/presentationml/2006/main">
  <p:tag name="SHAPE" val="OLD"/>
</p:tagLst>
</file>

<file path=ppt/tags/tag98.xml><?xml version="1.0" encoding="utf-8"?>
<p:tagLst xmlns:a="http://schemas.openxmlformats.org/drawingml/2006/main" xmlns:r="http://schemas.openxmlformats.org/officeDocument/2006/relationships" xmlns:p="http://schemas.openxmlformats.org/presentationml/2006/main">
  <p:tag name="SHAPE" val="OLD"/>
</p:tagLst>
</file>

<file path=ppt/tags/tag99.xml><?xml version="1.0" encoding="utf-8"?>
<p:tagLst xmlns:a="http://schemas.openxmlformats.org/drawingml/2006/main" xmlns:r="http://schemas.openxmlformats.org/officeDocument/2006/relationships" xmlns:p="http://schemas.openxmlformats.org/presentationml/2006/main">
  <p:tag name="SHAPE" val="OLD"/>
</p:tagLst>
</file>

<file path=ppt/tags/tag100.xml><?xml version="1.0" encoding="utf-8"?>
<p:tagLst xmlns:a="http://schemas.openxmlformats.org/drawingml/2006/main" xmlns:r="http://schemas.openxmlformats.org/officeDocument/2006/relationships" xmlns:p="http://schemas.openxmlformats.org/presentationml/2006/main">
  <p:tag name="SHAPE" val="OLD"/>
</p:tagLst>
</file>

<file path=ppt/tags/tag101.xml><?xml version="1.0" encoding="utf-8"?>
<p:tagLst xmlns:a="http://schemas.openxmlformats.org/drawingml/2006/main" xmlns:r="http://schemas.openxmlformats.org/officeDocument/2006/relationships" xmlns:p="http://schemas.openxmlformats.org/presentationml/2006/main">
  <p:tag name="SHAPE" val="OLD"/>
</p:tagLst>
</file>

<file path=ppt/tags/tag102.xml><?xml version="1.0" encoding="utf-8"?>
<p:tagLst xmlns:a="http://schemas.openxmlformats.org/drawingml/2006/main" xmlns:r="http://schemas.openxmlformats.org/officeDocument/2006/relationships" xmlns:p="http://schemas.openxmlformats.org/presentationml/2006/main">
  <p:tag name="SHAPE" val="OLD"/>
</p:tagLst>
</file>

<file path=ppt/tags/tag103.xml><?xml version="1.0" encoding="utf-8"?>
<p:tagLst xmlns:a="http://schemas.openxmlformats.org/drawingml/2006/main" xmlns:r="http://schemas.openxmlformats.org/officeDocument/2006/relationships" xmlns:p="http://schemas.openxmlformats.org/presentationml/2006/main">
  <p:tag name="SHAPE" val="OLD"/>
</p:tagLst>
</file>

<file path=ppt/tags/tag104.xml><?xml version="1.0" encoding="utf-8"?>
<p:tagLst xmlns:a="http://schemas.openxmlformats.org/drawingml/2006/main" xmlns:r="http://schemas.openxmlformats.org/officeDocument/2006/relationships" xmlns:p="http://schemas.openxmlformats.org/presentationml/2006/main">
  <p:tag name="SHAPE" val="OLD"/>
</p:tagLst>
</file>

<file path=ppt/tags/tag105.xml><?xml version="1.0" encoding="utf-8"?>
<p:tagLst xmlns:a="http://schemas.openxmlformats.org/drawingml/2006/main" xmlns:r="http://schemas.openxmlformats.org/officeDocument/2006/relationships" xmlns:p="http://schemas.openxmlformats.org/presentationml/2006/main">
  <p:tag name="SHAPE" val="OLD"/>
</p:tagLst>
</file>

<file path=ppt/tags/tag106.xml><?xml version="1.0" encoding="utf-8"?>
<p:tagLst xmlns:a="http://schemas.openxmlformats.org/drawingml/2006/main" xmlns:r="http://schemas.openxmlformats.org/officeDocument/2006/relationships" xmlns:p="http://schemas.openxmlformats.org/presentationml/2006/main">
  <p:tag name="SHAPE" val="OLD"/>
</p:tagLst>
</file>

<file path=ppt/tags/tag107.xml><?xml version="1.0" encoding="utf-8"?>
<p:tagLst xmlns:a="http://schemas.openxmlformats.org/drawingml/2006/main" xmlns:r="http://schemas.openxmlformats.org/officeDocument/2006/relationships" xmlns:p="http://schemas.openxmlformats.org/presentationml/2006/main">
  <p:tag name="SHAPE" val="OLD"/>
</p:tagLst>
</file>

<file path=ppt/tags/tag108.xml><?xml version="1.0" encoding="utf-8"?>
<p:tagLst xmlns:a="http://schemas.openxmlformats.org/drawingml/2006/main" xmlns:r="http://schemas.openxmlformats.org/officeDocument/2006/relationships" xmlns:p="http://schemas.openxmlformats.org/presentationml/2006/main">
  <p:tag name="SHAPE" val="OLD"/>
</p:tagLst>
</file>

<file path=ppt/tags/tag109.xml><?xml version="1.0" encoding="utf-8"?>
<p:tagLst xmlns:a="http://schemas.openxmlformats.org/drawingml/2006/main" xmlns:r="http://schemas.openxmlformats.org/officeDocument/2006/relationships" xmlns:p="http://schemas.openxmlformats.org/presentationml/2006/main">
  <p:tag name="SHAPE" val="OLD"/>
</p:tagLst>
</file>

<file path=ppt/tags/tag110.xml><?xml version="1.0" encoding="utf-8"?>
<p:tagLst xmlns:a="http://schemas.openxmlformats.org/drawingml/2006/main" xmlns:r="http://schemas.openxmlformats.org/officeDocument/2006/relationships" xmlns:p="http://schemas.openxmlformats.org/presentationml/2006/main">
  <p:tag name="SHAPE" val="OLD"/>
</p:tagLst>
</file>

<file path=ppt/tags/tag111.xml><?xml version="1.0" encoding="utf-8"?>
<p:tagLst xmlns:a="http://schemas.openxmlformats.org/drawingml/2006/main" xmlns:r="http://schemas.openxmlformats.org/officeDocument/2006/relationships" xmlns:p="http://schemas.openxmlformats.org/presentationml/2006/main">
  <p:tag name="SHAPE" val="OLD"/>
</p:tagLst>
</file>

<file path=ppt/tags/tag112.xml><?xml version="1.0" encoding="utf-8"?>
<p:tagLst xmlns:a="http://schemas.openxmlformats.org/drawingml/2006/main" xmlns:r="http://schemas.openxmlformats.org/officeDocument/2006/relationships" xmlns:p="http://schemas.openxmlformats.org/presentationml/2006/main">
  <p:tag name="SHAPE" val="OLD"/>
</p:tagLst>
</file>

<file path=ppt/tags/tag113.xml><?xml version="1.0" encoding="utf-8"?>
<p:tagLst xmlns:a="http://schemas.openxmlformats.org/drawingml/2006/main" xmlns:r="http://schemas.openxmlformats.org/officeDocument/2006/relationships" xmlns:p="http://schemas.openxmlformats.org/presentationml/2006/main">
  <p:tag name="SHAPE" val="OLD"/>
</p:tagLst>
</file>

<file path=ppt/tags/tag114.xml><?xml version="1.0" encoding="utf-8"?>
<p:tagLst xmlns:a="http://schemas.openxmlformats.org/drawingml/2006/main" xmlns:r="http://schemas.openxmlformats.org/officeDocument/2006/relationships" xmlns:p="http://schemas.openxmlformats.org/presentationml/2006/main">
  <p:tag name="SHAPE" val="OLD"/>
</p:tagLst>
</file>

<file path=ppt/tags/tag115.xml><?xml version="1.0" encoding="utf-8"?>
<p:tagLst xmlns:a="http://schemas.openxmlformats.org/drawingml/2006/main" xmlns:r="http://schemas.openxmlformats.org/officeDocument/2006/relationships" xmlns:p="http://schemas.openxmlformats.org/presentationml/2006/main">
  <p:tag name="SHAPE" val="OLD"/>
</p:tagLst>
</file>

<file path=ppt/tags/tag116.xml><?xml version="1.0" encoding="utf-8"?>
<p:tagLst xmlns:a="http://schemas.openxmlformats.org/drawingml/2006/main" xmlns:r="http://schemas.openxmlformats.org/officeDocument/2006/relationships" xmlns:p="http://schemas.openxmlformats.org/presentationml/2006/main">
  <p:tag name="SHAPE" val="OLD"/>
</p:tagLst>
</file>

<file path=ppt/tags/tag117.xml><?xml version="1.0" encoding="utf-8"?>
<p:tagLst xmlns:a="http://schemas.openxmlformats.org/drawingml/2006/main" xmlns:r="http://schemas.openxmlformats.org/officeDocument/2006/relationships" xmlns:p="http://schemas.openxmlformats.org/presentationml/2006/main">
  <p:tag name="SHAPE" val="OLD"/>
</p:tagLst>
</file>

<file path=ppt/tags/tag118.xml><?xml version="1.0" encoding="utf-8"?>
<p:tagLst xmlns:a="http://schemas.openxmlformats.org/drawingml/2006/main" xmlns:r="http://schemas.openxmlformats.org/officeDocument/2006/relationships" xmlns:p="http://schemas.openxmlformats.org/presentationml/2006/main">
  <p:tag name="SHAPE" val="OLD"/>
</p:tagLst>
</file>

<file path=ppt/tags/tag119.xml><?xml version="1.0" encoding="utf-8"?>
<p:tagLst xmlns:a="http://schemas.openxmlformats.org/drawingml/2006/main" xmlns:r="http://schemas.openxmlformats.org/officeDocument/2006/relationships" xmlns:p="http://schemas.openxmlformats.org/presentationml/2006/main">
  <p:tag name="SHAPE" val="OLD"/>
</p:tagLst>
</file>

<file path=ppt/tags/tag120.xml><?xml version="1.0" encoding="utf-8"?>
<p:tagLst xmlns:a="http://schemas.openxmlformats.org/drawingml/2006/main" xmlns:r="http://schemas.openxmlformats.org/officeDocument/2006/relationships" xmlns:p="http://schemas.openxmlformats.org/presentationml/2006/main">
  <p:tag name="SHAPE" val="OLD"/>
</p:tagLst>
</file>

<file path=ppt/tags/tag121.xml><?xml version="1.0" encoding="utf-8"?>
<p:tagLst xmlns:a="http://schemas.openxmlformats.org/drawingml/2006/main" xmlns:r="http://schemas.openxmlformats.org/officeDocument/2006/relationships" xmlns:p="http://schemas.openxmlformats.org/presentationml/2006/main">
  <p:tag name="SHAPE" val="OLD"/>
</p:tagLst>
</file>

<file path=ppt/tags/tag122.xml><?xml version="1.0" encoding="utf-8"?>
<p:tagLst xmlns:a="http://schemas.openxmlformats.org/drawingml/2006/main" xmlns:r="http://schemas.openxmlformats.org/officeDocument/2006/relationships" xmlns:p="http://schemas.openxmlformats.org/presentationml/2006/main">
  <p:tag name="SHAPE" val="OLD"/>
</p:tagLst>
</file>

<file path=ppt/tags/tag123.xml><?xml version="1.0" encoding="utf-8"?>
<p:tagLst xmlns:a="http://schemas.openxmlformats.org/drawingml/2006/main" xmlns:r="http://schemas.openxmlformats.org/officeDocument/2006/relationships" xmlns:p="http://schemas.openxmlformats.org/presentationml/2006/main">
  <p:tag name="SHAPE" val="OLD"/>
</p:tagLst>
</file>

<file path=ppt/tags/tag124.xml><?xml version="1.0" encoding="utf-8"?>
<p:tagLst xmlns:a="http://schemas.openxmlformats.org/drawingml/2006/main" xmlns:r="http://schemas.openxmlformats.org/officeDocument/2006/relationships" xmlns:p="http://schemas.openxmlformats.org/presentationml/2006/main">
  <p:tag name="SHAPE" val="OLD"/>
</p:tagLst>
</file>

<file path=ppt/tags/tag125.xml><?xml version="1.0" encoding="utf-8"?>
<p:tagLst xmlns:a="http://schemas.openxmlformats.org/drawingml/2006/main" xmlns:r="http://schemas.openxmlformats.org/officeDocument/2006/relationships" xmlns:p="http://schemas.openxmlformats.org/presentationml/2006/main">
  <p:tag name="SHAPE" val="OLD"/>
</p:tagLst>
</file>

<file path=ppt/tags/tag126.xml><?xml version="1.0" encoding="utf-8"?>
<p:tagLst xmlns:a="http://schemas.openxmlformats.org/drawingml/2006/main" xmlns:r="http://schemas.openxmlformats.org/officeDocument/2006/relationships" xmlns:p="http://schemas.openxmlformats.org/presentationml/2006/main">
  <p:tag name="SHAPE" val="OLD"/>
</p:tagLst>
</file>

<file path=ppt/tags/tag127.xml><?xml version="1.0" encoding="utf-8"?>
<p:tagLst xmlns:a="http://schemas.openxmlformats.org/drawingml/2006/main" xmlns:r="http://schemas.openxmlformats.org/officeDocument/2006/relationships" xmlns:p="http://schemas.openxmlformats.org/presentationml/2006/main">
  <p:tag name="SHAPE" val="OLD"/>
</p:tagLst>
</file>

<file path=ppt/tags/tag128.xml><?xml version="1.0" encoding="utf-8"?>
<p:tagLst xmlns:a="http://schemas.openxmlformats.org/drawingml/2006/main" xmlns:r="http://schemas.openxmlformats.org/officeDocument/2006/relationships" xmlns:p="http://schemas.openxmlformats.org/presentationml/2006/main">
  <p:tag name="SHAPE" val="OLD"/>
</p:tagLst>
</file>

<file path=ppt/tags/tag129.xml><?xml version="1.0" encoding="utf-8"?>
<p:tagLst xmlns:a="http://schemas.openxmlformats.org/drawingml/2006/main" xmlns:r="http://schemas.openxmlformats.org/officeDocument/2006/relationships" xmlns:p="http://schemas.openxmlformats.org/presentationml/2006/main">
  <p:tag name="SHAPE" val="OLD"/>
</p:tagLst>
</file>

<file path=ppt/tags/tag130.xml><?xml version="1.0" encoding="utf-8"?>
<p:tagLst xmlns:a="http://schemas.openxmlformats.org/drawingml/2006/main" xmlns:r="http://schemas.openxmlformats.org/officeDocument/2006/relationships" xmlns:p="http://schemas.openxmlformats.org/presentationml/2006/main">
  <p:tag name="SHAPE" val="OLD"/>
</p:tagLst>
</file>

<file path=ppt/tags/tag131.xml><?xml version="1.0" encoding="utf-8"?>
<p:tagLst xmlns:a="http://schemas.openxmlformats.org/drawingml/2006/main" xmlns:r="http://schemas.openxmlformats.org/officeDocument/2006/relationships" xmlns:p="http://schemas.openxmlformats.org/presentationml/2006/main">
  <p:tag name="SHAPE" val="OLD"/>
</p:tagLst>
</file>

<file path=ppt/tags/tag132.xml><?xml version="1.0" encoding="utf-8"?>
<p:tagLst xmlns:a="http://schemas.openxmlformats.org/drawingml/2006/main" xmlns:r="http://schemas.openxmlformats.org/officeDocument/2006/relationships" xmlns:p="http://schemas.openxmlformats.org/presentationml/2006/main">
  <p:tag name="SHAPE" val="OLD"/>
</p:tagLst>
</file>

<file path=ppt/tags/tag133.xml><?xml version="1.0" encoding="utf-8"?>
<p:tagLst xmlns:a="http://schemas.openxmlformats.org/drawingml/2006/main" xmlns:r="http://schemas.openxmlformats.org/officeDocument/2006/relationships" xmlns:p="http://schemas.openxmlformats.org/presentationml/2006/main">
  <p:tag name="SHAPE" val="OLD"/>
</p:tagLst>
</file>

<file path=ppt/tags/tag134.xml><?xml version="1.0" encoding="utf-8"?>
<p:tagLst xmlns:a="http://schemas.openxmlformats.org/drawingml/2006/main" xmlns:r="http://schemas.openxmlformats.org/officeDocument/2006/relationships" xmlns:p="http://schemas.openxmlformats.org/presentationml/2006/main">
  <p:tag name="SHAPE" val="OLD"/>
</p:tagLst>
</file>

<file path=ppt/tags/tag135.xml><?xml version="1.0" encoding="utf-8"?>
<p:tagLst xmlns:a="http://schemas.openxmlformats.org/drawingml/2006/main" xmlns:r="http://schemas.openxmlformats.org/officeDocument/2006/relationships" xmlns:p="http://schemas.openxmlformats.org/presentationml/2006/main">
  <p:tag name="SHAPE" val="OLD"/>
</p:tagLst>
</file>

<file path=ppt/tags/tag136.xml><?xml version="1.0" encoding="utf-8"?>
<p:tagLst xmlns:a="http://schemas.openxmlformats.org/drawingml/2006/main" xmlns:r="http://schemas.openxmlformats.org/officeDocument/2006/relationships" xmlns:p="http://schemas.openxmlformats.org/presentationml/2006/main">
  <p:tag name="SHAPE" val="OLD"/>
</p:tagLst>
</file>

<file path=ppt/tags/tag137.xml><?xml version="1.0" encoding="utf-8"?>
<p:tagLst xmlns:a="http://schemas.openxmlformats.org/drawingml/2006/main" xmlns:r="http://schemas.openxmlformats.org/officeDocument/2006/relationships" xmlns:p="http://schemas.openxmlformats.org/presentationml/2006/main">
  <p:tag name="SHAPE" val="OLD"/>
</p:tagLst>
</file>

<file path=ppt/tags/tag138.xml><?xml version="1.0" encoding="utf-8"?>
<p:tagLst xmlns:a="http://schemas.openxmlformats.org/drawingml/2006/main" xmlns:r="http://schemas.openxmlformats.org/officeDocument/2006/relationships" xmlns:p="http://schemas.openxmlformats.org/presentationml/2006/main">
  <p:tag name="SHAPE" val="OLD"/>
</p:tagLst>
</file>

<file path=ppt/tags/tag139.xml><?xml version="1.0" encoding="utf-8"?>
<p:tagLst xmlns:a="http://schemas.openxmlformats.org/drawingml/2006/main" xmlns:r="http://schemas.openxmlformats.org/officeDocument/2006/relationships" xmlns:p="http://schemas.openxmlformats.org/presentationml/2006/main">
  <p:tag name="SHAPE" val="OLD"/>
</p:tagLst>
</file>

<file path=ppt/tags/tag140.xml><?xml version="1.0" encoding="utf-8"?>
<p:tagLst xmlns:a="http://schemas.openxmlformats.org/drawingml/2006/main" xmlns:r="http://schemas.openxmlformats.org/officeDocument/2006/relationships" xmlns:p="http://schemas.openxmlformats.org/presentationml/2006/main">
  <p:tag name="SHAPE" val="OLD"/>
</p:tagLst>
</file>

<file path=ppt/tags/tag141.xml><?xml version="1.0" encoding="utf-8"?>
<p:tagLst xmlns:a="http://schemas.openxmlformats.org/drawingml/2006/main" xmlns:r="http://schemas.openxmlformats.org/officeDocument/2006/relationships" xmlns:p="http://schemas.openxmlformats.org/presentationml/2006/main">
  <p:tag name="SHAPE" val="OLD"/>
</p:tagLst>
</file>

<file path=ppt/tags/tag142.xml><?xml version="1.0" encoding="utf-8"?>
<p:tagLst xmlns:a="http://schemas.openxmlformats.org/drawingml/2006/main" xmlns:r="http://schemas.openxmlformats.org/officeDocument/2006/relationships" xmlns:p="http://schemas.openxmlformats.org/presentationml/2006/main">
  <p:tag name="SHAPE" val="OLD"/>
</p:tagLst>
</file>

<file path=ppt/tags/tag143.xml><?xml version="1.0" encoding="utf-8"?>
<p:tagLst xmlns:a="http://schemas.openxmlformats.org/drawingml/2006/main" xmlns:r="http://schemas.openxmlformats.org/officeDocument/2006/relationships" xmlns:p="http://schemas.openxmlformats.org/presentationml/2006/main">
  <p:tag name="SHAPE" val="OLD"/>
</p:tagLst>
</file>

<file path=ppt/tags/tag144.xml><?xml version="1.0" encoding="utf-8"?>
<p:tagLst xmlns:a="http://schemas.openxmlformats.org/drawingml/2006/main" xmlns:r="http://schemas.openxmlformats.org/officeDocument/2006/relationships" xmlns:p="http://schemas.openxmlformats.org/presentationml/2006/main">
  <p:tag name="SHAPE" val="OLD"/>
</p:tagLst>
</file>

<file path=ppt/tags/tag145.xml><?xml version="1.0" encoding="utf-8"?>
<p:tagLst xmlns:a="http://schemas.openxmlformats.org/drawingml/2006/main" xmlns:r="http://schemas.openxmlformats.org/officeDocument/2006/relationships" xmlns:p="http://schemas.openxmlformats.org/presentationml/2006/main">
  <p:tag name="SHAPE" val="OLD"/>
</p:tagLst>
</file>

<file path=ppt/tags/tag146.xml><?xml version="1.0" encoding="utf-8"?>
<p:tagLst xmlns:a="http://schemas.openxmlformats.org/drawingml/2006/main" xmlns:r="http://schemas.openxmlformats.org/officeDocument/2006/relationships" xmlns:p="http://schemas.openxmlformats.org/presentationml/2006/main">
  <p:tag name="SHAPE" val="OLD"/>
</p:tagLst>
</file>

<file path=ppt/tags/tag147.xml><?xml version="1.0" encoding="utf-8"?>
<p:tagLst xmlns:a="http://schemas.openxmlformats.org/drawingml/2006/main" xmlns:r="http://schemas.openxmlformats.org/officeDocument/2006/relationships" xmlns:p="http://schemas.openxmlformats.org/presentationml/2006/main">
  <p:tag name="SHAPE" val="OLD"/>
</p:tagLst>
</file>

<file path=ppt/tags/tag148.xml><?xml version="1.0" encoding="utf-8"?>
<p:tagLst xmlns:a="http://schemas.openxmlformats.org/drawingml/2006/main" xmlns:r="http://schemas.openxmlformats.org/officeDocument/2006/relationships" xmlns:p="http://schemas.openxmlformats.org/presentationml/2006/main">
  <p:tag name="SHAPE" val="OLD"/>
</p:tagLst>
</file>

<file path=ppt/tags/tag149.xml><?xml version="1.0" encoding="utf-8"?>
<p:tagLst xmlns:a="http://schemas.openxmlformats.org/drawingml/2006/main" xmlns:r="http://schemas.openxmlformats.org/officeDocument/2006/relationships" xmlns:p="http://schemas.openxmlformats.org/presentationml/2006/main">
  <p:tag name="SHAPE" val="OLD"/>
</p:tagLst>
</file>

<file path=ppt/tags/tag150.xml><?xml version="1.0" encoding="utf-8"?>
<p:tagLst xmlns:a="http://schemas.openxmlformats.org/drawingml/2006/main" xmlns:r="http://schemas.openxmlformats.org/officeDocument/2006/relationships" xmlns:p="http://schemas.openxmlformats.org/presentationml/2006/main">
  <p:tag name="SHAPE" val="OLD"/>
</p:tagLst>
</file>

<file path=ppt/tags/tag151.xml><?xml version="1.0" encoding="utf-8"?>
<p:tagLst xmlns:a="http://schemas.openxmlformats.org/drawingml/2006/main" xmlns:r="http://schemas.openxmlformats.org/officeDocument/2006/relationships" xmlns:p="http://schemas.openxmlformats.org/presentationml/2006/main">
  <p:tag name="SHAPE" val="OLD"/>
</p:tagLst>
</file>

<file path=ppt/tags/tag152.xml><?xml version="1.0" encoding="utf-8"?>
<p:tagLst xmlns:a="http://schemas.openxmlformats.org/drawingml/2006/main" xmlns:r="http://schemas.openxmlformats.org/officeDocument/2006/relationships" xmlns:p="http://schemas.openxmlformats.org/presentationml/2006/main">
  <p:tag name="SHAPE" val="OLD"/>
</p:tagLst>
</file>

<file path=ppt/tags/tag153.xml><?xml version="1.0" encoding="utf-8"?>
<p:tagLst xmlns:a="http://schemas.openxmlformats.org/drawingml/2006/main" xmlns:r="http://schemas.openxmlformats.org/officeDocument/2006/relationships" xmlns:p="http://schemas.openxmlformats.org/presentationml/2006/main">
  <p:tag name="SHAPE" val="OLD"/>
</p:tagLst>
</file>

<file path=ppt/tags/tag154.xml><?xml version="1.0" encoding="utf-8"?>
<p:tagLst xmlns:a="http://schemas.openxmlformats.org/drawingml/2006/main" xmlns:r="http://schemas.openxmlformats.org/officeDocument/2006/relationships" xmlns:p="http://schemas.openxmlformats.org/presentationml/2006/main">
  <p:tag name="SHAPE" val="OLD"/>
</p:tagLst>
</file>

<file path=ppt/tags/tag155.xml><?xml version="1.0" encoding="utf-8"?>
<p:tagLst xmlns:a="http://schemas.openxmlformats.org/drawingml/2006/main" xmlns:r="http://schemas.openxmlformats.org/officeDocument/2006/relationships" xmlns:p="http://schemas.openxmlformats.org/presentationml/2006/main">
  <p:tag name="SHAPE" val="OLD"/>
</p:tagLst>
</file>

<file path=ppt/tags/tag156.xml><?xml version="1.0" encoding="utf-8"?>
<p:tagLst xmlns:a="http://schemas.openxmlformats.org/drawingml/2006/main" xmlns:r="http://schemas.openxmlformats.org/officeDocument/2006/relationships" xmlns:p="http://schemas.openxmlformats.org/presentationml/2006/main">
  <p:tag name="SHAPE" val="OLD"/>
</p:tagLst>
</file>

<file path=ppt/tags/tag157.xml><?xml version="1.0" encoding="utf-8"?>
<p:tagLst xmlns:a="http://schemas.openxmlformats.org/drawingml/2006/main" xmlns:r="http://schemas.openxmlformats.org/officeDocument/2006/relationships" xmlns:p="http://schemas.openxmlformats.org/presentationml/2006/main">
  <p:tag name="SHAPE" val="OLD"/>
</p:tagLst>
</file>

<file path=ppt/tags/tag158.xml><?xml version="1.0" encoding="utf-8"?>
<p:tagLst xmlns:a="http://schemas.openxmlformats.org/drawingml/2006/main" xmlns:r="http://schemas.openxmlformats.org/officeDocument/2006/relationships" xmlns:p="http://schemas.openxmlformats.org/presentationml/2006/main">
  <p:tag name="SHAPE" val="OLD"/>
</p:tagLst>
</file>

<file path=ppt/tags/tag159.xml><?xml version="1.0" encoding="utf-8"?>
<p:tagLst xmlns:a="http://schemas.openxmlformats.org/drawingml/2006/main" xmlns:r="http://schemas.openxmlformats.org/officeDocument/2006/relationships" xmlns:p="http://schemas.openxmlformats.org/presentationml/2006/main">
  <p:tag name="SHAPE" val="OLD"/>
</p:tagLst>
</file>

<file path=ppt/tags/tag160.xml><?xml version="1.0" encoding="utf-8"?>
<p:tagLst xmlns:a="http://schemas.openxmlformats.org/drawingml/2006/main" xmlns:r="http://schemas.openxmlformats.org/officeDocument/2006/relationships" xmlns:p="http://schemas.openxmlformats.org/presentationml/2006/main">
  <p:tag name="SHAPE" val="OLD"/>
</p:tagLst>
</file>

<file path=ppt/tags/tag161.xml><?xml version="1.0" encoding="utf-8"?>
<p:tagLst xmlns:a="http://schemas.openxmlformats.org/drawingml/2006/main" xmlns:r="http://schemas.openxmlformats.org/officeDocument/2006/relationships" xmlns:p="http://schemas.openxmlformats.org/presentationml/2006/main">
  <p:tag name="SHAPE" val="OLD"/>
</p:tagLst>
</file>

<file path=ppt/tags/tag162.xml><?xml version="1.0" encoding="utf-8"?>
<p:tagLst xmlns:a="http://schemas.openxmlformats.org/drawingml/2006/main" xmlns:r="http://schemas.openxmlformats.org/officeDocument/2006/relationships" xmlns:p="http://schemas.openxmlformats.org/presentationml/2006/main">
  <p:tag name="SHAPE" val="OLD"/>
</p:tagLst>
</file>

<file path=ppt/tags/tag163.xml><?xml version="1.0" encoding="utf-8"?>
<p:tagLst xmlns:a="http://schemas.openxmlformats.org/drawingml/2006/main" xmlns:r="http://schemas.openxmlformats.org/officeDocument/2006/relationships" xmlns:p="http://schemas.openxmlformats.org/presentationml/2006/main">
  <p:tag name="SHAPE" val="OLD"/>
</p:tagLst>
</file>

<file path=ppt/tags/tag164.xml><?xml version="1.0" encoding="utf-8"?>
<p:tagLst xmlns:a="http://schemas.openxmlformats.org/drawingml/2006/main" xmlns:r="http://schemas.openxmlformats.org/officeDocument/2006/relationships" xmlns:p="http://schemas.openxmlformats.org/presentationml/2006/main">
  <p:tag name="SHAPE" val="OLD"/>
</p:tagLst>
</file>

<file path=ppt/tags/tag165.xml><?xml version="1.0" encoding="utf-8"?>
<p:tagLst xmlns:a="http://schemas.openxmlformats.org/drawingml/2006/main" xmlns:r="http://schemas.openxmlformats.org/officeDocument/2006/relationships" xmlns:p="http://schemas.openxmlformats.org/presentationml/2006/main">
  <p:tag name="SHAPE" val="OLD"/>
</p:tagLst>
</file>

<file path=ppt/tags/tag166.xml><?xml version="1.0" encoding="utf-8"?>
<p:tagLst xmlns:a="http://schemas.openxmlformats.org/drawingml/2006/main" xmlns:r="http://schemas.openxmlformats.org/officeDocument/2006/relationships" xmlns:p="http://schemas.openxmlformats.org/presentationml/2006/main">
  <p:tag name="SHAPE" val="OLD"/>
</p:tagLst>
</file>

<file path=ppt/tags/tag167.xml><?xml version="1.0" encoding="utf-8"?>
<p:tagLst xmlns:a="http://schemas.openxmlformats.org/drawingml/2006/main" xmlns:r="http://schemas.openxmlformats.org/officeDocument/2006/relationships" xmlns:p="http://schemas.openxmlformats.org/presentationml/2006/main">
  <p:tag name="SHAPE" val="OLD"/>
</p:tagLst>
</file>

<file path=ppt/tags/tag168.xml><?xml version="1.0" encoding="utf-8"?>
<p:tagLst xmlns:a="http://schemas.openxmlformats.org/drawingml/2006/main" xmlns:r="http://schemas.openxmlformats.org/officeDocument/2006/relationships" xmlns:p="http://schemas.openxmlformats.org/presentationml/2006/main">
  <p:tag name="SHAPE" val="OLD"/>
</p:tagLst>
</file>

<file path=ppt/tags/tag169.xml><?xml version="1.0" encoding="utf-8"?>
<p:tagLst xmlns:a="http://schemas.openxmlformats.org/drawingml/2006/main" xmlns:r="http://schemas.openxmlformats.org/officeDocument/2006/relationships" xmlns:p="http://schemas.openxmlformats.org/presentationml/2006/main">
  <p:tag name="SHAPE" val="OLD"/>
</p:tagLst>
</file>

<file path=ppt/tags/tag170.xml><?xml version="1.0" encoding="utf-8"?>
<p:tagLst xmlns:a="http://schemas.openxmlformats.org/drawingml/2006/main" xmlns:r="http://schemas.openxmlformats.org/officeDocument/2006/relationships" xmlns:p="http://schemas.openxmlformats.org/presentationml/2006/main">
  <p:tag name="SHAPE" val="OLD"/>
</p:tagLst>
</file>

<file path=ppt/tags/tag171.xml><?xml version="1.0" encoding="utf-8"?>
<p:tagLst xmlns:a="http://schemas.openxmlformats.org/drawingml/2006/main" xmlns:r="http://schemas.openxmlformats.org/officeDocument/2006/relationships" xmlns:p="http://schemas.openxmlformats.org/presentationml/2006/main">
  <p:tag name="SHAPE" val="OLD"/>
</p:tagLst>
</file>

<file path=ppt/tags/tag172.xml><?xml version="1.0" encoding="utf-8"?>
<p:tagLst xmlns:a="http://schemas.openxmlformats.org/drawingml/2006/main" xmlns:r="http://schemas.openxmlformats.org/officeDocument/2006/relationships" xmlns:p="http://schemas.openxmlformats.org/presentationml/2006/main">
  <p:tag name="SHAPE" val="OLD"/>
</p:tagLst>
</file>

<file path=ppt/tags/tag173.xml><?xml version="1.0" encoding="utf-8"?>
<p:tagLst xmlns:a="http://schemas.openxmlformats.org/drawingml/2006/main" xmlns:r="http://schemas.openxmlformats.org/officeDocument/2006/relationships" xmlns:p="http://schemas.openxmlformats.org/presentationml/2006/main">
  <p:tag name="SHAPE" val="OLD"/>
</p:tagLst>
</file>

<file path=ppt/tags/tag174.xml><?xml version="1.0" encoding="utf-8"?>
<p:tagLst xmlns:a="http://schemas.openxmlformats.org/drawingml/2006/main" xmlns:r="http://schemas.openxmlformats.org/officeDocument/2006/relationships" xmlns:p="http://schemas.openxmlformats.org/presentationml/2006/main">
  <p:tag name="SHAPE" val="OLD"/>
</p:tagLst>
</file>

<file path=ppt/tags/tag175.xml><?xml version="1.0" encoding="utf-8"?>
<p:tagLst xmlns:a="http://schemas.openxmlformats.org/drawingml/2006/main" xmlns:r="http://schemas.openxmlformats.org/officeDocument/2006/relationships" xmlns:p="http://schemas.openxmlformats.org/presentationml/2006/main">
  <p:tag name="SHAPE" val="OLD"/>
</p:tagLst>
</file>

<file path=ppt/tags/tag176.xml><?xml version="1.0" encoding="utf-8"?>
<p:tagLst xmlns:a="http://schemas.openxmlformats.org/drawingml/2006/main" xmlns:r="http://schemas.openxmlformats.org/officeDocument/2006/relationships" xmlns:p="http://schemas.openxmlformats.org/presentationml/2006/main">
  <p:tag name="SHAPE" val="OLD"/>
</p:tagLst>
</file>

<file path=ppt/tags/tag177.xml><?xml version="1.0" encoding="utf-8"?>
<p:tagLst xmlns:a="http://schemas.openxmlformats.org/drawingml/2006/main" xmlns:r="http://schemas.openxmlformats.org/officeDocument/2006/relationships" xmlns:p="http://schemas.openxmlformats.org/presentationml/2006/main">
  <p:tag name="SHAPE" val="OLD"/>
</p:tagLst>
</file>

<file path=ppt/tags/tag178.xml><?xml version="1.0" encoding="utf-8"?>
<p:tagLst xmlns:a="http://schemas.openxmlformats.org/drawingml/2006/main" xmlns:r="http://schemas.openxmlformats.org/officeDocument/2006/relationships" xmlns:p="http://schemas.openxmlformats.org/presentationml/2006/main">
  <p:tag name="SHAPE" val="OLD"/>
</p:tagLst>
</file>

<file path=ppt/tags/tag179.xml><?xml version="1.0" encoding="utf-8"?>
<p:tagLst xmlns:a="http://schemas.openxmlformats.org/drawingml/2006/main" xmlns:r="http://schemas.openxmlformats.org/officeDocument/2006/relationships" xmlns:p="http://schemas.openxmlformats.org/presentationml/2006/main">
  <p:tag name="SHAPE" val="OLD"/>
</p:tagLst>
</file>

<file path=ppt/tags/tag180.xml><?xml version="1.0" encoding="utf-8"?>
<p:tagLst xmlns:a="http://schemas.openxmlformats.org/drawingml/2006/main" xmlns:r="http://schemas.openxmlformats.org/officeDocument/2006/relationships" xmlns:p="http://schemas.openxmlformats.org/presentationml/2006/main">
  <p:tag name="SHAPE" val="OLD"/>
</p:tagLst>
</file>

<file path=ppt/tags/tag181.xml><?xml version="1.0" encoding="utf-8"?>
<p:tagLst xmlns:a="http://schemas.openxmlformats.org/drawingml/2006/main" xmlns:r="http://schemas.openxmlformats.org/officeDocument/2006/relationships" xmlns:p="http://schemas.openxmlformats.org/presentationml/2006/main">
  <p:tag name="SHAPE" val="OLD"/>
</p:tagLst>
</file>

<file path=ppt/tags/tag182.xml><?xml version="1.0" encoding="utf-8"?>
<p:tagLst xmlns:a="http://schemas.openxmlformats.org/drawingml/2006/main" xmlns:r="http://schemas.openxmlformats.org/officeDocument/2006/relationships" xmlns:p="http://schemas.openxmlformats.org/presentationml/2006/main">
  <p:tag name="SHAPE" val="OLD"/>
</p:tagLst>
</file>

<file path=ppt/tags/tag183.xml><?xml version="1.0" encoding="utf-8"?>
<p:tagLst xmlns:a="http://schemas.openxmlformats.org/drawingml/2006/main" xmlns:r="http://schemas.openxmlformats.org/officeDocument/2006/relationships" xmlns:p="http://schemas.openxmlformats.org/presentationml/2006/main">
  <p:tag name="SHAPE" val="OLD"/>
</p:tagLst>
</file>

<file path=ppt/tags/tag184.xml><?xml version="1.0" encoding="utf-8"?>
<p:tagLst xmlns:a="http://schemas.openxmlformats.org/drawingml/2006/main" xmlns:r="http://schemas.openxmlformats.org/officeDocument/2006/relationships" xmlns:p="http://schemas.openxmlformats.org/presentationml/2006/main">
  <p:tag name="SHAPE" val="OLD"/>
</p:tagLst>
</file>

<file path=ppt/tags/tag185.xml><?xml version="1.0" encoding="utf-8"?>
<p:tagLst xmlns:a="http://schemas.openxmlformats.org/drawingml/2006/main" xmlns:r="http://schemas.openxmlformats.org/officeDocument/2006/relationships" xmlns:p="http://schemas.openxmlformats.org/presentationml/2006/main">
  <p:tag name="SHAPE" val="OLD"/>
</p:tagLst>
</file>

<file path=ppt/tags/tag186.xml><?xml version="1.0" encoding="utf-8"?>
<p:tagLst xmlns:a="http://schemas.openxmlformats.org/drawingml/2006/main" xmlns:r="http://schemas.openxmlformats.org/officeDocument/2006/relationships" xmlns:p="http://schemas.openxmlformats.org/presentationml/2006/main">
  <p:tag name="SHAPE" val="OLD"/>
</p:tagLst>
</file>

<file path=ppt/tags/tag187.xml><?xml version="1.0" encoding="utf-8"?>
<p:tagLst xmlns:a="http://schemas.openxmlformats.org/drawingml/2006/main" xmlns:r="http://schemas.openxmlformats.org/officeDocument/2006/relationships" xmlns:p="http://schemas.openxmlformats.org/presentationml/2006/main">
  <p:tag name="SHAPE" val="OLD"/>
</p:tagLst>
</file>

<file path=ppt/tags/tag188.xml><?xml version="1.0" encoding="utf-8"?>
<p:tagLst xmlns:a="http://schemas.openxmlformats.org/drawingml/2006/main" xmlns:r="http://schemas.openxmlformats.org/officeDocument/2006/relationships" xmlns:p="http://schemas.openxmlformats.org/presentationml/2006/main">
  <p:tag name="SHAPE" val="OLD"/>
</p:tagLst>
</file>

<file path=ppt/tags/tag189.xml><?xml version="1.0" encoding="utf-8"?>
<p:tagLst xmlns:a="http://schemas.openxmlformats.org/drawingml/2006/main" xmlns:r="http://schemas.openxmlformats.org/officeDocument/2006/relationships" xmlns:p="http://schemas.openxmlformats.org/presentationml/2006/main">
  <p:tag name="SHAPE" val="OLD"/>
</p:tagLst>
</file>

<file path=ppt/tags/tag190.xml><?xml version="1.0" encoding="utf-8"?>
<p:tagLst xmlns:a="http://schemas.openxmlformats.org/drawingml/2006/main" xmlns:r="http://schemas.openxmlformats.org/officeDocument/2006/relationships" xmlns:p="http://schemas.openxmlformats.org/presentationml/2006/main">
  <p:tag name="SHAPE" val="OLD"/>
</p:tagLst>
</file>

<file path=ppt/tags/tag191.xml><?xml version="1.0" encoding="utf-8"?>
<p:tagLst xmlns:a="http://schemas.openxmlformats.org/drawingml/2006/main" xmlns:r="http://schemas.openxmlformats.org/officeDocument/2006/relationships" xmlns:p="http://schemas.openxmlformats.org/presentationml/2006/main">
  <p:tag name="SHAPE" val="OLD"/>
</p:tagLst>
</file>

<file path=ppt/tags/tag192.xml><?xml version="1.0" encoding="utf-8"?>
<p:tagLst xmlns:a="http://schemas.openxmlformats.org/drawingml/2006/main" xmlns:r="http://schemas.openxmlformats.org/officeDocument/2006/relationships" xmlns:p="http://schemas.openxmlformats.org/presentationml/2006/main">
  <p:tag name="SHAPE" val="OLD"/>
</p:tagLst>
</file>

<file path=ppt/tags/tag193.xml><?xml version="1.0" encoding="utf-8"?>
<p:tagLst xmlns:a="http://schemas.openxmlformats.org/drawingml/2006/main" xmlns:r="http://schemas.openxmlformats.org/officeDocument/2006/relationships" xmlns:p="http://schemas.openxmlformats.org/presentationml/2006/main">
  <p:tag name="SHAPE" val="OLD"/>
</p:tagLst>
</file>

<file path=ppt/tags/tag194.xml><?xml version="1.0" encoding="utf-8"?>
<p:tagLst xmlns:a="http://schemas.openxmlformats.org/drawingml/2006/main" xmlns:r="http://schemas.openxmlformats.org/officeDocument/2006/relationships" xmlns:p="http://schemas.openxmlformats.org/presentationml/2006/main">
  <p:tag name="SHAPE" val="OLD"/>
</p:tagLst>
</file>

<file path=ppt/tags/tag195.xml><?xml version="1.0" encoding="utf-8"?>
<p:tagLst xmlns:a="http://schemas.openxmlformats.org/drawingml/2006/main" xmlns:r="http://schemas.openxmlformats.org/officeDocument/2006/relationships" xmlns:p="http://schemas.openxmlformats.org/presentationml/2006/main">
  <p:tag name="SHAPE" val="OLD"/>
</p:tagLst>
</file>

<file path=ppt/tags/tag196.xml><?xml version="1.0" encoding="utf-8"?>
<p:tagLst xmlns:a="http://schemas.openxmlformats.org/drawingml/2006/main" xmlns:r="http://schemas.openxmlformats.org/officeDocument/2006/relationships" xmlns:p="http://schemas.openxmlformats.org/presentationml/2006/main">
  <p:tag name="SHAPE" val="OLD"/>
</p:tagLst>
</file>

<file path=ppt/tags/tag197.xml><?xml version="1.0" encoding="utf-8"?>
<p:tagLst xmlns:a="http://schemas.openxmlformats.org/drawingml/2006/main" xmlns:r="http://schemas.openxmlformats.org/officeDocument/2006/relationships" xmlns:p="http://schemas.openxmlformats.org/presentationml/2006/main">
  <p:tag name="SHAPE" val="OLD"/>
</p:tagLst>
</file>

<file path=ppt/tags/tag198.xml><?xml version="1.0" encoding="utf-8"?>
<p:tagLst xmlns:a="http://schemas.openxmlformats.org/drawingml/2006/main" xmlns:r="http://schemas.openxmlformats.org/officeDocument/2006/relationships" xmlns:p="http://schemas.openxmlformats.org/presentationml/2006/main">
  <p:tag name="SHAPE" val="OLD"/>
</p:tagLst>
</file>

<file path=ppt/tags/tag199.xml><?xml version="1.0" encoding="utf-8"?>
<p:tagLst xmlns:a="http://schemas.openxmlformats.org/drawingml/2006/main" xmlns:r="http://schemas.openxmlformats.org/officeDocument/2006/relationships" xmlns:p="http://schemas.openxmlformats.org/presentationml/2006/main">
  <p:tag name="SHAPE" val="OLD"/>
</p:tagLst>
</file>

<file path=ppt/tags/tag200.xml><?xml version="1.0" encoding="utf-8"?>
<p:tagLst xmlns:a="http://schemas.openxmlformats.org/drawingml/2006/main" xmlns:r="http://schemas.openxmlformats.org/officeDocument/2006/relationships" xmlns:p="http://schemas.openxmlformats.org/presentationml/2006/main">
  <p:tag name="SHAPE" val="OLD"/>
</p:tagLst>
</file>

<file path=ppt/tags/tag201.xml><?xml version="1.0" encoding="utf-8"?>
<p:tagLst xmlns:a="http://schemas.openxmlformats.org/drawingml/2006/main" xmlns:r="http://schemas.openxmlformats.org/officeDocument/2006/relationships" xmlns:p="http://schemas.openxmlformats.org/presentationml/2006/main">
  <p:tag name="SHAPE" val="OLD"/>
</p:tagLst>
</file>

<file path=ppt/tags/tag202.xml><?xml version="1.0" encoding="utf-8"?>
<p:tagLst xmlns:a="http://schemas.openxmlformats.org/drawingml/2006/main" xmlns:r="http://schemas.openxmlformats.org/officeDocument/2006/relationships" xmlns:p="http://schemas.openxmlformats.org/presentationml/2006/main">
  <p:tag name="SHAPE" val="OLD"/>
</p:tagLst>
</file>

<file path=ppt/tags/tag203.xml><?xml version="1.0" encoding="utf-8"?>
<p:tagLst xmlns:a="http://schemas.openxmlformats.org/drawingml/2006/main" xmlns:r="http://schemas.openxmlformats.org/officeDocument/2006/relationships" xmlns:p="http://schemas.openxmlformats.org/presentationml/2006/main">
  <p:tag name="SHAPE" val="OLD"/>
</p:tagLst>
</file>

<file path=ppt/tags/tag204.xml><?xml version="1.0" encoding="utf-8"?>
<p:tagLst xmlns:a="http://schemas.openxmlformats.org/drawingml/2006/main" xmlns:r="http://schemas.openxmlformats.org/officeDocument/2006/relationships" xmlns:p="http://schemas.openxmlformats.org/presentationml/2006/main">
  <p:tag name="SHAPE" val="OLD"/>
</p:tagLst>
</file>

<file path=ppt/tags/tag205.xml><?xml version="1.0" encoding="utf-8"?>
<p:tagLst xmlns:a="http://schemas.openxmlformats.org/drawingml/2006/main" xmlns:r="http://schemas.openxmlformats.org/officeDocument/2006/relationships" xmlns:p="http://schemas.openxmlformats.org/presentationml/2006/main">
  <p:tag name="SHAPE" val="OLD"/>
</p:tagLst>
</file>

<file path=ppt/tags/tag206.xml><?xml version="1.0" encoding="utf-8"?>
<p:tagLst xmlns:a="http://schemas.openxmlformats.org/drawingml/2006/main" xmlns:r="http://schemas.openxmlformats.org/officeDocument/2006/relationships" xmlns:p="http://schemas.openxmlformats.org/presentationml/2006/main">
  <p:tag name="SHAPE" val="OLD"/>
</p:tagLst>
</file>

<file path=ppt/tags/tag207.xml><?xml version="1.0" encoding="utf-8"?>
<p:tagLst xmlns:a="http://schemas.openxmlformats.org/drawingml/2006/main" xmlns:r="http://schemas.openxmlformats.org/officeDocument/2006/relationships" xmlns:p="http://schemas.openxmlformats.org/presentationml/2006/main">
  <p:tag name="SHAPE" val="OLD"/>
</p:tagLst>
</file>

<file path=ppt/tags/tag208.xml><?xml version="1.0" encoding="utf-8"?>
<p:tagLst xmlns:a="http://schemas.openxmlformats.org/drawingml/2006/main" xmlns:r="http://schemas.openxmlformats.org/officeDocument/2006/relationships" xmlns:p="http://schemas.openxmlformats.org/presentationml/2006/main">
  <p:tag name="SHAPE" val="OLD"/>
</p:tagLst>
</file>

<file path=ppt/tags/tag209.xml><?xml version="1.0" encoding="utf-8"?>
<p:tagLst xmlns:a="http://schemas.openxmlformats.org/drawingml/2006/main" xmlns:r="http://schemas.openxmlformats.org/officeDocument/2006/relationships" xmlns:p="http://schemas.openxmlformats.org/presentationml/2006/main">
  <p:tag name="SHAPE" val="OLD"/>
</p:tagLst>
</file>

<file path=ppt/tags/tag210.xml><?xml version="1.0" encoding="utf-8"?>
<p:tagLst xmlns:a="http://schemas.openxmlformats.org/drawingml/2006/main" xmlns:r="http://schemas.openxmlformats.org/officeDocument/2006/relationships" xmlns:p="http://schemas.openxmlformats.org/presentationml/2006/main">
  <p:tag name="SHAPE" val="OLD"/>
</p:tagLst>
</file>

<file path=ppt/tags/tag211.xml><?xml version="1.0" encoding="utf-8"?>
<p:tagLst xmlns:a="http://schemas.openxmlformats.org/drawingml/2006/main" xmlns:r="http://schemas.openxmlformats.org/officeDocument/2006/relationships" xmlns:p="http://schemas.openxmlformats.org/presentationml/2006/main">
  <p:tag name="SHAPE" val="OLD"/>
</p:tagLst>
</file>

<file path=ppt/tags/tag212.xml><?xml version="1.0" encoding="utf-8"?>
<p:tagLst xmlns:a="http://schemas.openxmlformats.org/drawingml/2006/main" xmlns:r="http://schemas.openxmlformats.org/officeDocument/2006/relationships" xmlns:p="http://schemas.openxmlformats.org/presentationml/2006/main">
  <p:tag name="SHAPE" val="OLD"/>
</p:tagLst>
</file>

<file path=ppt/tags/tag213.xml><?xml version="1.0" encoding="utf-8"?>
<p:tagLst xmlns:a="http://schemas.openxmlformats.org/drawingml/2006/main" xmlns:r="http://schemas.openxmlformats.org/officeDocument/2006/relationships" xmlns:p="http://schemas.openxmlformats.org/presentationml/2006/main">
  <p:tag name="SHAPE" val="OLD"/>
</p:tagLst>
</file>

<file path=ppt/tags/tag214.xml><?xml version="1.0" encoding="utf-8"?>
<p:tagLst xmlns:a="http://schemas.openxmlformats.org/drawingml/2006/main" xmlns:r="http://schemas.openxmlformats.org/officeDocument/2006/relationships" xmlns:p="http://schemas.openxmlformats.org/presentationml/2006/main">
  <p:tag name="SHAPE" val="OLD"/>
</p:tagLst>
</file>

<file path=ppt/tags/tag215.xml><?xml version="1.0" encoding="utf-8"?>
<p:tagLst xmlns:a="http://schemas.openxmlformats.org/drawingml/2006/main" xmlns:r="http://schemas.openxmlformats.org/officeDocument/2006/relationships" xmlns:p="http://schemas.openxmlformats.org/presentationml/2006/main">
  <p:tag name="SHAPE" val="OLD"/>
</p:tagLst>
</file>

<file path=ppt/tags/tag216.xml><?xml version="1.0" encoding="utf-8"?>
<p:tagLst xmlns:a="http://schemas.openxmlformats.org/drawingml/2006/main" xmlns:r="http://schemas.openxmlformats.org/officeDocument/2006/relationships" xmlns:p="http://schemas.openxmlformats.org/presentationml/2006/main">
  <p:tag name="SHAPE" val="OLD"/>
</p:tagLst>
</file>

<file path=ppt/tags/tag217.xml><?xml version="1.0" encoding="utf-8"?>
<p:tagLst xmlns:a="http://schemas.openxmlformats.org/drawingml/2006/main" xmlns:r="http://schemas.openxmlformats.org/officeDocument/2006/relationships" xmlns:p="http://schemas.openxmlformats.org/presentationml/2006/main">
  <p:tag name="SHAPE" val="OLD"/>
</p:tagLst>
</file>

<file path=ppt/tags/tag218.xml><?xml version="1.0" encoding="utf-8"?>
<p:tagLst xmlns:a="http://schemas.openxmlformats.org/drawingml/2006/main" xmlns:r="http://schemas.openxmlformats.org/officeDocument/2006/relationships" xmlns:p="http://schemas.openxmlformats.org/presentationml/2006/main">
  <p:tag name="SHAPE" val="OLD"/>
</p:tagLst>
</file>

<file path=ppt/tags/tag219.xml><?xml version="1.0" encoding="utf-8"?>
<p:tagLst xmlns:a="http://schemas.openxmlformats.org/drawingml/2006/main" xmlns:r="http://schemas.openxmlformats.org/officeDocument/2006/relationships" xmlns:p="http://schemas.openxmlformats.org/presentationml/2006/main">
  <p:tag name="SHAPE" val="OLD"/>
</p:tagLst>
</file>

<file path=ppt/tags/tag220.xml><?xml version="1.0" encoding="utf-8"?>
<p:tagLst xmlns:a="http://schemas.openxmlformats.org/drawingml/2006/main" xmlns:r="http://schemas.openxmlformats.org/officeDocument/2006/relationships" xmlns:p="http://schemas.openxmlformats.org/presentationml/2006/main">
  <p:tag name="SHAPE" val="OLD"/>
</p:tagLst>
</file>

<file path=ppt/tags/tag221.xml><?xml version="1.0" encoding="utf-8"?>
<p:tagLst xmlns:a="http://schemas.openxmlformats.org/drawingml/2006/main" xmlns:r="http://schemas.openxmlformats.org/officeDocument/2006/relationships" xmlns:p="http://schemas.openxmlformats.org/presentationml/2006/main">
  <p:tag name="SHAPE" val="OLD"/>
</p:tagLst>
</file>

<file path=ppt/tags/tag222.xml><?xml version="1.0" encoding="utf-8"?>
<p:tagLst xmlns:a="http://schemas.openxmlformats.org/drawingml/2006/main" xmlns:r="http://schemas.openxmlformats.org/officeDocument/2006/relationships" xmlns:p="http://schemas.openxmlformats.org/presentationml/2006/main">
  <p:tag name="SHAPE" val="OLD"/>
</p:tagLst>
</file>

<file path=ppt/tags/tag223.xml><?xml version="1.0" encoding="utf-8"?>
<p:tagLst xmlns:a="http://schemas.openxmlformats.org/drawingml/2006/main" xmlns:r="http://schemas.openxmlformats.org/officeDocument/2006/relationships" xmlns:p="http://schemas.openxmlformats.org/presentationml/2006/main">
  <p:tag name="SHAPE" val="OLD"/>
</p:tagLst>
</file>

<file path=ppt/tags/tag224.xml><?xml version="1.0" encoding="utf-8"?>
<p:tagLst xmlns:a="http://schemas.openxmlformats.org/drawingml/2006/main" xmlns:r="http://schemas.openxmlformats.org/officeDocument/2006/relationships" xmlns:p="http://schemas.openxmlformats.org/presentationml/2006/main">
  <p:tag name="SHAPE" val="OLD"/>
</p:tagLst>
</file>

<file path=ppt/tags/tag225.xml><?xml version="1.0" encoding="utf-8"?>
<p:tagLst xmlns:a="http://schemas.openxmlformats.org/drawingml/2006/main" xmlns:r="http://schemas.openxmlformats.org/officeDocument/2006/relationships" xmlns:p="http://schemas.openxmlformats.org/presentationml/2006/main">
  <p:tag name="SHAPE" val="OLD"/>
</p:tagLst>
</file>

<file path=ppt/tags/tag226.xml><?xml version="1.0" encoding="utf-8"?>
<p:tagLst xmlns:a="http://schemas.openxmlformats.org/drawingml/2006/main" xmlns:r="http://schemas.openxmlformats.org/officeDocument/2006/relationships" xmlns:p="http://schemas.openxmlformats.org/presentationml/2006/main">
  <p:tag name="SHAPE" val="OLD"/>
</p:tagLst>
</file>

<file path=ppt/tags/tag227.xml><?xml version="1.0" encoding="utf-8"?>
<p:tagLst xmlns:a="http://schemas.openxmlformats.org/drawingml/2006/main" xmlns:r="http://schemas.openxmlformats.org/officeDocument/2006/relationships" xmlns:p="http://schemas.openxmlformats.org/presentationml/2006/main">
  <p:tag name="SHAPE" val="OLD"/>
</p:tagLst>
</file>

<file path=ppt/tags/tag228.xml><?xml version="1.0" encoding="utf-8"?>
<p:tagLst xmlns:a="http://schemas.openxmlformats.org/drawingml/2006/main" xmlns:r="http://schemas.openxmlformats.org/officeDocument/2006/relationships" xmlns:p="http://schemas.openxmlformats.org/presentationml/2006/main">
  <p:tag name="SHAPE" val="OLD"/>
</p:tagLst>
</file>

<file path=ppt/tags/tag229.xml><?xml version="1.0" encoding="utf-8"?>
<p:tagLst xmlns:a="http://schemas.openxmlformats.org/drawingml/2006/main" xmlns:r="http://schemas.openxmlformats.org/officeDocument/2006/relationships" xmlns:p="http://schemas.openxmlformats.org/presentationml/2006/main">
  <p:tag name="SHAPE" val="OLD"/>
</p:tagLst>
</file>

<file path=ppt/tags/tag230.xml><?xml version="1.0" encoding="utf-8"?>
<p:tagLst xmlns:a="http://schemas.openxmlformats.org/drawingml/2006/main" xmlns:r="http://schemas.openxmlformats.org/officeDocument/2006/relationships" xmlns:p="http://schemas.openxmlformats.org/presentationml/2006/main">
  <p:tag name="SHAPE" val="OLD"/>
</p:tagLst>
</file>

<file path=ppt/tags/tag231.xml><?xml version="1.0" encoding="utf-8"?>
<p:tagLst xmlns:a="http://schemas.openxmlformats.org/drawingml/2006/main" xmlns:r="http://schemas.openxmlformats.org/officeDocument/2006/relationships" xmlns:p="http://schemas.openxmlformats.org/presentationml/2006/main">
  <p:tag name="SHAPE" val="OLD"/>
</p:tagLst>
</file>

<file path=ppt/tags/tag232.xml><?xml version="1.0" encoding="utf-8"?>
<p:tagLst xmlns:a="http://schemas.openxmlformats.org/drawingml/2006/main" xmlns:r="http://schemas.openxmlformats.org/officeDocument/2006/relationships" xmlns:p="http://schemas.openxmlformats.org/presentationml/2006/main">
  <p:tag name="SHAPE" val="OLD"/>
</p:tagLst>
</file>

<file path=ppt/tags/tag233.xml><?xml version="1.0" encoding="utf-8"?>
<p:tagLst xmlns:a="http://schemas.openxmlformats.org/drawingml/2006/main" xmlns:r="http://schemas.openxmlformats.org/officeDocument/2006/relationships" xmlns:p="http://schemas.openxmlformats.org/presentationml/2006/main">
  <p:tag name="SHAPE" val="OLD"/>
</p:tagLst>
</file>

<file path=ppt/tags/tag234.xml><?xml version="1.0" encoding="utf-8"?>
<p:tagLst xmlns:a="http://schemas.openxmlformats.org/drawingml/2006/main" xmlns:r="http://schemas.openxmlformats.org/officeDocument/2006/relationships" xmlns:p="http://schemas.openxmlformats.org/presentationml/2006/main">
  <p:tag name="SHAPE" val="OLD"/>
</p:tagLst>
</file>

<file path=ppt/tags/tag235.xml><?xml version="1.0" encoding="utf-8"?>
<p:tagLst xmlns:a="http://schemas.openxmlformats.org/drawingml/2006/main" xmlns:r="http://schemas.openxmlformats.org/officeDocument/2006/relationships" xmlns:p="http://schemas.openxmlformats.org/presentationml/2006/main">
  <p:tag name="SHAPE" val="OLD"/>
</p:tagLst>
</file>

<file path=ppt/tags/tag236.xml><?xml version="1.0" encoding="utf-8"?>
<p:tagLst xmlns:a="http://schemas.openxmlformats.org/drawingml/2006/main" xmlns:r="http://schemas.openxmlformats.org/officeDocument/2006/relationships" xmlns:p="http://schemas.openxmlformats.org/presentationml/2006/main">
  <p:tag name="SHAPE" val="OLD"/>
</p:tagLst>
</file>

<file path=ppt/tags/tag237.xml><?xml version="1.0" encoding="utf-8"?>
<p:tagLst xmlns:a="http://schemas.openxmlformats.org/drawingml/2006/main" xmlns:r="http://schemas.openxmlformats.org/officeDocument/2006/relationships" xmlns:p="http://schemas.openxmlformats.org/presentationml/2006/main">
  <p:tag name="SHAPE" val="OLD"/>
</p:tagLst>
</file>

<file path=ppt/tags/tag238.xml><?xml version="1.0" encoding="utf-8"?>
<p:tagLst xmlns:a="http://schemas.openxmlformats.org/drawingml/2006/main" xmlns:r="http://schemas.openxmlformats.org/officeDocument/2006/relationships" xmlns:p="http://schemas.openxmlformats.org/presentationml/2006/main">
  <p:tag name="SHAPE" val="OLD"/>
</p:tagLst>
</file>

<file path=ppt/tags/tag239.xml><?xml version="1.0" encoding="utf-8"?>
<p:tagLst xmlns:a="http://schemas.openxmlformats.org/drawingml/2006/main" xmlns:r="http://schemas.openxmlformats.org/officeDocument/2006/relationships" xmlns:p="http://schemas.openxmlformats.org/presentationml/2006/main">
  <p:tag name="SHAPE" val="OLD"/>
</p:tagLst>
</file>

<file path=ppt/tags/tag240.xml><?xml version="1.0" encoding="utf-8"?>
<p:tagLst xmlns:a="http://schemas.openxmlformats.org/drawingml/2006/main" xmlns:r="http://schemas.openxmlformats.org/officeDocument/2006/relationships" xmlns:p="http://schemas.openxmlformats.org/presentationml/2006/main">
  <p:tag name="SHAPE" val="OLD"/>
</p:tagLst>
</file>

<file path=ppt/tags/tag241.xml><?xml version="1.0" encoding="utf-8"?>
<p:tagLst xmlns:a="http://schemas.openxmlformats.org/drawingml/2006/main" xmlns:r="http://schemas.openxmlformats.org/officeDocument/2006/relationships" xmlns:p="http://schemas.openxmlformats.org/presentationml/2006/main">
  <p:tag name="SHAPE" val="OLD"/>
</p:tagLst>
</file>

<file path=ppt/tags/tag242.xml><?xml version="1.0" encoding="utf-8"?>
<p:tagLst xmlns:a="http://schemas.openxmlformats.org/drawingml/2006/main" xmlns:r="http://schemas.openxmlformats.org/officeDocument/2006/relationships" xmlns:p="http://schemas.openxmlformats.org/presentationml/2006/main">
  <p:tag name="SHAPE" val="OLD"/>
</p:tagLst>
</file>

<file path=ppt/tags/tag243.xml><?xml version="1.0" encoding="utf-8"?>
<p:tagLst xmlns:a="http://schemas.openxmlformats.org/drawingml/2006/main" xmlns:r="http://schemas.openxmlformats.org/officeDocument/2006/relationships" xmlns:p="http://schemas.openxmlformats.org/presentationml/2006/main">
  <p:tag name="SHAPE" val="OLD"/>
</p:tagLst>
</file>

<file path=ppt/tags/tag244.xml><?xml version="1.0" encoding="utf-8"?>
<p:tagLst xmlns:a="http://schemas.openxmlformats.org/drawingml/2006/main" xmlns:r="http://schemas.openxmlformats.org/officeDocument/2006/relationships" xmlns:p="http://schemas.openxmlformats.org/presentationml/2006/main">
  <p:tag name="SHAPE" val="OLD"/>
</p:tagLst>
</file>

<file path=ppt/tags/tag245.xml><?xml version="1.0" encoding="utf-8"?>
<p:tagLst xmlns:a="http://schemas.openxmlformats.org/drawingml/2006/main" xmlns:r="http://schemas.openxmlformats.org/officeDocument/2006/relationships" xmlns:p="http://schemas.openxmlformats.org/presentationml/2006/main">
  <p:tag name="SHAPE" val="OLD"/>
</p:tagLst>
</file>

<file path=ppt/tags/tag246.xml><?xml version="1.0" encoding="utf-8"?>
<p:tagLst xmlns:a="http://schemas.openxmlformats.org/drawingml/2006/main" xmlns:r="http://schemas.openxmlformats.org/officeDocument/2006/relationships" xmlns:p="http://schemas.openxmlformats.org/presentationml/2006/main">
  <p:tag name="SHAPE" val="OLD"/>
</p:tagLst>
</file>

<file path=ppt/tags/tag247.xml><?xml version="1.0" encoding="utf-8"?>
<p:tagLst xmlns:a="http://schemas.openxmlformats.org/drawingml/2006/main" xmlns:r="http://schemas.openxmlformats.org/officeDocument/2006/relationships" xmlns:p="http://schemas.openxmlformats.org/presentationml/2006/main">
  <p:tag name="SHAPE" val="OLD"/>
</p:tagLst>
</file>

<file path=ppt/tags/tag248.xml><?xml version="1.0" encoding="utf-8"?>
<p:tagLst xmlns:a="http://schemas.openxmlformats.org/drawingml/2006/main" xmlns:r="http://schemas.openxmlformats.org/officeDocument/2006/relationships" xmlns:p="http://schemas.openxmlformats.org/presentationml/2006/main">
  <p:tag name="SHAPE" val="OLD"/>
</p:tagLst>
</file>

<file path=ppt/tags/tag249.xml><?xml version="1.0" encoding="utf-8"?>
<p:tagLst xmlns:a="http://schemas.openxmlformats.org/drawingml/2006/main" xmlns:r="http://schemas.openxmlformats.org/officeDocument/2006/relationships" xmlns:p="http://schemas.openxmlformats.org/presentationml/2006/main">
  <p:tag name="SHAPE" val="OLD"/>
</p:tagLst>
</file>

<file path=ppt/tags/tag250.xml><?xml version="1.0" encoding="utf-8"?>
<p:tagLst xmlns:a="http://schemas.openxmlformats.org/drawingml/2006/main" xmlns:r="http://schemas.openxmlformats.org/officeDocument/2006/relationships" xmlns:p="http://schemas.openxmlformats.org/presentationml/2006/main">
  <p:tag name="SHAPE" val="OLD"/>
</p:tagLst>
</file>

<file path=ppt/tags/tag251.xml><?xml version="1.0" encoding="utf-8"?>
<p:tagLst xmlns:a="http://schemas.openxmlformats.org/drawingml/2006/main" xmlns:r="http://schemas.openxmlformats.org/officeDocument/2006/relationships" xmlns:p="http://schemas.openxmlformats.org/presentationml/2006/main">
  <p:tag name="SHAPE" val="OLD"/>
</p:tagLst>
</file>

<file path=ppt/tags/tag252.xml><?xml version="1.0" encoding="utf-8"?>
<p:tagLst xmlns:a="http://schemas.openxmlformats.org/drawingml/2006/main" xmlns:r="http://schemas.openxmlformats.org/officeDocument/2006/relationships" xmlns:p="http://schemas.openxmlformats.org/presentationml/2006/main">
  <p:tag name="SHAPE" val="OLD"/>
</p:tagLst>
</file>

<file path=ppt/tags/tag253.xml><?xml version="1.0" encoding="utf-8"?>
<p:tagLst xmlns:a="http://schemas.openxmlformats.org/drawingml/2006/main" xmlns:r="http://schemas.openxmlformats.org/officeDocument/2006/relationships" xmlns:p="http://schemas.openxmlformats.org/presentationml/2006/main">
  <p:tag name="SHAPE" val="OLD"/>
</p:tagLst>
</file>

<file path=ppt/tags/tag254.xml><?xml version="1.0" encoding="utf-8"?>
<p:tagLst xmlns:a="http://schemas.openxmlformats.org/drawingml/2006/main" xmlns:r="http://schemas.openxmlformats.org/officeDocument/2006/relationships" xmlns:p="http://schemas.openxmlformats.org/presentationml/2006/main">
  <p:tag name="SHAPE" val="OLD"/>
</p:tagLst>
</file>

<file path=ppt/tags/tag255.xml><?xml version="1.0" encoding="utf-8"?>
<p:tagLst xmlns:a="http://schemas.openxmlformats.org/drawingml/2006/main" xmlns:r="http://schemas.openxmlformats.org/officeDocument/2006/relationships" xmlns:p="http://schemas.openxmlformats.org/presentationml/2006/main">
  <p:tag name="SHAPE" val="OLD"/>
</p:tagLst>
</file>

<file path=ppt/tags/tag256.xml><?xml version="1.0" encoding="utf-8"?>
<p:tagLst xmlns:a="http://schemas.openxmlformats.org/drawingml/2006/main" xmlns:r="http://schemas.openxmlformats.org/officeDocument/2006/relationships" xmlns:p="http://schemas.openxmlformats.org/presentationml/2006/main">
  <p:tag name="SHAPE" val="OLD"/>
</p:tagLst>
</file>

<file path=ppt/tags/tag257.xml><?xml version="1.0" encoding="utf-8"?>
<p:tagLst xmlns:a="http://schemas.openxmlformats.org/drawingml/2006/main" xmlns:r="http://schemas.openxmlformats.org/officeDocument/2006/relationships" xmlns:p="http://schemas.openxmlformats.org/presentationml/2006/main">
  <p:tag name="SHAPE" val="OLD"/>
</p:tagLst>
</file>

<file path=ppt/tags/tag258.xml><?xml version="1.0" encoding="utf-8"?>
<p:tagLst xmlns:a="http://schemas.openxmlformats.org/drawingml/2006/main" xmlns:r="http://schemas.openxmlformats.org/officeDocument/2006/relationships" xmlns:p="http://schemas.openxmlformats.org/presentationml/2006/main">
  <p:tag name="SHAPE" val="OLD"/>
</p:tagLst>
</file>

<file path=ppt/tags/tag259.xml><?xml version="1.0" encoding="utf-8"?>
<p:tagLst xmlns:a="http://schemas.openxmlformats.org/drawingml/2006/main" xmlns:r="http://schemas.openxmlformats.org/officeDocument/2006/relationships" xmlns:p="http://schemas.openxmlformats.org/presentationml/2006/main">
  <p:tag name="SHAPE" val="OLD"/>
</p:tagLst>
</file>

<file path=ppt/tags/tag260.xml><?xml version="1.0" encoding="utf-8"?>
<p:tagLst xmlns:a="http://schemas.openxmlformats.org/drawingml/2006/main" xmlns:r="http://schemas.openxmlformats.org/officeDocument/2006/relationships" xmlns:p="http://schemas.openxmlformats.org/presentationml/2006/main">
  <p:tag name="SHAPE" val="OLD"/>
</p:tagLst>
</file>

<file path=ppt/tags/tag261.xml><?xml version="1.0" encoding="utf-8"?>
<p:tagLst xmlns:a="http://schemas.openxmlformats.org/drawingml/2006/main" xmlns:r="http://schemas.openxmlformats.org/officeDocument/2006/relationships" xmlns:p="http://schemas.openxmlformats.org/presentationml/2006/main">
  <p:tag name="SHAPE" val="OLD"/>
</p:tagLst>
</file>

<file path=ppt/tags/tag262.xml><?xml version="1.0" encoding="utf-8"?>
<p:tagLst xmlns:a="http://schemas.openxmlformats.org/drawingml/2006/main" xmlns:r="http://schemas.openxmlformats.org/officeDocument/2006/relationships" xmlns:p="http://schemas.openxmlformats.org/presentationml/2006/main">
  <p:tag name="SHAPE" val="OLD"/>
</p:tagLst>
</file>

<file path=ppt/tags/tag263.xml><?xml version="1.0" encoding="utf-8"?>
<p:tagLst xmlns:a="http://schemas.openxmlformats.org/drawingml/2006/main" xmlns:r="http://schemas.openxmlformats.org/officeDocument/2006/relationships" xmlns:p="http://schemas.openxmlformats.org/presentationml/2006/main">
  <p:tag name="SHAPE" val="OLD"/>
</p:tagLst>
</file>

<file path=ppt/tags/tag264.xml><?xml version="1.0" encoding="utf-8"?>
<p:tagLst xmlns:a="http://schemas.openxmlformats.org/drawingml/2006/main" xmlns:r="http://schemas.openxmlformats.org/officeDocument/2006/relationships" xmlns:p="http://schemas.openxmlformats.org/presentationml/2006/main">
  <p:tag name="SHAPE" val="OLD"/>
</p:tagLst>
</file>

<file path=ppt/tags/tag265.xml><?xml version="1.0" encoding="utf-8"?>
<p:tagLst xmlns:a="http://schemas.openxmlformats.org/drawingml/2006/main" xmlns:r="http://schemas.openxmlformats.org/officeDocument/2006/relationships" xmlns:p="http://schemas.openxmlformats.org/presentationml/2006/main">
  <p:tag name="SHAPE" val="OLD"/>
</p:tagLst>
</file>

<file path=ppt/tags/tag266.xml><?xml version="1.0" encoding="utf-8"?>
<p:tagLst xmlns:a="http://schemas.openxmlformats.org/drawingml/2006/main" xmlns:r="http://schemas.openxmlformats.org/officeDocument/2006/relationships" xmlns:p="http://schemas.openxmlformats.org/presentationml/2006/main">
  <p:tag name="SHAPE" val="OLD"/>
</p:tagLst>
</file>

<file path=ppt/tags/tag267.xml><?xml version="1.0" encoding="utf-8"?>
<p:tagLst xmlns:a="http://schemas.openxmlformats.org/drawingml/2006/main" xmlns:r="http://schemas.openxmlformats.org/officeDocument/2006/relationships" xmlns:p="http://schemas.openxmlformats.org/presentationml/2006/main">
  <p:tag name="SHAPE" val="OLD"/>
</p:tagLst>
</file>

<file path=ppt/tags/tag268.xml><?xml version="1.0" encoding="utf-8"?>
<p:tagLst xmlns:a="http://schemas.openxmlformats.org/drawingml/2006/main" xmlns:r="http://schemas.openxmlformats.org/officeDocument/2006/relationships" xmlns:p="http://schemas.openxmlformats.org/presentationml/2006/main">
  <p:tag name="SHAPE" val="OLD"/>
</p:tagLst>
</file>

<file path=ppt/tags/tag269.xml><?xml version="1.0" encoding="utf-8"?>
<p:tagLst xmlns:a="http://schemas.openxmlformats.org/drawingml/2006/main" xmlns:r="http://schemas.openxmlformats.org/officeDocument/2006/relationships" xmlns:p="http://schemas.openxmlformats.org/presentationml/2006/main">
  <p:tag name="SHAPE" val="OLD"/>
</p:tagLst>
</file>

<file path=ppt/tags/tag270.xml><?xml version="1.0" encoding="utf-8"?>
<p:tagLst xmlns:a="http://schemas.openxmlformats.org/drawingml/2006/main" xmlns:r="http://schemas.openxmlformats.org/officeDocument/2006/relationships" xmlns:p="http://schemas.openxmlformats.org/presentationml/2006/main">
  <p:tag name="SHAPE" val="OLD"/>
</p:tagLst>
</file>

<file path=ppt/tags/tag271.xml><?xml version="1.0" encoding="utf-8"?>
<p:tagLst xmlns:a="http://schemas.openxmlformats.org/drawingml/2006/main" xmlns:r="http://schemas.openxmlformats.org/officeDocument/2006/relationships" xmlns:p="http://schemas.openxmlformats.org/presentationml/2006/main">
  <p:tag name="SHAPE" val="OLD"/>
</p:tagLst>
</file>

<file path=ppt/tags/tag272.xml><?xml version="1.0" encoding="utf-8"?>
<p:tagLst xmlns:a="http://schemas.openxmlformats.org/drawingml/2006/main" xmlns:r="http://schemas.openxmlformats.org/officeDocument/2006/relationships" xmlns:p="http://schemas.openxmlformats.org/presentationml/2006/main">
  <p:tag name="SHAPE" val="OLD"/>
</p:tagLst>
</file>

<file path=ppt/tags/tag273.xml><?xml version="1.0" encoding="utf-8"?>
<p:tagLst xmlns:a="http://schemas.openxmlformats.org/drawingml/2006/main" xmlns:r="http://schemas.openxmlformats.org/officeDocument/2006/relationships" xmlns:p="http://schemas.openxmlformats.org/presentationml/2006/main">
  <p:tag name="SHAPE" val="OLD"/>
</p:tagLst>
</file>

<file path=ppt/tags/tag274.xml><?xml version="1.0" encoding="utf-8"?>
<p:tagLst xmlns:a="http://schemas.openxmlformats.org/drawingml/2006/main" xmlns:r="http://schemas.openxmlformats.org/officeDocument/2006/relationships" xmlns:p="http://schemas.openxmlformats.org/presentationml/2006/main">
  <p:tag name="SHAPE" val="OLD"/>
</p:tagLst>
</file>

<file path=ppt/tags/tag275.xml><?xml version="1.0" encoding="utf-8"?>
<p:tagLst xmlns:a="http://schemas.openxmlformats.org/drawingml/2006/main" xmlns:r="http://schemas.openxmlformats.org/officeDocument/2006/relationships" xmlns:p="http://schemas.openxmlformats.org/presentationml/2006/main">
  <p:tag name="SHAPE" val="OLD"/>
</p:tagLst>
</file>

<file path=ppt/tags/tag276.xml><?xml version="1.0" encoding="utf-8"?>
<p:tagLst xmlns:a="http://schemas.openxmlformats.org/drawingml/2006/main" xmlns:r="http://schemas.openxmlformats.org/officeDocument/2006/relationships" xmlns:p="http://schemas.openxmlformats.org/presentationml/2006/main">
  <p:tag name="SHAPE" val="OLD"/>
</p:tagLst>
</file>

<file path=ppt/tags/tag277.xml><?xml version="1.0" encoding="utf-8"?>
<p:tagLst xmlns:a="http://schemas.openxmlformats.org/drawingml/2006/main" xmlns:r="http://schemas.openxmlformats.org/officeDocument/2006/relationships" xmlns:p="http://schemas.openxmlformats.org/presentationml/2006/main">
  <p:tag name="SHAPE" val="OLD"/>
</p:tagLst>
</file>

<file path=ppt/tags/tag278.xml><?xml version="1.0" encoding="utf-8"?>
<p:tagLst xmlns:a="http://schemas.openxmlformats.org/drawingml/2006/main" xmlns:r="http://schemas.openxmlformats.org/officeDocument/2006/relationships" xmlns:p="http://schemas.openxmlformats.org/presentationml/2006/main">
  <p:tag name="SHAPE" val="OLD"/>
</p:tagLst>
</file>

<file path=ppt/tags/tag279.xml><?xml version="1.0" encoding="utf-8"?>
<p:tagLst xmlns:a="http://schemas.openxmlformats.org/drawingml/2006/main" xmlns:r="http://schemas.openxmlformats.org/officeDocument/2006/relationships" xmlns:p="http://schemas.openxmlformats.org/presentationml/2006/main">
  <p:tag name="SHAPE" val="OLD"/>
</p:tagLst>
</file>

<file path=ppt/tags/tag280.xml><?xml version="1.0" encoding="utf-8"?>
<p:tagLst xmlns:a="http://schemas.openxmlformats.org/drawingml/2006/main" xmlns:r="http://schemas.openxmlformats.org/officeDocument/2006/relationships" xmlns:p="http://schemas.openxmlformats.org/presentationml/2006/main">
  <p:tag name="SHAPE" val="OLD"/>
</p:tagLst>
</file>

<file path=ppt/tags/tag281.xml><?xml version="1.0" encoding="utf-8"?>
<p:tagLst xmlns:a="http://schemas.openxmlformats.org/drawingml/2006/main" xmlns:r="http://schemas.openxmlformats.org/officeDocument/2006/relationships" xmlns:p="http://schemas.openxmlformats.org/presentationml/2006/main">
  <p:tag name="SHAPE" val="OLD"/>
</p:tagLst>
</file>

<file path=ppt/tags/tag282.xml><?xml version="1.0" encoding="utf-8"?>
<p:tagLst xmlns:a="http://schemas.openxmlformats.org/drawingml/2006/main" xmlns:r="http://schemas.openxmlformats.org/officeDocument/2006/relationships" xmlns:p="http://schemas.openxmlformats.org/presentationml/2006/main">
  <p:tag name="SHAPE" val="OLD"/>
</p:tagLst>
</file>

<file path=ppt/tags/tag283.xml><?xml version="1.0" encoding="utf-8"?>
<p:tagLst xmlns:a="http://schemas.openxmlformats.org/drawingml/2006/main" xmlns:r="http://schemas.openxmlformats.org/officeDocument/2006/relationships" xmlns:p="http://schemas.openxmlformats.org/presentationml/2006/main">
  <p:tag name="SHAPE" val="OLD"/>
</p:tagLst>
</file>

<file path=ppt/tags/tag284.xml><?xml version="1.0" encoding="utf-8"?>
<p:tagLst xmlns:a="http://schemas.openxmlformats.org/drawingml/2006/main" xmlns:r="http://schemas.openxmlformats.org/officeDocument/2006/relationships" xmlns:p="http://schemas.openxmlformats.org/presentationml/2006/main">
  <p:tag name="SHAPE" val="OLD"/>
</p:tagLst>
</file>

<file path=ppt/tags/tag285.xml><?xml version="1.0" encoding="utf-8"?>
<p:tagLst xmlns:a="http://schemas.openxmlformats.org/drawingml/2006/main" xmlns:r="http://schemas.openxmlformats.org/officeDocument/2006/relationships" xmlns:p="http://schemas.openxmlformats.org/presentationml/2006/main">
  <p:tag name="SHAPE" val="OLD"/>
</p:tagLst>
</file>

<file path=ppt/tags/tag286.xml><?xml version="1.0" encoding="utf-8"?>
<p:tagLst xmlns:a="http://schemas.openxmlformats.org/drawingml/2006/main" xmlns:r="http://schemas.openxmlformats.org/officeDocument/2006/relationships" xmlns:p="http://schemas.openxmlformats.org/presentationml/2006/main">
  <p:tag name="SHAPE" val="OLD"/>
</p:tagLst>
</file>

<file path=ppt/tags/tag287.xml><?xml version="1.0" encoding="utf-8"?>
<p:tagLst xmlns:a="http://schemas.openxmlformats.org/drawingml/2006/main" xmlns:r="http://schemas.openxmlformats.org/officeDocument/2006/relationships" xmlns:p="http://schemas.openxmlformats.org/presentationml/2006/main">
  <p:tag name="SHAPE" val="OLD"/>
</p:tagLst>
</file>

<file path=ppt/tags/tag288.xml><?xml version="1.0" encoding="utf-8"?>
<p:tagLst xmlns:a="http://schemas.openxmlformats.org/drawingml/2006/main" xmlns:r="http://schemas.openxmlformats.org/officeDocument/2006/relationships" xmlns:p="http://schemas.openxmlformats.org/presentationml/2006/main">
  <p:tag name="SHAPE" val="OLD"/>
</p:tagLst>
</file>

<file path=ppt/tags/tag289.xml><?xml version="1.0" encoding="utf-8"?>
<p:tagLst xmlns:a="http://schemas.openxmlformats.org/drawingml/2006/main" xmlns:r="http://schemas.openxmlformats.org/officeDocument/2006/relationships" xmlns:p="http://schemas.openxmlformats.org/presentationml/2006/main">
  <p:tag name="SHAPE" val="OLD"/>
</p:tagLst>
</file>

<file path=ppt/tags/tag290.xml><?xml version="1.0" encoding="utf-8"?>
<p:tagLst xmlns:a="http://schemas.openxmlformats.org/drawingml/2006/main" xmlns:r="http://schemas.openxmlformats.org/officeDocument/2006/relationships" xmlns:p="http://schemas.openxmlformats.org/presentationml/2006/main">
  <p:tag name="SHAPE" val="OLD"/>
</p:tagLst>
</file>

<file path=ppt/tags/tag291.xml><?xml version="1.0" encoding="utf-8"?>
<p:tagLst xmlns:a="http://schemas.openxmlformats.org/drawingml/2006/main" xmlns:r="http://schemas.openxmlformats.org/officeDocument/2006/relationships" xmlns:p="http://schemas.openxmlformats.org/presentationml/2006/main">
  <p:tag name="SHAPE" val="OLD"/>
</p:tagLst>
</file>

<file path=ppt/tags/tag292.xml><?xml version="1.0" encoding="utf-8"?>
<p:tagLst xmlns:a="http://schemas.openxmlformats.org/drawingml/2006/main" xmlns:r="http://schemas.openxmlformats.org/officeDocument/2006/relationships" xmlns:p="http://schemas.openxmlformats.org/presentationml/2006/main">
  <p:tag name="SHAPE" val="OLD"/>
</p:tagLst>
</file>

<file path=ppt/tags/tag293.xml><?xml version="1.0" encoding="utf-8"?>
<p:tagLst xmlns:a="http://schemas.openxmlformats.org/drawingml/2006/main" xmlns:r="http://schemas.openxmlformats.org/officeDocument/2006/relationships" xmlns:p="http://schemas.openxmlformats.org/presentationml/2006/main">
  <p:tag name="SHAPE" val="OLD"/>
</p:tagLst>
</file>

<file path=ppt/tags/tag294.xml><?xml version="1.0" encoding="utf-8"?>
<p:tagLst xmlns:a="http://schemas.openxmlformats.org/drawingml/2006/main" xmlns:r="http://schemas.openxmlformats.org/officeDocument/2006/relationships" xmlns:p="http://schemas.openxmlformats.org/presentationml/2006/main">
  <p:tag name="SHAPE" val="OLD"/>
</p:tagLst>
</file>

<file path=ppt/tags/tag295.xml><?xml version="1.0" encoding="utf-8"?>
<p:tagLst xmlns:a="http://schemas.openxmlformats.org/drawingml/2006/main" xmlns:r="http://schemas.openxmlformats.org/officeDocument/2006/relationships" xmlns:p="http://schemas.openxmlformats.org/presentationml/2006/main">
  <p:tag name="SHAPE" val="OLD"/>
</p:tagLst>
</file>

<file path=ppt/tags/tag296.xml><?xml version="1.0" encoding="utf-8"?>
<p:tagLst xmlns:a="http://schemas.openxmlformats.org/drawingml/2006/main" xmlns:r="http://schemas.openxmlformats.org/officeDocument/2006/relationships" xmlns:p="http://schemas.openxmlformats.org/presentationml/2006/main">
  <p:tag name="SHAPE" val="OLD"/>
</p:tagLst>
</file>

<file path=ppt/tags/tag297.xml><?xml version="1.0" encoding="utf-8"?>
<p:tagLst xmlns:a="http://schemas.openxmlformats.org/drawingml/2006/main" xmlns:r="http://schemas.openxmlformats.org/officeDocument/2006/relationships" xmlns:p="http://schemas.openxmlformats.org/presentationml/2006/main">
  <p:tag name="SHAPE" val="OLD"/>
</p:tagLst>
</file>

<file path=ppt/tags/tag298.xml><?xml version="1.0" encoding="utf-8"?>
<p:tagLst xmlns:a="http://schemas.openxmlformats.org/drawingml/2006/main" xmlns:r="http://schemas.openxmlformats.org/officeDocument/2006/relationships" xmlns:p="http://schemas.openxmlformats.org/presentationml/2006/main">
  <p:tag name="SHAPE" val="OLD"/>
</p:tagLst>
</file>

<file path=ppt/tags/tag299.xml><?xml version="1.0" encoding="utf-8"?>
<p:tagLst xmlns:a="http://schemas.openxmlformats.org/drawingml/2006/main" xmlns:r="http://schemas.openxmlformats.org/officeDocument/2006/relationships" xmlns:p="http://schemas.openxmlformats.org/presentationml/2006/main">
  <p:tag name="SHAPE" val="OLD"/>
</p:tagLst>
</file>

<file path=ppt/tags/tag300.xml><?xml version="1.0" encoding="utf-8"?>
<p:tagLst xmlns:a="http://schemas.openxmlformats.org/drawingml/2006/main" xmlns:r="http://schemas.openxmlformats.org/officeDocument/2006/relationships" xmlns:p="http://schemas.openxmlformats.org/presentationml/2006/main">
  <p:tag name="SHAPE" val="OLD"/>
</p:tagLst>
</file>

<file path=ppt/tags/tag301.xml><?xml version="1.0" encoding="utf-8"?>
<p:tagLst xmlns:a="http://schemas.openxmlformats.org/drawingml/2006/main" xmlns:r="http://schemas.openxmlformats.org/officeDocument/2006/relationships" xmlns:p="http://schemas.openxmlformats.org/presentationml/2006/main">
  <p:tag name="SHAPE" val="OLD"/>
</p:tagLst>
</file>

<file path=ppt/tags/tag302.xml><?xml version="1.0" encoding="utf-8"?>
<p:tagLst xmlns:a="http://schemas.openxmlformats.org/drawingml/2006/main" xmlns:r="http://schemas.openxmlformats.org/officeDocument/2006/relationships" xmlns:p="http://schemas.openxmlformats.org/presentationml/2006/main">
  <p:tag name="SHAPE" val="OLD"/>
</p:tagLst>
</file>

<file path=ppt/tags/tag303.xml><?xml version="1.0" encoding="utf-8"?>
<p:tagLst xmlns:a="http://schemas.openxmlformats.org/drawingml/2006/main" xmlns:r="http://schemas.openxmlformats.org/officeDocument/2006/relationships" xmlns:p="http://schemas.openxmlformats.org/presentationml/2006/main">
  <p:tag name="SHAPE" val="OLD"/>
</p:tagLst>
</file>

<file path=ppt/tags/tag304.xml><?xml version="1.0" encoding="utf-8"?>
<p:tagLst xmlns:a="http://schemas.openxmlformats.org/drawingml/2006/main" xmlns:r="http://schemas.openxmlformats.org/officeDocument/2006/relationships" xmlns:p="http://schemas.openxmlformats.org/presentationml/2006/main">
  <p:tag name="SHAPE" val="OLD"/>
</p:tagLst>
</file>

<file path=ppt/tags/tag305.xml><?xml version="1.0" encoding="utf-8"?>
<p:tagLst xmlns:a="http://schemas.openxmlformats.org/drawingml/2006/main" xmlns:r="http://schemas.openxmlformats.org/officeDocument/2006/relationships" xmlns:p="http://schemas.openxmlformats.org/presentationml/2006/main">
  <p:tag name="SHAPE" val="OLD"/>
</p:tagLst>
</file>

<file path=ppt/tags/tag306.xml><?xml version="1.0" encoding="utf-8"?>
<p:tagLst xmlns:a="http://schemas.openxmlformats.org/drawingml/2006/main" xmlns:r="http://schemas.openxmlformats.org/officeDocument/2006/relationships" xmlns:p="http://schemas.openxmlformats.org/presentationml/2006/main">
  <p:tag name="SHAPE" val="OLD"/>
</p:tagLst>
</file>

<file path=ppt/tags/tag307.xml><?xml version="1.0" encoding="utf-8"?>
<p:tagLst xmlns:a="http://schemas.openxmlformats.org/drawingml/2006/main" xmlns:r="http://schemas.openxmlformats.org/officeDocument/2006/relationships" xmlns:p="http://schemas.openxmlformats.org/presentationml/2006/main">
  <p:tag name="SHAPE" val="OLD"/>
</p:tagLst>
</file>

<file path=ppt/tags/tag308.xml><?xml version="1.0" encoding="utf-8"?>
<p:tagLst xmlns:a="http://schemas.openxmlformats.org/drawingml/2006/main" xmlns:r="http://schemas.openxmlformats.org/officeDocument/2006/relationships" xmlns:p="http://schemas.openxmlformats.org/presentationml/2006/main">
  <p:tag name="SHAPE" val="OLD"/>
</p:tagLst>
</file>

<file path=ppt/tags/tag309.xml><?xml version="1.0" encoding="utf-8"?>
<p:tagLst xmlns:a="http://schemas.openxmlformats.org/drawingml/2006/main" xmlns:r="http://schemas.openxmlformats.org/officeDocument/2006/relationships" xmlns:p="http://schemas.openxmlformats.org/presentationml/2006/main">
  <p:tag name="SHAPE" val="OLD"/>
</p:tagLst>
</file>

<file path=ppt/tags/tag310.xml><?xml version="1.0" encoding="utf-8"?>
<p:tagLst xmlns:a="http://schemas.openxmlformats.org/drawingml/2006/main" xmlns:r="http://schemas.openxmlformats.org/officeDocument/2006/relationships" xmlns:p="http://schemas.openxmlformats.org/presentationml/2006/main">
  <p:tag name="SHAPE" val="OLD"/>
</p:tagLst>
</file>

<file path=ppt/tags/tag311.xml><?xml version="1.0" encoding="utf-8"?>
<p:tagLst xmlns:a="http://schemas.openxmlformats.org/drawingml/2006/main" xmlns:r="http://schemas.openxmlformats.org/officeDocument/2006/relationships" xmlns:p="http://schemas.openxmlformats.org/presentationml/2006/main">
  <p:tag name="SHAPE" val="OLD"/>
</p:tagLst>
</file>

<file path=ppt/tags/tag312.xml><?xml version="1.0" encoding="utf-8"?>
<p:tagLst xmlns:a="http://schemas.openxmlformats.org/drawingml/2006/main" xmlns:r="http://schemas.openxmlformats.org/officeDocument/2006/relationships" xmlns:p="http://schemas.openxmlformats.org/presentationml/2006/main">
  <p:tag name="SHAPE" val="OLD"/>
</p:tagLst>
</file>

<file path=ppt/tags/tag313.xml><?xml version="1.0" encoding="utf-8"?>
<p:tagLst xmlns:a="http://schemas.openxmlformats.org/drawingml/2006/main" xmlns:r="http://schemas.openxmlformats.org/officeDocument/2006/relationships" xmlns:p="http://schemas.openxmlformats.org/presentationml/2006/main">
  <p:tag name="SHAPE" val="OLD"/>
</p:tagLst>
</file>

<file path=ppt/tags/tag314.xml><?xml version="1.0" encoding="utf-8"?>
<p:tagLst xmlns:a="http://schemas.openxmlformats.org/drawingml/2006/main" xmlns:r="http://schemas.openxmlformats.org/officeDocument/2006/relationships" xmlns:p="http://schemas.openxmlformats.org/presentationml/2006/main">
  <p:tag name="SHAPE" val="OLD"/>
</p:tagLst>
</file>

<file path=ppt/theme/theme1.xml><?xml version="1.0" encoding="utf-8"?>
<a:theme xmlns:a="http://schemas.openxmlformats.org/drawingml/2006/main" name="TU Wien">
  <a:themeElements>
    <a:clrScheme name="TU Wien">
      <a:dk1>
        <a:srgbClr val="000000"/>
      </a:dk1>
      <a:lt1>
        <a:srgbClr val="FFFFFF"/>
      </a:lt1>
      <a:dk2>
        <a:srgbClr val="006699"/>
      </a:dk2>
      <a:lt2>
        <a:srgbClr val="DFF2FD"/>
      </a:lt2>
      <a:accent1>
        <a:srgbClr val="006699"/>
      </a:accent1>
      <a:accent2>
        <a:srgbClr val="72ADD5"/>
      </a:accent2>
      <a:accent3>
        <a:srgbClr val="A6D5EC"/>
      </a:accent3>
      <a:accent4>
        <a:srgbClr val="DFF2FD"/>
      </a:accent4>
      <a:accent5>
        <a:srgbClr val="646363"/>
      </a:accent5>
      <a:accent6>
        <a:srgbClr val="5485AB"/>
      </a:accent6>
      <a:hlink>
        <a:srgbClr val="000000"/>
      </a:hlink>
      <a:folHlink>
        <a:srgbClr val="000000"/>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Subtile Körper">
      <a:fillStyleLst>
        <a:solidFill>
          <a:schemeClr val="phClr"/>
        </a:solidFill>
        <a:solidFill>
          <a:schemeClr val="phClr">
            <a:tint val="65000"/>
          </a:schemeClr>
        </a:solidFill>
        <a:solidFill>
          <a:schemeClr val="phClr">
            <a:shade val="80000"/>
            <a:satMod val="15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2700" h="25400" prst="coolSlant"/>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custClrLst>
    <a:custClr name="Blau 1">
      <a:srgbClr val="5485AB"/>
    </a:custClr>
    <a:custClr name="Blau 2">
      <a:srgbClr val="72ADD5"/>
    </a:custClr>
    <a:custClr name="Blau 3">
      <a:srgbClr val="A6D5EC"/>
    </a:custClr>
    <a:custClr name="Blau 4">
      <a:srgbClr val="DFF2FD"/>
    </a:custClr>
    <a:custClr name="Grün 1">
      <a:srgbClr val="007E71"/>
    </a:custClr>
    <a:custClr name="Grün 2">
      <a:srgbClr val="6AAAA5"/>
    </a:custClr>
    <a:custClr name="Grün 3">
      <a:srgbClr val="A2C6C2"/>
    </a:custClr>
    <a:custClr name="Grün 4">
      <a:srgbClr val="E9F1F0"/>
    </a:custClr>
    <a:custClr name="Magenta 1">
      <a:srgbClr val="BA4682"/>
    </a:custClr>
    <a:custClr name="Magenta 2">
      <a:srgbClr val="CD81A8"/>
    </a:custClr>
    <a:custClr name="Magenta 3">
      <a:srgbClr val="DFAFCA"/>
    </a:custClr>
    <a:custClr name="Magenta 4">
      <a:srgbClr val="F5E5EF"/>
    </a:custClr>
    <a:custClr name="Orange 1">
      <a:srgbClr val="E18922"/>
    </a:custClr>
    <a:custClr name="Orange 2">
      <a:srgbClr val="EEB473"/>
    </a:custClr>
    <a:custClr name="Orange 3">
      <a:srgbClr val="F5D0A8"/>
    </a:custClr>
    <a:custClr name="Orange 4">
      <a:srgbClr val="FDEFE1"/>
    </a:custClr>
    <a:custClr name="Grau 1">
      <a:srgbClr val="646363"/>
    </a:custClr>
    <a:custClr name="Grau 2">
      <a:srgbClr val="9D9D9C"/>
    </a:custClr>
    <a:custClr name="Grau 3">
      <a:srgbClr val="D0D0D0"/>
    </a:custClr>
    <a:custClr name="Grau 4">
      <a:srgbClr val="EDEDED"/>
    </a:custClr>
  </a:custClrLst>
  <a:extLst>
    <a:ext uri="{05A4C25C-085E-4340-85A3-A5531E510DB2}">
      <thm15:themeFamily xmlns:thm15="http://schemas.microsoft.com/office/thememl/2012/main" name="TUW_Musterpraesentation.potx" id="{2E710E09-D0C1-444E-9EE2-99D6F66FD162}" vid="{BCCD5661-7924-46E1-AD3D-9AC2BD2CC4A5}"/>
    </a:ext>
  </a:extLst>
</a:theme>
</file>

<file path=ppt/theme/theme2.xml><?xml version="1.0" encoding="utf-8"?>
<a:theme xmlns:a="http://schemas.openxmlformats.org/drawingml/2006/main" name="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TUW_Musterpraesentation</Template>
  <TotalTime>1666</TotalTime>
  <Words>8238</Words>
  <Application>Microsoft Office PowerPoint</Application>
  <PresentationFormat>Widescreen</PresentationFormat>
  <Paragraphs>618</Paragraphs>
  <Slides>23</Slides>
  <Notes>23</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23</vt:i4>
      </vt:variant>
    </vt:vector>
  </HeadingPairs>
  <TitlesOfParts>
    <vt:vector size="33" baseType="lpstr">
      <vt:lpstr>LMRoman10-Bold-Identity-H</vt:lpstr>
      <vt:lpstr>Courier New</vt:lpstr>
      <vt:lpstr>LMMono10-Regular-Identity-H</vt:lpstr>
      <vt:lpstr>-apple-system</vt:lpstr>
      <vt:lpstr>LMRoman10-Regular-Identity-H</vt:lpstr>
      <vt:lpstr>Arial</vt:lpstr>
      <vt:lpstr>LMRoman10-Italic-Identity-H</vt:lpstr>
      <vt:lpstr>fkGroteskNeue</vt:lpstr>
      <vt:lpstr>Monaspace Neon</vt:lpstr>
      <vt:lpstr>TU Wien</vt:lpstr>
      <vt:lpstr>Final Presentation Group 7</vt:lpstr>
      <vt:lpstr>Final Presentation Team7 Topic 1: Language Identification</vt:lpstr>
      <vt:lpstr>Project overview</vt:lpstr>
      <vt:lpstr>Approaches compared</vt:lpstr>
      <vt:lpstr>Key results</vt:lpstr>
      <vt:lpstr>Detailed OOD robustness (fastText vs. character n-grams, 5 languages)</vt:lpstr>
      <vt:lpstr>Comparative macro metrics plot</vt:lpstr>
      <vt:lpstr>FINAL SOLUTION — fastText Primary + Character N-gram Fallback (Model Design)</vt:lpstr>
      <vt:lpstr>FINAL SOLUTION — fastText Primary + Character N-gram Fallback (Results)</vt:lpstr>
      <vt:lpstr>Potential future work</vt:lpstr>
      <vt:lpstr>Key Takeaway</vt:lpstr>
      <vt:lpstr>Backup</vt:lpstr>
      <vt:lpstr>FINAL SOLUTION — fastText Primary + Character N-gram Fallback (Model Design)</vt:lpstr>
      <vt:lpstr>Recommendations for production deployment</vt:lpstr>
      <vt:lpstr>Milestone 1 Summary (Data Preparation)</vt:lpstr>
      <vt:lpstr>Milestone 2 Summary (Baselines &amp; Evaluation)</vt:lpstr>
      <vt:lpstr>Question 1 Summary (fastText OOD)</vt:lpstr>
      <vt:lpstr>Deployment considerations: latency vs. hardware</vt:lpstr>
      <vt:lpstr>Error analysis highlights</vt:lpstr>
      <vt:lpstr>Visual confusion matrices (10-language Wikipedia split)</vt:lpstr>
      <vt:lpstr>Visual confusion matrices (10-language Wikipedia split)</vt:lpstr>
      <vt:lpstr>Visual confusion matrices (10-language Wikipedia split)</vt:lpstr>
      <vt:lpstr>fastText OOV coverage diagnostics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Munin, Maxim</dc:creator>
  <cp:lastModifiedBy>Maxim Munin</cp:lastModifiedBy>
  <cp:revision>109</cp:revision>
  <dcterms:created xsi:type="dcterms:W3CDTF">2024-11-06T20:45:15Z</dcterms:created>
  <dcterms:modified xsi:type="dcterms:W3CDTF">2026-01-15T23:01:31Z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0x01010047F7283A7873274F8E189EC753F03E5A</vt:lpwstr>
  </property>
</Properties>
</file>