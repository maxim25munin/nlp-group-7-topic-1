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heme/theme2.xml" ContentType="application/vnd.openxmlformats-officedocument.them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heme/theme3.xml" ContentType="application/vnd.openxmlformats-officedocument.them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2.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3.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4.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5.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6.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7.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8.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9.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0.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11.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12.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13.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14.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15.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16.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17.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notesSlides/notesSlide18.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19.xml" ContentType="application/vnd.openxmlformats-officedocument.presentationml.notesSlid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1"/>
  </p:notesMasterIdLst>
  <p:handoutMasterIdLst>
    <p:handoutMasterId r:id="rId22"/>
  </p:handoutMasterIdLst>
  <p:sldIdLst>
    <p:sldId id="3690" r:id="rId2"/>
    <p:sldId id="257" r:id="rId3"/>
    <p:sldId id="274" r:id="rId4"/>
    <p:sldId id="3697" r:id="rId5"/>
    <p:sldId id="3698" r:id="rId6"/>
    <p:sldId id="3709" r:id="rId7"/>
    <p:sldId id="3710" r:id="rId8"/>
    <p:sldId id="3700" r:id="rId9"/>
    <p:sldId id="3711" r:id="rId10"/>
    <p:sldId id="3707" r:id="rId11"/>
    <p:sldId id="3713" r:id="rId12"/>
    <p:sldId id="3714" r:id="rId13"/>
    <p:sldId id="3712" r:id="rId14"/>
    <p:sldId id="3706" r:id="rId15"/>
    <p:sldId id="3699" r:id="rId16"/>
    <p:sldId id="3702" r:id="rId17"/>
    <p:sldId id="3703" r:id="rId18"/>
    <p:sldId id="3704" r:id="rId19"/>
    <p:sldId id="3705" r:id="rId20"/>
  </p:sldIdLst>
  <p:sldSz cx="12192000" cy="6858000"/>
  <p:notesSz cx="6858000" cy="9144000"/>
  <p:custDataLst>
    <p:tags r:id="rId2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sterfolien" id="{54CF9CB4-6EDB-4AC2-9AFB-EFC6E4817A6D}">
          <p14:sldIdLst>
            <p14:sldId id="3690"/>
            <p14:sldId id="257"/>
            <p14:sldId id="274"/>
            <p14:sldId id="3697"/>
            <p14:sldId id="3698"/>
            <p14:sldId id="3709"/>
            <p14:sldId id="3710"/>
            <p14:sldId id="3700"/>
            <p14:sldId id="3711"/>
            <p14:sldId id="3707"/>
            <p14:sldId id="3713"/>
            <p14:sldId id="3714"/>
            <p14:sldId id="3712"/>
            <p14:sldId id="3706"/>
            <p14:sldId id="3699"/>
            <p14:sldId id="3702"/>
            <p14:sldId id="3703"/>
            <p14:sldId id="3704"/>
            <p14:sldId id="3705"/>
          </p14:sldIdLst>
        </p14:section>
        <p14:section name="Standardabschnitt" id="{DFA7A10C-E1EB-4972-AB36-D2ACD314A82C}">
          <p14:sldIdLst/>
        </p14:section>
      </p14:sectionLst>
    </p:ext>
    <p:ext uri="{EFAFB233-063F-42B5-8137-9DF3F51BA10A}">
      <p15:sldGuideLst xmlns:p15="http://schemas.microsoft.com/office/powerpoint/2012/main">
        <p15:guide id="3" orient="horz" pos="2160">
          <p15:clr>
            <a:srgbClr val="A4A3A4"/>
          </p15:clr>
        </p15:guide>
        <p15:guide id="4"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ina Drimmel" initials="CD" lastIdx="132" clrIdx="0">
    <p:extLst>
      <p:ext uri="{19B8F6BF-5375-455C-9EA6-DF929625EA0E}">
        <p15:presenceInfo xmlns:p15="http://schemas.microsoft.com/office/powerpoint/2012/main" userId="Christina Drimmel" providerId="None"/>
      </p:ext>
    </p:extLst>
  </p:cmAuthor>
  <p:cmAuthor id="2" name="Springer" initials="S" lastIdx="18" clrIdx="1">
    <p:extLst>
      <p:ext uri="{19B8F6BF-5375-455C-9EA6-DF929625EA0E}">
        <p15:presenceInfo xmlns:p15="http://schemas.microsoft.com/office/powerpoint/2012/main" userId="Springer" providerId="None"/>
      </p:ext>
    </p:extLst>
  </p:cmAuthor>
  <p:cmAuthor id="3" name="Sebastian" initials="S" lastIdx="33" clrIdx="2">
    <p:extLst>
      <p:ext uri="{19B8F6BF-5375-455C-9EA6-DF929625EA0E}">
        <p15:presenceInfo xmlns:p15="http://schemas.microsoft.com/office/powerpoint/2012/main" userId="Sebasti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AFC9"/>
    <a:srgbClr val="7DA4C1"/>
    <a:srgbClr val="6190B3"/>
    <a:srgbClr val="4C7B9E"/>
    <a:srgbClr val="3E6582"/>
    <a:srgbClr val="BAC7D5"/>
    <a:srgbClr val="456F90"/>
    <a:srgbClr val="8CA6BF"/>
    <a:srgbClr val="A4B7CA"/>
    <a:srgbClr val="4B78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0" autoAdjust="0"/>
    <p:restoredTop sz="34903" autoAdjust="0"/>
  </p:normalViewPr>
  <p:slideViewPr>
    <p:cSldViewPr snapToGrid="0" showGuides="1">
      <p:cViewPr varScale="1">
        <p:scale>
          <a:sx n="22" d="100"/>
          <a:sy n="22" d="100"/>
        </p:scale>
        <p:origin x="2139" y="34"/>
      </p:cViewPr>
      <p:guideLst>
        <p:guide orient="horz" pos="2160"/>
        <p:guide pos="3840"/>
      </p:guideLst>
    </p:cSldViewPr>
  </p:slideViewPr>
  <p:outlineViewPr>
    <p:cViewPr>
      <p:scale>
        <a:sx n="33" d="100"/>
        <a:sy n="33" d="100"/>
      </p:scale>
      <p:origin x="0" y="-6984"/>
    </p:cViewPr>
  </p:outlineViewPr>
  <p:notesTextViewPr>
    <p:cViewPr>
      <p:scale>
        <a:sx n="3" d="2"/>
        <a:sy n="3" d="2"/>
      </p:scale>
      <p:origin x="0" y="0"/>
    </p:cViewPr>
  </p:notesTextViewPr>
  <p:sorterViewPr>
    <p:cViewPr>
      <p:scale>
        <a:sx n="66" d="100"/>
        <a:sy n="66" d="100"/>
      </p:scale>
      <p:origin x="0" y="-10363"/>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heme" Target="../theme/theme3.xml"/><Relationship Id="rId5" Type="http://schemas.openxmlformats.org/officeDocument/2006/relationships/tags" Target="../tags/tag176.xml"/><Relationship Id="rId4" Type="http://schemas.openxmlformats.org/officeDocument/2006/relationships/tags" Target="../tags/tag17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B6B62FD-DEA5-4016-A686-92BD436E4AF0}"/>
              </a:ext>
            </a:extLst>
          </p:cNvPr>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de-AT" dirty="0">
              <a:latin typeface="Arial" panose="020B0604020202020204" pitchFamily="34" charset="0"/>
            </a:endParaRPr>
          </a:p>
        </p:txBody>
      </p:sp>
      <p:sp>
        <p:nvSpPr>
          <p:cNvPr id="3" name="Datumsplatzhalter 2">
            <a:extLst>
              <a:ext uri="{FF2B5EF4-FFF2-40B4-BE49-F238E27FC236}">
                <a16:creationId xmlns:a16="http://schemas.microsoft.com/office/drawing/2014/main" id="{79D031BE-D109-46DC-97CA-86C8CC80DEF3}"/>
              </a:ext>
            </a:extLst>
          </p:cNvPr>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AAD92F50-EEFB-414C-A5B9-E53AB6640962}" type="datetimeFigureOut">
              <a:rPr lang="de-AT" smtClean="0">
                <a:latin typeface="Arial" panose="020B0604020202020204" pitchFamily="34" charset="0"/>
              </a:rPr>
              <a:t>14.01.2026</a:t>
            </a:fld>
            <a:endParaRPr lang="de-AT" dirty="0">
              <a:latin typeface="Arial" panose="020B0604020202020204" pitchFamily="34" charset="0"/>
            </a:endParaRPr>
          </a:p>
        </p:txBody>
      </p:sp>
      <p:sp>
        <p:nvSpPr>
          <p:cNvPr id="4" name="Fußzeilenplatzhalter 3">
            <a:extLst>
              <a:ext uri="{FF2B5EF4-FFF2-40B4-BE49-F238E27FC236}">
                <a16:creationId xmlns:a16="http://schemas.microsoft.com/office/drawing/2014/main" id="{E3E70E89-9D63-4AE7-AA10-359BADF98E1C}"/>
              </a:ext>
            </a:extLst>
          </p:cNvPr>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dirty="0">
              <a:latin typeface="Arial" panose="020B0604020202020204" pitchFamily="34" charset="0"/>
            </a:endParaRPr>
          </a:p>
        </p:txBody>
      </p:sp>
      <p:sp>
        <p:nvSpPr>
          <p:cNvPr id="5" name="Foliennummernplatzhalter 4">
            <a:extLst>
              <a:ext uri="{FF2B5EF4-FFF2-40B4-BE49-F238E27FC236}">
                <a16:creationId xmlns:a16="http://schemas.microsoft.com/office/drawing/2014/main" id="{BD848377-D64A-4E24-83A8-537299BF9731}"/>
              </a:ext>
            </a:extLst>
          </p:cNvPr>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F9B8C977-CDE1-48A9-8E7D-2B9A79EDCF35}" type="slidenum">
              <a:rPr lang="de-AT" smtClean="0">
                <a:latin typeface="Arial" panose="020B0604020202020204" pitchFamily="34" charset="0"/>
              </a:rPr>
              <a:t>‹#›</a:t>
            </a:fld>
            <a:endParaRPr lang="de-AT" dirty="0">
              <a:latin typeface="Arial" panose="020B0604020202020204" pitchFamily="34" charset="0"/>
            </a:endParaRPr>
          </a:p>
        </p:txBody>
      </p:sp>
    </p:spTree>
    <p:extLst>
      <p:ext uri="{BB962C8B-B14F-4D97-AF65-F5344CB8AC3E}">
        <p14:creationId xmlns:p14="http://schemas.microsoft.com/office/powerpoint/2010/main" val="2054379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168.xml"/><Relationship Id="rId7" Type="http://schemas.openxmlformats.org/officeDocument/2006/relationships/tags" Target="../tags/tag172.xml"/><Relationship Id="rId2" Type="http://schemas.openxmlformats.org/officeDocument/2006/relationships/tags" Target="../tags/tag167.xml"/><Relationship Id="rId1" Type="http://schemas.openxmlformats.org/officeDocument/2006/relationships/theme" Target="../theme/theme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lang="de-AT" dirty="0">
                <a:latin typeface="Arial" panose="020B0604020202020204" pitchFamily="34" charset="0"/>
              </a:defRPr>
            </a:lvl1pPr>
          </a:lstStyle>
          <a:p>
            <a:endParaRPr lang="de-AT" dirty="0"/>
          </a:p>
        </p:txBody>
      </p:sp>
      <p:sp>
        <p:nvSpPr>
          <p:cNvPr id="3" name="Datumsplatzhalter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C116C0E1-FA71-4E92-9BA0-377972D4F09A}" type="datetimeFigureOut">
              <a:rPr lang="de-AT" smtClean="0"/>
              <a:pPr/>
              <a:t>14.01.2026</a:t>
            </a:fld>
            <a:endParaRPr lang="de-AT" dirty="0"/>
          </a:p>
        </p:txBody>
      </p:sp>
      <p:sp>
        <p:nvSpPr>
          <p:cNvPr id="4" name="Folienbildplatzhalter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dirty="0"/>
          </a:p>
        </p:txBody>
      </p:sp>
      <p:sp>
        <p:nvSpPr>
          <p:cNvPr id="5" name="Notizenplatzhalter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6" name="Fußzeilenplatzhalter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lang="de-AT" dirty="0">
                <a:latin typeface="Arial" panose="020B0604020202020204" pitchFamily="34" charset="0"/>
              </a:defRPr>
            </a:lvl1pPr>
          </a:lstStyle>
          <a:p>
            <a:endParaRPr lang="de-AT" dirty="0"/>
          </a:p>
        </p:txBody>
      </p:sp>
      <p:sp>
        <p:nvSpPr>
          <p:cNvPr id="7" name="Foliennummernplatzhalter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D8BEB3B-C5EA-45F3-97F0-E17E2A187F46}" type="slidenum">
              <a:rPr lang="de-AT" smtClean="0"/>
              <a:pPr/>
              <a:t>‹#›</a:t>
            </a:fld>
            <a:endParaRPr lang="de-AT" dirty="0"/>
          </a:p>
        </p:txBody>
      </p:sp>
    </p:spTree>
    <p:extLst>
      <p:ext uri="{BB962C8B-B14F-4D97-AF65-F5344CB8AC3E}">
        <p14:creationId xmlns:p14="http://schemas.microsoft.com/office/powerpoint/2010/main" val="49051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5" Type="http://schemas.openxmlformats.org/officeDocument/2006/relationships/slide" Target="../slides/slide1.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5" Type="http://schemas.openxmlformats.org/officeDocument/2006/relationships/slide" Target="../slides/slide2.xml"/><Relationship Id="rId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slide" Target="../slides/slide4.xml"/><Relationship Id="rId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5" Type="http://schemas.openxmlformats.org/officeDocument/2006/relationships/slide" Target="../slides/slide5.xml"/><Relationship Id="rId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slide" Target="../slides/slide6.xml"/><Relationship Id="rId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slide" Target="../slides/slide7.xml"/><Relationship Id="rId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slide" Target="../slides/slide8.xml"/><Relationship Id="rId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slide" Target="../slides/slide9.xml"/><Relationship Id="rId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slide" Target="../slides/slide10.xml"/><Relationship Id="rId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5" Type="http://schemas.openxmlformats.org/officeDocument/2006/relationships/slide" Target="../slides/slide11.xml"/><Relationship Id="rId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5" Type="http://schemas.openxmlformats.org/officeDocument/2006/relationships/slide" Target="../slides/slide12.xml"/><Relationship Id="rId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 Id="rId5" Type="http://schemas.openxmlformats.org/officeDocument/2006/relationships/slide" Target="../slides/slide13.xml"/><Relationship Id="rId4"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slide" Target="../slides/slide14.xml"/><Relationship Id="rI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slide" Target="../slides/slide15.xml"/><Relationship Id="rId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slide" Target="../slides/slide16.xml"/><Relationship Id="rId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 Id="rId5" Type="http://schemas.openxmlformats.org/officeDocument/2006/relationships/slide" Target="../slides/slide17.xml"/><Relationship Id="rId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5" Type="http://schemas.openxmlformats.org/officeDocument/2006/relationships/slide" Target="../slides/slide18.xml"/><Relationship Id="rId4"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 Id="rId5" Type="http://schemas.openxmlformats.org/officeDocument/2006/relationships/slide" Target="../slides/slide19.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endParaRPr lang="de-AT" dirty="0"/>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1</a:t>
            </a:fld>
            <a:endParaRPr lang="de-AT" dirty="0"/>
          </a:p>
        </p:txBody>
      </p:sp>
    </p:spTree>
    <p:extLst>
      <p:ext uri="{BB962C8B-B14F-4D97-AF65-F5344CB8AC3E}">
        <p14:creationId xmlns:p14="http://schemas.microsoft.com/office/powerpoint/2010/main" val="1906410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endParaRPr lang="de-AT" dirty="0"/>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2</a:t>
            </a:fld>
            <a:endParaRPr lang="de-AT" dirty="0"/>
          </a:p>
        </p:txBody>
      </p:sp>
    </p:spTree>
    <p:extLst>
      <p:ext uri="{BB962C8B-B14F-4D97-AF65-F5344CB8AC3E}">
        <p14:creationId xmlns:p14="http://schemas.microsoft.com/office/powerpoint/2010/main" val="2522981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custDataLst>
              <p:tags r:id="rId1"/>
            </p:custDataLst>
          </p:nvPr>
        </p:nvSpPr>
        <p:spPr/>
        <p:txBody>
          <a:bodyPr/>
          <a:lstStyle/>
          <a:p>
            <a:endParaRPr lang="en-US"/>
          </a:p>
        </p:txBody>
      </p:sp>
      <p:sp>
        <p:nvSpPr>
          <p:cNvPr id="3" name="Notizenplatzhalter 2"/>
          <p:cNvSpPr>
            <a:spLocks noGrp="1"/>
          </p:cNvSpPr>
          <p:nvPr>
            <p:ph type="body" idx="1"/>
            <p:custDataLst>
              <p:tags r:id="rId2"/>
            </p:custDataLst>
          </p:nvPr>
        </p:nvSpPr>
        <p:spPr/>
        <p:txBody>
          <a:bodyPr/>
          <a:lstStyle/>
          <a:p>
            <a:r>
              <a:rPr lang="en-US" sz="1200" b="0" i="0" u="none" strike="noStrike" kern="1200" baseline="0" dirty="0">
                <a:solidFill>
                  <a:schemeClr val="tx1"/>
                </a:solidFill>
                <a:latin typeface="Arial" panose="020B0604020202020204" pitchFamily="34" charset="0"/>
                <a:ea typeface="+mn-ea"/>
                <a:cs typeface="+mn-cs"/>
              </a:rPr>
              <a:t>“Today we are presenting our work on </a:t>
            </a:r>
            <a:r>
              <a:rPr lang="en-US" sz="1200" b="1" i="0" u="none" strike="noStrike" kern="1200" baseline="0" dirty="0">
                <a:solidFill>
                  <a:schemeClr val="tx1"/>
                </a:solidFill>
                <a:latin typeface="Arial" panose="020B0604020202020204" pitchFamily="34" charset="0"/>
                <a:ea typeface="+mn-ea"/>
                <a:cs typeface="+mn-cs"/>
              </a:rPr>
              <a:t>multilingual sentence-level language identification </a:t>
            </a:r>
            <a:r>
              <a:rPr lang="en-US" sz="1200" b="0" i="0" u="none" strike="noStrike" kern="1200" baseline="0" dirty="0">
                <a:solidFill>
                  <a:schemeClr val="tx1"/>
                </a:solidFill>
                <a:latin typeface="Arial" panose="020B0604020202020204" pitchFamily="34" charset="0"/>
                <a:ea typeface="+mn-ea"/>
                <a:cs typeface="+mn-cs"/>
              </a:rPr>
              <a:t>across 10 languages spanning both Latin and Cyrillic scripts.” </a:t>
            </a:r>
          </a:p>
          <a:p>
            <a:endParaRPr lang="en-US" sz="1200" b="0" i="0" u="none" strike="noStrike" kern="1200" baseline="0" dirty="0">
              <a:solidFill>
                <a:schemeClr val="tx1"/>
              </a:solidFill>
              <a:latin typeface="Arial" panose="020B0604020202020204" pitchFamily="34" charset="0"/>
              <a:ea typeface="+mn-ea"/>
              <a:cs typeface="+mn-cs"/>
            </a:endParaRP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Emphasize the scope: We built and evaluated systems to automatically detect which language a sentence is written in, moving beyond traditional single-script approaches.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Highlight the languages: German, English, French, Swedish, Latvian, Swahili, Wolof, Yoruba, Kazakh, and Urdu. These represent both high-resource and low-resource languages and mix two scripts entirely.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Frame the challenge: “Language identification sounds simple—just look at the letters, right? But when you have overlapping orthographies (like English and Yoruba), transliterated text, and domain shift to social media, it becomes a real problem.”</a:t>
            </a:r>
            <a:endParaRPr lang="en-US" dirty="0">
              <a:effectLst/>
              <a:latin typeface="fkGroteskNeue"/>
            </a:endParaRPr>
          </a:p>
        </p:txBody>
      </p:sp>
      <p:sp>
        <p:nvSpPr>
          <p:cNvPr id="4" name="Foliennummernplatzhalter 3"/>
          <p:cNvSpPr>
            <a:spLocks noGrp="1"/>
          </p:cNvSpPr>
          <p:nvPr>
            <p:ph type="sldNum" sz="quarter" idx="5"/>
            <p:custDataLst>
              <p:tags r:id="rId3"/>
            </p:custDataLst>
          </p:nvPr>
        </p:nvSpPr>
        <p:spPr/>
        <p:txBody>
          <a:bodyPr/>
          <a:lstStyle/>
          <a:p>
            <a:fld id="{DD8BEB3B-C5EA-45F3-97F0-E17E2A187F46}" type="slidenum">
              <a:rPr lang="de-AT" smtClean="0"/>
              <a:t>3</a:t>
            </a:fld>
            <a:endParaRPr lang="de-AT" dirty="0"/>
          </a:p>
        </p:txBody>
      </p:sp>
    </p:spTree>
    <p:extLst>
      <p:ext uri="{BB962C8B-B14F-4D97-AF65-F5344CB8AC3E}">
        <p14:creationId xmlns:p14="http://schemas.microsoft.com/office/powerpoint/2010/main" val="531333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66CA-5966-67E0-2326-6C0D312C1EB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DFA3EC-CE1B-EDAC-5845-B661E5F553D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54B66C3B-ADD7-5A27-BE41-16C4DD8395A5}"/>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Rule-based heuristics: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simplest approach: we use linguistic intuition to write rules. For example, if a word contains the character  (ayn), it’s probably Arabic or Urdu. If a sentence uses a lot of ß, it is very likely German.”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Mention the three kinds of rules: Unicode script detection (Are we in Latin? Cyrillic? Arabic block?), diacritics (ñ, ò, š, etc.), and curated cue words/affixes (–ung endings in German, –tion in French).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“Interpretable and fast, but labor-intensive to maintain as languages grow.”</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“We are moving from hand-written rules to learning patterns from data. Take every substring of length 2, 3, 4 from the text—bigrams, trigrams, 4-grams—and count how often each appears.”</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Explain the intuition: “The sequence ‘ch’ appears often in German and French, but rarely in Yoruba. So, the model learns to weight these frequencies.”</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TF–IDF (Term Frequency-Inverse Document Frequency) reweighting: “We downweight very common n-grams that appear in all languages, so rare but distinctive patterns get more signal.”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“Lightweight training and inference, strong accuracy, works out of the box without language expertise.”</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XLM-RoBERTa fine-tuning: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“Transformer models like BERT learn deep patterns from massive multilingual text. XLM-RoBERTa is trained on 100+ languages, so it already knows what language-specific patterns look like.”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Finetuning process: “We take the pretrained model and show it our 8,000 training sentences, allowing it to adapt its weights specifically to the 10 languages we care about.”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Trade-off: “More compute (needs a GPU), slower inference, but very robust—the model learns contextual and semantic patterns, not just character patterns.”</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averaged embeddings (Q1 case study):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“For Question 1, we explored word embeddings: average the fastText vectors for all words in a sentence, then feed to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it matters: “It bridges embeddings (DL) and classical ML, but—as we will see later—it is risky when deployed to new domains.”</a:t>
            </a:r>
            <a:endParaRPr lang="en-US" dirty="0">
              <a:effectLst/>
              <a:latin typeface="fkGroteskNeue"/>
            </a:endParaRPr>
          </a:p>
        </p:txBody>
      </p:sp>
      <p:sp>
        <p:nvSpPr>
          <p:cNvPr id="4" name="Foliennummernplatzhalter 3">
            <a:extLst>
              <a:ext uri="{FF2B5EF4-FFF2-40B4-BE49-F238E27FC236}">
                <a16:creationId xmlns:a16="http://schemas.microsoft.com/office/drawing/2014/main" id="{6F834C21-0437-6080-C282-96ADFC45CB1F}"/>
              </a:ext>
            </a:extLst>
          </p:cNvPr>
          <p:cNvSpPr>
            <a:spLocks noGrp="1"/>
          </p:cNvSpPr>
          <p:nvPr>
            <p:ph type="sldNum" sz="quarter" idx="5"/>
            <p:custDataLst>
              <p:tags r:id="rId3"/>
            </p:custDataLst>
          </p:nvPr>
        </p:nvSpPr>
        <p:spPr/>
        <p:txBody>
          <a:bodyPr/>
          <a:lstStyle/>
          <a:p>
            <a:fld id="{DD8BEB3B-C5EA-45F3-97F0-E17E2A187F46}" type="slidenum">
              <a:rPr lang="de-AT" smtClean="0"/>
              <a:t>4</a:t>
            </a:fld>
            <a:endParaRPr lang="de-AT" dirty="0"/>
          </a:p>
        </p:txBody>
      </p:sp>
    </p:spTree>
    <p:extLst>
      <p:ext uri="{BB962C8B-B14F-4D97-AF65-F5344CB8AC3E}">
        <p14:creationId xmlns:p14="http://schemas.microsoft.com/office/powerpoint/2010/main" val="2900493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5878D-9CBD-A1E5-D605-83DD9F58FF6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8F34D90-2334-260D-B529-5BEDD7167122}"/>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C5F0FE00-4FCF-6857-1184-96D10A9E95BC}"/>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Rule-based heuristics (accuracy 0.89):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hand-written rules got 89%. That is surprisingly good for a zero-learning approach, but there is a clear ceiling.”</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Where it fails: “Latin script is ambiguous. Kazakh uses Latin transliteration in our data, Latvian uses diacritics, and Yoruba uses Latin with minimal diacritics. Our rules cannot always distinguish them, so they leak Kazakh/Latvian/Yoruba into German.”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Positives: “Urdu benefits massively from script cues—it uses the Nastaliq script, so it is almost perfectly separated.”</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(accuracy 0.968, BEST):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character n-gram model won. 96.8% accuracy is excellent, and it is lightweight.”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Recall performance: “On several languages—Urdu, Kazakh—we got near-perfect recall. Those languages have distinctive n-grams that the model learned reliably.”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Where it stumbles: “English and Swedish still confuse each other occasionally (both use Latin, similar letter frequencies). Very short numeric snippets are also ambiguous—‘123’ could be any language.”</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(accuracy 0.966, close second):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“Only 0.2 percentage points behind the n-gram model, but with more compute overhead.”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Strengths: “It does slightly better on French and Swedish—capturing syntactic patterns that character n-grams miss. And it is more robust to spelling variations or typos.”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trade-off: “Is 0.2% accuracy worth 15× the inference latency and GPU requirements? For most cases, no.”</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insight to emphasize: </a:t>
            </a:r>
          </a:p>
          <a:p>
            <a:r>
              <a:rPr lang="en-US" sz="1200" b="0" i="0" u="none" strike="noStrike" kern="1200" baseline="0" dirty="0">
                <a:solidFill>
                  <a:schemeClr val="tx1"/>
                </a:solidFill>
                <a:latin typeface="Arial" panose="020B0604020202020204" pitchFamily="34" charset="0"/>
                <a:ea typeface="+mn-ea"/>
                <a:cs typeface="+mn-cs"/>
              </a:rPr>
              <a:t>“Our main finding: </a:t>
            </a:r>
            <a:r>
              <a:rPr lang="en-US" sz="1200" b="1" i="0" u="none" strike="noStrike" kern="1200" baseline="0" dirty="0">
                <a:solidFill>
                  <a:schemeClr val="tx1"/>
                </a:solidFill>
                <a:latin typeface="Arial" panose="020B0604020202020204" pitchFamily="34" charset="0"/>
                <a:ea typeface="+mn-ea"/>
                <a:cs typeface="+mn-cs"/>
              </a:rPr>
              <a:t>character n-gram logistic regression is the sweet spot for production language ID. </a:t>
            </a:r>
            <a:r>
              <a:rPr lang="en-US" sz="1200" b="0" i="0" u="none" strike="noStrike" kern="1200" baseline="0" dirty="0">
                <a:solidFill>
                  <a:schemeClr val="tx1"/>
                </a:solidFill>
                <a:latin typeface="Arial" panose="020B0604020202020204" pitchFamily="34" charset="0"/>
                <a:ea typeface="+mn-ea"/>
                <a:cs typeface="+mn-cs"/>
              </a:rPr>
              <a:t>It is accurate, cheap, interpretable (top features are actual character sequences), and scales to new languages easily. Rules are useful for diagnostics; XLM-R for harder domains.”</a:t>
            </a:r>
            <a:endParaRPr lang="en-US" dirty="0">
              <a:effectLst/>
              <a:latin typeface="fkGroteskNeue"/>
            </a:endParaRPr>
          </a:p>
        </p:txBody>
      </p:sp>
      <p:sp>
        <p:nvSpPr>
          <p:cNvPr id="4" name="Foliennummernplatzhalter 3">
            <a:extLst>
              <a:ext uri="{FF2B5EF4-FFF2-40B4-BE49-F238E27FC236}">
                <a16:creationId xmlns:a16="http://schemas.microsoft.com/office/drawing/2014/main" id="{D93B5CA9-C60F-CE83-B5D4-88FBA90123A5}"/>
              </a:ext>
            </a:extLst>
          </p:cNvPr>
          <p:cNvSpPr>
            <a:spLocks noGrp="1"/>
          </p:cNvSpPr>
          <p:nvPr>
            <p:ph type="sldNum" sz="quarter" idx="5"/>
            <p:custDataLst>
              <p:tags r:id="rId3"/>
            </p:custDataLst>
          </p:nvPr>
        </p:nvSpPr>
        <p:spPr/>
        <p:txBody>
          <a:bodyPr/>
          <a:lstStyle/>
          <a:p>
            <a:fld id="{DD8BEB3B-C5EA-45F3-97F0-E17E2A187F46}" type="slidenum">
              <a:rPr lang="de-AT" smtClean="0"/>
              <a:t>5</a:t>
            </a:fld>
            <a:endParaRPr lang="de-AT" dirty="0"/>
          </a:p>
        </p:txBody>
      </p:sp>
    </p:spTree>
    <p:extLst>
      <p:ext uri="{BB962C8B-B14F-4D97-AF65-F5344CB8AC3E}">
        <p14:creationId xmlns:p14="http://schemas.microsoft.com/office/powerpoint/2010/main" val="3119021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47D5-9DE3-A1DE-CAF2-8E3CC48464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5C59F6A-1B89-4AAF-64F1-7754C6EA39C2}"/>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8A4FAC3-9925-0E83-5BFD-E74647EB6AB3}"/>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The setup: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“In Question 1, we asked: if we use pretrained fastText embeddings as features for logistic regression, how robust are they when we switch from Wikipedia to real-world hate speech and social media?”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Domain shift: “Wikipedia is formal, clean, curated. Social media is short, slangy, sometimes transliterated. It is a significant domain gap.”</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In-domain performance (Wikipedia):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“On Wikipedia, fastText was nearly perfect: 99.8% accuracy. Yoruba was the weakest link at 99.5%, but still excellent.”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illusion: “So you might think, ‘Embedding-based language ID is solved!’ But…”</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Out-of-domain performance (hate speech/social media):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“When we moved to social media, accuracy dropped only 1.17 percentage points to 98.63%—still very high.”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Per-language breakdown: “But the drop was </a:t>
            </a:r>
            <a:r>
              <a:rPr lang="en-US" sz="1200" b="1" i="0" u="none" strike="noStrike" kern="1200" baseline="0" dirty="0">
                <a:solidFill>
                  <a:schemeClr val="tx1"/>
                </a:solidFill>
                <a:latin typeface="Arial" panose="020B0604020202020204" pitchFamily="34" charset="0"/>
                <a:ea typeface="+mn-ea"/>
                <a:cs typeface="+mn-cs"/>
              </a:rPr>
              <a:t>uneven</a:t>
            </a:r>
            <a:r>
              <a:rPr lang="en-US" sz="1200" b="0" i="0" u="none" strike="noStrike" kern="1200" baseline="0" dirty="0">
                <a:solidFill>
                  <a:schemeClr val="tx1"/>
                </a:solidFill>
                <a:latin typeface="Arial" panose="020B0604020202020204" pitchFamily="34" charset="0"/>
                <a:ea typeface="+mn-ea"/>
                <a:cs typeface="+mn-cs"/>
              </a:rPr>
              <a:t>. Swedish and Urdu stayed at 100%. Latvian dropped to 98.4%. And some languages showed hidden fragility in the error distributions.”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this matters: “A 1% accuracy drop sounds small, but if you are processing millions of messages, that is tens of thousands of misclassifications.”</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key insight: OOV (Out-of-Vocabulary) coverage: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“fastText embeddings are words. But social media contains slang, abbreviations, brand names, and transliterations that Wikipedia does not have.”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Show the numbers: “Latvian had a </a:t>
            </a:r>
            <a:r>
              <a:rPr lang="en-US" sz="1200" b="1" i="0" u="none" strike="noStrike" kern="1200" baseline="0" dirty="0">
                <a:solidFill>
                  <a:schemeClr val="tx1"/>
                </a:solidFill>
                <a:latin typeface="Arial" panose="020B0604020202020204" pitchFamily="34" charset="0"/>
                <a:ea typeface="+mn-ea"/>
                <a:cs typeface="+mn-cs"/>
              </a:rPr>
              <a:t>24.1% OOV rate </a:t>
            </a:r>
            <a:r>
              <a:rPr lang="en-US" sz="1200" b="0" i="0" u="none" strike="noStrike" kern="1200" baseline="0" dirty="0">
                <a:solidFill>
                  <a:schemeClr val="tx1"/>
                </a:solidFill>
                <a:latin typeface="Arial" panose="020B0604020202020204" pitchFamily="34" charset="0"/>
                <a:ea typeface="+mn-ea"/>
                <a:cs typeface="+mn-cs"/>
              </a:rPr>
              <a:t>in social media—nearly 1 in 4 tokens were unseen during Wikipedia training. Yoruba was even worse at </a:t>
            </a:r>
            <a:r>
              <a:rPr lang="en-US" sz="1200" b="1" i="0" u="none" strike="noStrike" kern="1200" baseline="0" dirty="0">
                <a:solidFill>
                  <a:schemeClr val="tx1"/>
                </a:solidFill>
                <a:latin typeface="Arial" panose="020B0604020202020204" pitchFamily="34" charset="0"/>
                <a:ea typeface="+mn-ea"/>
                <a:cs typeface="+mn-cs"/>
              </a:rPr>
              <a:t>37.9% OOV</a:t>
            </a:r>
            <a:r>
              <a:rPr lang="en-US" sz="1200" b="0" i="0" u="none" strike="noStrike" kern="1200" baseline="0" dirty="0">
                <a:solidFill>
                  <a:schemeClr val="tx1"/>
                </a:solidFill>
                <a:latin typeface="Arial" panose="020B0604020202020204" pitchFamily="34" charset="0"/>
                <a:ea typeface="+mn-ea"/>
                <a:cs typeface="+mn-cs"/>
              </a:rPr>
              <a:t>. Kazakh was better at 8.5%, but still significant.”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Manual errors: “We found misclassified posts like a two-token Kazakh message labeled as Yoruba—too short and too transliterated for the embeddings to work.”</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headline-metric trap: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is crucial: </a:t>
            </a:r>
            <a:r>
              <a:rPr lang="en-US" sz="1200" b="1" i="0" u="none" strike="noStrike" kern="1200" baseline="0" dirty="0">
                <a:solidFill>
                  <a:schemeClr val="tx1"/>
                </a:solidFill>
                <a:latin typeface="Arial" panose="020B0604020202020204" pitchFamily="34" charset="0"/>
                <a:ea typeface="+mn-ea"/>
                <a:cs typeface="+mn-cs"/>
              </a:rPr>
              <a:t>accuracy hides failures when classes are imbalanced or errors cluster by language.</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“If Yoruba represents 1% of social media data, a 10% error rate on Yoruba barely moves overall accuracy, but it is a real problem for Yoruba-language content.”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Mitigation mentioned in Q1: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“To fix this, we recommend pairing fastText with character n-grams and flagging high-OOV sentences. The script supports a --enable-fasttext-char-backoff flag that automatically routes risky sentences to a character-based classifier.”</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 </a:t>
            </a:r>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Pretrained word embeddings alone are not a safe baseline for multilingual language ID without character-level backups and per-domain coverage checks.</a:t>
            </a:r>
            <a:r>
              <a:rPr lang="en-US" sz="1200" b="0" i="0" u="none" strike="noStrike" kern="1200" baseline="0" dirty="0">
                <a:solidFill>
                  <a:schemeClr val="tx1"/>
                </a:solidFill>
                <a:latin typeface="Arial" panose="020B0604020202020204" pitchFamily="34" charset="0"/>
                <a:ea typeface="+mn-ea"/>
                <a:cs typeface="+mn-cs"/>
              </a:rPr>
              <a:t>”</a:t>
            </a:r>
            <a:endParaRPr lang="en-US" dirty="0">
              <a:effectLst/>
              <a:latin typeface="fkGroteskNeue"/>
            </a:endParaRPr>
          </a:p>
        </p:txBody>
      </p:sp>
      <p:sp>
        <p:nvSpPr>
          <p:cNvPr id="4" name="Foliennummernplatzhalter 3">
            <a:extLst>
              <a:ext uri="{FF2B5EF4-FFF2-40B4-BE49-F238E27FC236}">
                <a16:creationId xmlns:a16="http://schemas.microsoft.com/office/drawing/2014/main" id="{013618DD-63AD-99E4-E13D-367F22639304}"/>
              </a:ext>
            </a:extLst>
          </p:cNvPr>
          <p:cNvSpPr>
            <a:spLocks noGrp="1"/>
          </p:cNvSpPr>
          <p:nvPr>
            <p:ph type="sldNum" sz="quarter" idx="5"/>
            <p:custDataLst>
              <p:tags r:id="rId3"/>
            </p:custDataLst>
          </p:nvPr>
        </p:nvSpPr>
        <p:spPr/>
        <p:txBody>
          <a:bodyPr/>
          <a:lstStyle/>
          <a:p>
            <a:fld id="{DD8BEB3B-C5EA-45F3-97F0-E17E2A187F46}" type="slidenum">
              <a:rPr lang="de-AT" smtClean="0"/>
              <a:t>6</a:t>
            </a:fld>
            <a:endParaRPr lang="de-AT" dirty="0"/>
          </a:p>
        </p:txBody>
      </p:sp>
    </p:spTree>
    <p:extLst>
      <p:ext uri="{BB962C8B-B14F-4D97-AF65-F5344CB8AC3E}">
        <p14:creationId xmlns:p14="http://schemas.microsoft.com/office/powerpoint/2010/main" val="2361175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CF96B-6D90-FFA9-AE46-869BF70DC03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2A1941A-4486-1680-3BBF-A29D64E9B0DE}"/>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40B491A9-126C-F341-11F4-AFCC71F03DE2}"/>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Detailed OOD Robustness — Macro F1 Comparison</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why overall accuracy is misleading and per-language metrics matter.</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setup: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“Here is where things get interesting. We computed not just accuracy, but per-language F1 scores on the social media data, then averaged them.”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macro F1 matters: “Macro F1 treats each language equally, so if our model fails on Yoruba (a minority class), it shows up in the metric. Accuracy would hide it if Yoruba is rare.”</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alone (macro F1: 0.666):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“Despite high accuracy, fastText’s macro F1 was only 0.67—it means the average per-language performance was mediocre.”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Breakdown by language: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Kazakh: 0.50 F1 (poor).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Latvian: 0.33 F1 (terrible).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Swedish: 1.0 F1 (perfect).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Urdu: 1.0 F1 (perfect).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Yoruba: 0.50 F1 (poor). </a:t>
            </a:r>
          </a:p>
          <a:p>
            <a:pPr marL="171450" lvl="0" indent="-171450">
              <a:buFontTx/>
              <a:buChar char="-"/>
            </a:pPr>
            <a:r>
              <a:rPr lang="en-US" sz="1200" b="0" i="0" u="none" strike="noStrike" kern="1200" baseline="0" dirty="0">
                <a:solidFill>
                  <a:schemeClr val="tx1"/>
                </a:solidFill>
                <a:latin typeface="Arial" panose="020B0604020202020204" pitchFamily="34" charset="0"/>
                <a:ea typeface="+mn-ea"/>
                <a:cs typeface="+mn-cs"/>
              </a:rPr>
              <a:t>Insight: “Imbalanced success. Two languages near-perfect, three languages near-random.”</a:t>
            </a:r>
          </a:p>
          <a:p>
            <a:pPr marL="628650" lvl="1" indent="-171450">
              <a:buFontTx/>
              <a:buChar char="-"/>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alone (macro F1: 0.506):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n-gram model without character support on OOD is actually worse than fastText on macro F1—only 0.51.”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“Character n-grams learned on Wikipedia, and social media’s slang, abbreviations, and transliteration break those patterns.”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But it is stable: “No extreme failures like Yoruba at 0.33; more consistent across languages.”</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Combined fastText + character n-gram (macro F1: 0.799, BEST):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“When we fused both approaches—using fastText as primary and falling back to character n-grams for high-OOV sentences—macro F1 jumped to 0.80.”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Per-language wins: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Latvian: 0.49 → 0.50 (fixed by character fallback).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Yoruba: 0.50 → 1.0 (character features catch the transliterated posts). </a:t>
            </a:r>
          </a:p>
          <a:p>
            <a:pPr marL="628650" lvl="1" indent="-171450">
              <a:buFontTx/>
              <a:buChar char="-"/>
            </a:pPr>
            <a:r>
              <a:rPr lang="en-US" sz="1200" b="0" i="0" u="none" strike="noStrike" kern="1200" baseline="0" dirty="0">
                <a:solidFill>
                  <a:schemeClr val="tx1"/>
                </a:solidFill>
                <a:latin typeface="Arial" panose="020B0604020202020204" pitchFamily="34" charset="0"/>
                <a:ea typeface="+mn-ea"/>
                <a:cs typeface="+mn-cs"/>
              </a:rPr>
              <a:t>Swedish/Urdu: stay at 1.0 (no degradation). </a:t>
            </a:r>
          </a:p>
          <a:p>
            <a:pPr marL="171450" lvl="0" indent="-171450">
              <a:buFontTx/>
              <a:buChar char="-"/>
            </a:pPr>
            <a:r>
              <a:rPr lang="en-US" sz="1200" b="0" i="0" u="none" strike="noStrike" kern="1200" baseline="0" dirty="0">
                <a:solidFill>
                  <a:schemeClr val="tx1"/>
                </a:solidFill>
                <a:latin typeface="Arial" panose="020B0604020202020204" pitchFamily="34" charset="0"/>
                <a:ea typeface="+mn-ea"/>
                <a:cs typeface="+mn-cs"/>
              </a:rPr>
              <a:t>Takeaway: “The ensemble is the safest bet.”</a:t>
            </a:r>
          </a:p>
          <a:p>
            <a:pPr marL="0" lv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slide is critical: </a:t>
            </a:r>
            <a:r>
              <a:rPr lang="en-US" sz="1200" b="0" i="0" u="none" strike="noStrike" kern="1200" baseline="0" dirty="0">
                <a:solidFill>
                  <a:schemeClr val="tx1"/>
                </a:solidFill>
                <a:latin typeface="Arial" panose="020B0604020202020204" pitchFamily="34" charset="0"/>
                <a:ea typeface="+mn-ea"/>
                <a:cs typeface="+mn-cs"/>
              </a:rPr>
              <a:t>“This demonstrates that </a:t>
            </a:r>
            <a:r>
              <a:rPr lang="en-US" sz="1200" b="1" i="0" u="none" strike="noStrike" kern="1200" baseline="0" dirty="0">
                <a:solidFill>
                  <a:schemeClr val="tx1"/>
                </a:solidFill>
                <a:latin typeface="Arial" panose="020B0604020202020204" pitchFamily="34" charset="0"/>
                <a:ea typeface="+mn-ea"/>
                <a:cs typeface="+mn-cs"/>
              </a:rPr>
              <a:t>headline metrics can mask systemic failures. </a:t>
            </a:r>
            <a:r>
              <a:rPr lang="en-US" sz="1200" b="0" i="0" u="none" strike="noStrike" kern="1200" baseline="0" dirty="0">
                <a:solidFill>
                  <a:schemeClr val="tx1"/>
                </a:solidFill>
                <a:latin typeface="Arial" panose="020B0604020202020204" pitchFamily="34" charset="0"/>
                <a:ea typeface="+mn-ea"/>
                <a:cs typeface="+mn-cs"/>
              </a:rPr>
              <a:t>You need per-language diagnostics to build robust systems, especially in multilingual settings.”</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622D0329-0ED6-778B-A085-EB08E15D857B}"/>
              </a:ext>
            </a:extLst>
          </p:cNvPr>
          <p:cNvSpPr>
            <a:spLocks noGrp="1"/>
          </p:cNvSpPr>
          <p:nvPr>
            <p:ph type="sldNum" sz="quarter" idx="5"/>
            <p:custDataLst>
              <p:tags r:id="rId3"/>
            </p:custDataLst>
          </p:nvPr>
        </p:nvSpPr>
        <p:spPr/>
        <p:txBody>
          <a:bodyPr/>
          <a:lstStyle/>
          <a:p>
            <a:fld id="{DD8BEB3B-C5EA-45F3-97F0-E17E2A187F46}" type="slidenum">
              <a:rPr lang="de-AT" smtClean="0"/>
              <a:t>7</a:t>
            </a:fld>
            <a:endParaRPr lang="de-AT" dirty="0"/>
          </a:p>
        </p:txBody>
      </p:sp>
    </p:spTree>
    <p:extLst>
      <p:ext uri="{BB962C8B-B14F-4D97-AF65-F5344CB8AC3E}">
        <p14:creationId xmlns:p14="http://schemas.microsoft.com/office/powerpoint/2010/main" val="2845643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D42B-E285-A5ED-3732-56CA2967169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661F01C-158B-A0E9-4DE4-EB7D4EDE82B8}"/>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6B66F89D-A081-124C-9A96-09300D07986F}"/>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Present the novel final solution that operationalizes the robustness insights from Q1. This slide is critical—it is where 50% of our project grade lives.</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Insight (from Q1):</a:t>
            </a:r>
          </a:p>
          <a:p>
            <a:r>
              <a:rPr lang="en-US" sz="1200" b="0" i="0" u="none" strike="noStrike" kern="1200" baseline="0" dirty="0">
                <a:solidFill>
                  <a:schemeClr val="tx1"/>
                </a:solidFill>
                <a:latin typeface="Arial" panose="020B0604020202020204" pitchFamily="34" charset="0"/>
                <a:ea typeface="+mn-ea"/>
                <a:cs typeface="+mn-cs"/>
              </a:rPr>
              <a:t>• “Q1 taught us: fastText is strong in-domain but brittle on OOD due to OOV. The ensemble we proposed—fastText + character n-grams—fixed the fragility.”</a:t>
            </a:r>
          </a:p>
          <a:p>
            <a:r>
              <a:rPr lang="en-US" sz="1200" b="0" i="0" u="none" strike="noStrike" kern="1200" baseline="0" dirty="0">
                <a:solidFill>
                  <a:schemeClr val="tx1"/>
                </a:solidFill>
                <a:latin typeface="Arial" panose="020B0604020202020204" pitchFamily="34" charset="0"/>
                <a:ea typeface="+mn-ea"/>
                <a:cs typeface="+mn-cs"/>
              </a:rPr>
              <a:t>• “For our final solution, we asked: </a:t>
            </a:r>
            <a:r>
              <a:rPr lang="en-US" sz="1200" b="1" i="0" u="none" strike="noStrike" kern="1200" baseline="0" dirty="0">
                <a:solidFill>
                  <a:schemeClr val="tx1"/>
                </a:solidFill>
                <a:latin typeface="Arial" panose="020B0604020202020204" pitchFamily="34" charset="0"/>
                <a:ea typeface="+mn-ea"/>
                <a:cs typeface="+mn-cs"/>
              </a:rPr>
              <a:t>Can we operationalize this insight into a production-ready system? </a:t>
            </a:r>
            <a:r>
              <a:rPr lang="en-US" sz="1200" b="0" i="0" u="none" strike="noStrike" kern="1200" baseline="0" dirty="0">
                <a:solidFill>
                  <a:schemeClr val="tx1"/>
                </a:solidFill>
                <a:latin typeface="Arial" panose="020B0604020202020204" pitchFamily="34" charset="0"/>
                <a:ea typeface="+mn-ea"/>
                <a:cs typeface="+mn-cs"/>
              </a:rPr>
              <a:t>The answer is yes.”</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Design:</a:t>
            </a:r>
          </a:p>
          <a:p>
            <a:r>
              <a:rPr lang="en-US" sz="1200" b="0" i="0" u="none" strike="noStrike" kern="1200" baseline="0" dirty="0">
                <a:solidFill>
                  <a:schemeClr val="tx1"/>
                </a:solidFill>
                <a:latin typeface="Arial" panose="020B0604020202020204" pitchFamily="34" charset="0"/>
                <a:ea typeface="+mn-ea"/>
                <a:cs typeface="+mn-cs"/>
              </a:rPr>
              <a:t>• “We built a </a:t>
            </a:r>
            <a:r>
              <a:rPr lang="en-US" sz="1200" b="1" i="0" u="none" strike="noStrike" kern="1200" baseline="0" dirty="0">
                <a:solidFill>
                  <a:schemeClr val="tx1"/>
                </a:solidFill>
                <a:latin typeface="Arial" panose="020B0604020202020204" pitchFamily="34" charset="0"/>
                <a:ea typeface="+mn-ea"/>
                <a:cs typeface="+mn-cs"/>
              </a:rPr>
              <a:t>two-stage routing system</a:t>
            </a:r>
            <a:r>
              <a:rPr lang="en-US" sz="1200" b="0" i="0" u="none" strike="noStrike" kern="1200" baseline="0" dirty="0">
                <a:solidFill>
                  <a:schemeClr val="tx1"/>
                </a:solidFill>
                <a:latin typeface="Arial" panose="020B0604020202020204" pitchFamily="34" charset="0"/>
                <a:ea typeface="+mn-ea"/>
                <a:cs typeface="+mn-cs"/>
              </a:rPr>
              <a:t>:</a:t>
            </a:r>
          </a:p>
          <a:p>
            <a:r>
              <a:rPr lang="en-US" sz="1200" b="0" i="0" u="none" strike="noStrike" kern="1200" baseline="0" dirty="0">
                <a:solidFill>
                  <a:schemeClr val="tx1"/>
                </a:solidFill>
                <a:latin typeface="Arial" panose="020B0604020202020204" pitchFamily="34" charset="0"/>
                <a:ea typeface="+mn-ea"/>
                <a:cs typeface="+mn-cs"/>
              </a:rPr>
              <a:t>1. </a:t>
            </a:r>
            <a:r>
              <a:rPr lang="en-US" sz="1200" b="1" i="0" u="none" strike="noStrike" kern="1200" baseline="0" dirty="0">
                <a:solidFill>
                  <a:schemeClr val="tx1"/>
                </a:solidFill>
                <a:latin typeface="Arial" panose="020B0604020202020204" pitchFamily="34" charset="0"/>
                <a:ea typeface="+mn-ea"/>
                <a:cs typeface="+mn-cs"/>
              </a:rPr>
              <a:t>Primary classifier: </a:t>
            </a:r>
            <a:r>
              <a:rPr lang="en-US" sz="1200" b="0" i="0" u="none" strike="noStrike" kern="1200" baseline="0" dirty="0">
                <a:solidFill>
                  <a:schemeClr val="tx1"/>
                </a:solidFill>
                <a:latin typeface="Arial" panose="020B0604020202020204" pitchFamily="34" charset="0"/>
                <a:ea typeface="+mn-ea"/>
                <a:cs typeface="+mn-cs"/>
              </a:rPr>
              <a:t>fastText embeddings + logistic regression (fast, good in-domain accuracy).</a:t>
            </a:r>
          </a:p>
          <a:p>
            <a:r>
              <a:rPr lang="en-US" sz="1200" b="0" i="0" u="none" strike="noStrike" kern="1200" baseline="0" dirty="0">
                <a:solidFill>
                  <a:schemeClr val="tx1"/>
                </a:solidFill>
                <a:latin typeface="Arial" panose="020B0604020202020204" pitchFamily="34" charset="0"/>
                <a:ea typeface="+mn-ea"/>
                <a:cs typeface="+mn-cs"/>
              </a:rPr>
              <a:t>2. </a:t>
            </a:r>
            <a:r>
              <a:rPr lang="en-US" sz="1200" b="1" i="0" u="none" strike="noStrike" kern="1200" baseline="0" dirty="0">
                <a:solidFill>
                  <a:schemeClr val="tx1"/>
                </a:solidFill>
                <a:latin typeface="Arial" panose="020B0604020202020204" pitchFamily="34" charset="0"/>
                <a:ea typeface="+mn-ea"/>
                <a:cs typeface="+mn-cs"/>
              </a:rPr>
              <a:t>Fallback classifier: </a:t>
            </a:r>
            <a:r>
              <a:rPr lang="en-US" sz="1200" b="0" i="0" u="none" strike="noStrike" kern="1200" baseline="0" dirty="0">
                <a:solidFill>
                  <a:schemeClr val="tx1"/>
                </a:solidFill>
                <a:latin typeface="Arial" panose="020B0604020202020204" pitchFamily="34" charset="0"/>
                <a:ea typeface="+mn-ea"/>
                <a:cs typeface="+mn-cs"/>
              </a:rPr>
              <a:t>Character n-gram TF–IDF + logistic regression (slow but robust to noise, misspellings, transliterations).</a:t>
            </a:r>
          </a:p>
          <a:p>
            <a:r>
              <a:rPr lang="en-US" sz="1200" b="0" i="0" u="none" strike="noStrike" kern="1200" baseline="0" dirty="0">
                <a:solidFill>
                  <a:schemeClr val="tx1"/>
                </a:solidFill>
                <a:latin typeface="Arial" panose="020B0604020202020204" pitchFamily="34" charset="0"/>
                <a:ea typeface="+mn-ea"/>
                <a:cs typeface="+mn-cs"/>
              </a:rPr>
              <a:t>3. </a:t>
            </a:r>
            <a:r>
              <a:rPr lang="en-US" sz="1200" b="1" i="0" u="none" strike="noStrike" kern="1200" baseline="0" dirty="0">
                <a:solidFill>
                  <a:schemeClr val="tx1"/>
                </a:solidFill>
                <a:latin typeface="Arial" panose="020B0604020202020204" pitchFamily="34" charset="0"/>
                <a:ea typeface="+mn-ea"/>
                <a:cs typeface="+mn-cs"/>
              </a:rPr>
              <a:t>Routing logic: </a:t>
            </a:r>
            <a:r>
              <a:rPr lang="en-US" sz="1200" b="0" i="0" u="none" strike="noStrike" kern="1200" baseline="0" dirty="0">
                <a:solidFill>
                  <a:schemeClr val="tx1"/>
                </a:solidFill>
                <a:latin typeface="Arial" panose="020B0604020202020204" pitchFamily="34" charset="0"/>
                <a:ea typeface="+mn-ea"/>
                <a:cs typeface="+mn-cs"/>
              </a:rPr>
              <a:t>For each sentence, compute the OOV ratio. If it exceeds a threshold (we chose 0.3 = 30%), route to the fallback. Otherwise, use fastText.”</a:t>
            </a:r>
          </a:p>
          <a:p>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Technical Details:</a:t>
            </a:r>
          </a:p>
          <a:p>
            <a:pPr marL="171450" indent="-171450">
              <a:buFont typeface="Arial" panose="020B0604020202020204" pitchFamily="34" charset="0"/>
              <a:buChar char="•"/>
            </a:pPr>
            <a:r>
              <a:rPr lang="en-US" sz="1200" b="1" i="0" u="none" strike="noStrike" kern="1200" baseline="0" dirty="0">
                <a:solidFill>
                  <a:schemeClr val="tx1"/>
                </a:solidFill>
                <a:latin typeface="Arial" panose="020B0604020202020204" pitchFamily="34" charset="0"/>
                <a:ea typeface="+mn-ea"/>
                <a:cs typeface="+mn-cs"/>
              </a:rPr>
              <a:t>Datasets: </a:t>
            </a:r>
            <a:r>
              <a:rPr lang="en-US" sz="1200" b="0" i="0" u="none" strike="noStrike" kern="1200" baseline="0" dirty="0">
                <a:solidFill>
                  <a:schemeClr val="tx1"/>
                </a:solidFill>
                <a:latin typeface="Arial" panose="020B0604020202020204" pitchFamily="34" charset="0"/>
                <a:ea typeface="+mn-ea"/>
                <a:cs typeface="+mn-cs"/>
              </a:rPr>
              <a:t>5 languages (Kazakh, Latvian, Swedish, Yoruba, Urdu) with in-domain Wikipedia and OOD social media/hate speech.</a:t>
            </a:r>
          </a:p>
          <a:p>
            <a:pPr marL="171450" indent="-171450">
              <a:buFont typeface="Arial" panose="020B0604020202020204" pitchFamily="34" charset="0"/>
              <a:buChar char="•"/>
            </a:pPr>
            <a:r>
              <a:rPr lang="en-US" sz="1200" b="1" i="0" u="none" strike="noStrike" kern="1200" baseline="0" dirty="0">
                <a:solidFill>
                  <a:schemeClr val="tx1"/>
                </a:solidFill>
                <a:latin typeface="Arial" panose="020B0604020202020204" pitchFamily="34" charset="0"/>
                <a:ea typeface="+mn-ea"/>
                <a:cs typeface="+mn-cs"/>
              </a:rPr>
              <a:t>Training setup: </a:t>
            </a:r>
          </a:p>
          <a:p>
            <a:pPr marL="457200" lvl="1" indent="0">
              <a:buFont typeface="Arial" panose="020B0604020202020204" pitchFamily="34" charset="0"/>
              <a:buNone/>
            </a:pPr>
            <a:r>
              <a:rPr lang="en-US" sz="1200" b="1" i="0" u="none" strike="noStrike" kern="1200" baseline="0" dirty="0">
                <a:solidFill>
                  <a:schemeClr val="tx1"/>
                </a:solidFill>
                <a:latin typeface="Arial" panose="020B0604020202020204" pitchFamily="34" charset="0"/>
                <a:ea typeface="+mn-ea"/>
                <a:cs typeface="+mn-cs"/>
              </a:rPr>
              <a:t>– </a:t>
            </a:r>
            <a:r>
              <a:rPr lang="fr-FR" sz="1200" b="0" i="0" u="none" strike="noStrike" kern="1200" baseline="0" dirty="0">
                <a:solidFill>
                  <a:schemeClr val="tx1"/>
                </a:solidFill>
                <a:latin typeface="Arial" panose="020B0604020202020204" pitchFamily="34" charset="0"/>
                <a:ea typeface="+mn-ea"/>
                <a:cs typeface="+mn-cs"/>
              </a:rPr>
              <a:t>Max 2,000 sentences per language. </a:t>
            </a:r>
          </a:p>
          <a:p>
            <a:pPr lvl="1"/>
            <a:r>
              <a:rPr lang="en-US" sz="1200" b="1" i="0" u="none" strike="noStrike" kern="1200" baseline="0" dirty="0">
                <a:solidFill>
                  <a:schemeClr val="tx1"/>
                </a:solidFill>
                <a:latin typeface="Arial" panose="020B0604020202020204" pitchFamily="34" charset="0"/>
                <a:ea typeface="+mn-ea"/>
                <a:cs typeface="+mn-cs"/>
              </a:rPr>
              <a:t>– </a:t>
            </a:r>
            <a:r>
              <a:rPr lang="en-US" sz="1200" b="0" i="0" u="none" strike="noStrike" kern="1200" baseline="0" dirty="0">
                <a:solidFill>
                  <a:schemeClr val="tx1"/>
                </a:solidFill>
                <a:latin typeface="Arial" panose="020B0604020202020204" pitchFamily="34" charset="0"/>
                <a:ea typeface="+mn-ea"/>
                <a:cs typeface="+mn-cs"/>
              </a:rPr>
              <a:t>Train/validation/test split: 70% / 10% / 20%.</a:t>
            </a:r>
          </a:p>
          <a:p>
            <a:pPr lvl="1"/>
            <a:r>
              <a:rPr lang="en-US" sz="1200" b="1" i="0" u="none" strike="noStrike" kern="1200" baseline="0" dirty="0">
                <a:solidFill>
                  <a:schemeClr val="tx1"/>
                </a:solidFill>
                <a:latin typeface="Arial" panose="020B0604020202020204" pitchFamily="34" charset="0"/>
                <a:ea typeface="+mn-ea"/>
                <a:cs typeface="+mn-cs"/>
              </a:rPr>
              <a:t>– </a:t>
            </a:r>
            <a:r>
              <a:rPr lang="en-US" sz="1200" b="0" i="0" u="none" strike="noStrike" kern="1200" baseline="0" dirty="0">
                <a:solidFill>
                  <a:schemeClr val="tx1"/>
                </a:solidFill>
                <a:latin typeface="Arial" panose="020B0604020202020204" pitchFamily="34" charset="0"/>
                <a:ea typeface="+mn-ea"/>
                <a:cs typeface="+mn-cs"/>
              </a:rPr>
              <a:t>Character n-gram settings: trigrams to 5-grams (3–5), min_df=2, max_features=200k.</a:t>
            </a:r>
          </a:p>
          <a:p>
            <a:pPr lvl="1"/>
            <a:r>
              <a:rPr lang="en-US" sz="1200" b="1" i="0" u="none" strike="noStrike" kern="1200" baseline="0" dirty="0">
                <a:solidFill>
                  <a:schemeClr val="tx1"/>
                </a:solidFill>
                <a:latin typeface="Arial" panose="020B0604020202020204" pitchFamily="34" charset="0"/>
                <a:ea typeface="+mn-ea"/>
                <a:cs typeface="+mn-cs"/>
              </a:rPr>
              <a:t>– </a:t>
            </a:r>
            <a:r>
              <a:rPr lang="en-US" sz="1200" b="0" i="0" u="none" strike="noStrike" kern="1200" baseline="0" dirty="0">
                <a:solidFill>
                  <a:schemeClr val="tx1"/>
                </a:solidFill>
                <a:latin typeface="Arial" panose="020B0604020202020204" pitchFamily="34" charset="0"/>
                <a:ea typeface="+mn-ea"/>
                <a:cs typeface="+mn-cs"/>
              </a:rPr>
              <a:t>OOV threshold: 0.3 (30%).</a:t>
            </a:r>
          </a:p>
          <a:p>
            <a:pPr marL="171450" indent="-171450">
              <a:buFont typeface="Arial" panose="020B0604020202020204" pitchFamily="34" charset="0"/>
              <a:buChar char="•"/>
            </a:pPr>
            <a:r>
              <a:rPr lang="en-US" sz="1200" b="1" i="0" u="none" strike="noStrike" kern="1200" baseline="0" dirty="0">
                <a:solidFill>
                  <a:schemeClr val="tx1"/>
                </a:solidFill>
                <a:latin typeface="Arial" panose="020B0604020202020204" pitchFamily="34" charset="0"/>
                <a:ea typeface="+mn-ea"/>
                <a:cs typeface="+mn-cs"/>
              </a:rPr>
              <a:t>Random seed: </a:t>
            </a:r>
            <a:r>
              <a:rPr lang="en-US" sz="1200" b="0" i="0" u="none" strike="noStrike" kern="1200" baseline="0" dirty="0">
                <a:solidFill>
                  <a:schemeClr val="tx1"/>
                </a:solidFill>
                <a:latin typeface="Arial" panose="020B0604020202020204" pitchFamily="34" charset="0"/>
                <a:ea typeface="+mn-ea"/>
                <a:cs typeface="+mn-cs"/>
              </a:rPr>
              <a:t>13 (for reproducibility).</a:t>
            </a:r>
          </a:p>
          <a:p>
            <a:pPr marL="0" indent="0">
              <a:buFont typeface="Arial" panose="020B0604020202020204" pitchFamily="34" charset="0"/>
              <a:buNone/>
            </a:pPr>
            <a:endParaRPr lang="en-US" sz="1200" b="0" i="0" u="none" strike="noStrike" kern="1200" baseline="0" dirty="0">
              <a:solidFill>
                <a:schemeClr val="tx1"/>
              </a:solidFill>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678CBFC4-DC27-8723-C6D2-11B866E24EF3}"/>
              </a:ext>
            </a:extLst>
          </p:cNvPr>
          <p:cNvSpPr>
            <a:spLocks noGrp="1"/>
          </p:cNvSpPr>
          <p:nvPr>
            <p:ph type="sldNum" sz="quarter" idx="5"/>
            <p:custDataLst>
              <p:tags r:id="rId3"/>
            </p:custDataLst>
          </p:nvPr>
        </p:nvSpPr>
        <p:spPr/>
        <p:txBody>
          <a:bodyPr/>
          <a:lstStyle/>
          <a:p>
            <a:fld id="{DD8BEB3B-C5EA-45F3-97F0-E17E2A187F46}" type="slidenum">
              <a:rPr lang="de-AT" smtClean="0"/>
              <a:t>8</a:t>
            </a:fld>
            <a:endParaRPr lang="de-AT" dirty="0"/>
          </a:p>
        </p:txBody>
      </p:sp>
    </p:spTree>
    <p:extLst>
      <p:ext uri="{BB962C8B-B14F-4D97-AF65-F5344CB8AC3E}">
        <p14:creationId xmlns:p14="http://schemas.microsoft.com/office/powerpoint/2010/main" val="3641378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5D802-24B0-0AAD-5EBC-B04C483264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DE354B9-1E44-3E5C-20CE-8243F00CD6CB}"/>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3325E5C-D623-946E-0D15-DCD4EF4E1F6D}"/>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Results (the highlight):</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In-domain (Wikipedia test set):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Accuracy: 0.9755 </a:t>
            </a:r>
            <a:r>
              <a:rPr lang="en-US" sz="1200" b="0" i="0" u="none" strike="noStrike" kern="1200" baseline="0" dirty="0">
                <a:solidFill>
                  <a:schemeClr val="tx1"/>
                </a:solidFill>
                <a:latin typeface="Arial" panose="020B0604020202020204" pitchFamily="34" charset="0"/>
                <a:ea typeface="+mn-ea"/>
                <a:cs typeface="+mn-cs"/>
              </a:rPr>
              <a:t>(97.55%).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Macro F1: 0.9754 </a:t>
            </a:r>
            <a:r>
              <a:rPr lang="en-US" sz="1200" b="0" i="0" u="none" strike="noStrike" kern="1200" baseline="0" dirty="0">
                <a:solidFill>
                  <a:schemeClr val="tx1"/>
                </a:solidFill>
                <a:latin typeface="Arial" panose="020B0604020202020204" pitchFamily="34" charset="0"/>
                <a:ea typeface="+mn-ea"/>
                <a:cs typeface="+mn-cs"/>
              </a:rPr>
              <a:t>(97.54% average across languages, treating each equally).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is nearly identical to fastText alone, confirming the fallback adds robustness without sacrificing ID accuracy.</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Out-of-domain (hate speech/social media combined):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Accuracy: 0.9764 </a:t>
            </a:r>
            <a:r>
              <a:rPr lang="en-US" sz="1200" b="0" i="0" u="none" strike="noStrike" kern="1200" baseline="0" dirty="0">
                <a:solidFill>
                  <a:schemeClr val="tx1"/>
                </a:solidFill>
                <a:latin typeface="Arial" panose="020B0604020202020204" pitchFamily="34" charset="0"/>
                <a:ea typeface="+mn-ea"/>
                <a:cs typeface="+mn-cs"/>
              </a:rPr>
              <a:t>(97.64%, even better than in-domain!).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Macro F1: 0.9007 </a:t>
            </a:r>
            <a:r>
              <a:rPr lang="en-US" sz="1200" b="0" i="0" u="none" strike="noStrike" kern="1200" baseline="0" dirty="0">
                <a:solidFill>
                  <a:schemeClr val="tx1"/>
                </a:solidFill>
                <a:latin typeface="Arial" panose="020B0604020202020204" pitchFamily="34" charset="0"/>
                <a:ea typeface="+mn-ea"/>
                <a:cs typeface="+mn-cs"/>
              </a:rPr>
              <a:t>(90.07%, strong per-language robustness).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Macro Recall: 0.9839 </a:t>
            </a:r>
            <a:r>
              <a:rPr lang="en-US" sz="1200" b="0" i="0" u="none" strike="noStrike" kern="1200" baseline="0" dirty="0">
                <a:solidFill>
                  <a:schemeClr val="tx1"/>
                </a:solidFill>
                <a:latin typeface="Arial" panose="020B0604020202020204" pitchFamily="34" charset="0"/>
                <a:ea typeface="+mn-ea"/>
                <a:cs typeface="+mn-cs"/>
              </a:rPr>
              <a:t>(98.39%, we catch most of the positive cases).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Compare to Q1 fastText alone: macro F1 was only 0.666 on OOD. We improved it by </a:t>
            </a:r>
            <a:r>
              <a:rPr lang="en-US" sz="1200" b="1" i="0" u="none" strike="noStrike" kern="1200" baseline="0" dirty="0">
                <a:solidFill>
                  <a:schemeClr val="tx1"/>
                </a:solidFill>
                <a:latin typeface="Arial" panose="020B0604020202020204" pitchFamily="34" charset="0"/>
                <a:ea typeface="+mn-ea"/>
                <a:cs typeface="+mn-cs"/>
              </a:rPr>
              <a:t>+0.235 macro F1 points </a:t>
            </a:r>
            <a:r>
              <a:rPr lang="en-US" sz="1200" b="0" i="0" u="none" strike="noStrike" kern="1200" baseline="0" dirty="0">
                <a:solidFill>
                  <a:schemeClr val="tx1"/>
                </a:solidFill>
                <a:latin typeface="Arial" panose="020B0604020202020204" pitchFamily="34" charset="0"/>
                <a:ea typeface="+mn-ea"/>
                <a:cs typeface="+mn-cs"/>
              </a:rPr>
              <a:t>(from 66.6% to 90.07%).</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Routing behavior (reveals the mitigation in action):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In-domain sentences routed to fallback: 80.55% </a:t>
            </a:r>
            <a:r>
              <a:rPr lang="en-US" sz="1200" b="0" i="0" u="none" strike="noStrike" kern="1200" baseline="0" dirty="0">
                <a:solidFill>
                  <a:schemeClr val="tx1"/>
                </a:solidFill>
                <a:latin typeface="Arial" panose="020B0604020202020204" pitchFamily="34" charset="0"/>
                <a:ea typeface="+mn-ea"/>
                <a:cs typeface="+mn-cs"/>
              </a:rPr>
              <a:t>(most Wikipedia text has high OOV rates, triggering fallback).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OOD sentences routed to fallback: 92.04% </a:t>
            </a:r>
            <a:r>
              <a:rPr lang="en-US" sz="1200" b="0" i="0" u="none" strike="noStrike" kern="1200" baseline="0" dirty="0">
                <a:solidFill>
                  <a:schemeClr val="tx1"/>
                </a:solidFill>
                <a:latin typeface="Arial" panose="020B0604020202020204" pitchFamily="34" charset="0"/>
                <a:ea typeface="+mn-ea"/>
                <a:cs typeface="+mn-cs"/>
              </a:rPr>
              <a:t>(noisy social media is almost always routed, showing the system correctly identifies risky samples).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This high fallback usage is </a:t>
            </a:r>
            <a:r>
              <a:rPr lang="en-US" sz="1200" b="0" i="1" u="none" strike="noStrike" kern="1200" baseline="0" dirty="0">
                <a:solidFill>
                  <a:schemeClr val="tx1"/>
                </a:solidFill>
                <a:latin typeface="Arial" panose="020B0604020202020204" pitchFamily="34" charset="0"/>
                <a:ea typeface="+mn-ea"/>
                <a:cs typeface="+mn-cs"/>
              </a:rPr>
              <a:t>evidence of success</a:t>
            </a:r>
            <a:r>
              <a:rPr lang="en-US" sz="1200" b="0" i="0" u="none" strike="noStrike" kern="1200" baseline="0" dirty="0">
                <a:solidFill>
                  <a:schemeClr val="tx1"/>
                </a:solidFill>
                <a:latin typeface="Arial" panose="020B0604020202020204" pitchFamily="34" charset="0"/>
                <a:ea typeface="+mn-ea"/>
                <a:cs typeface="+mn-cs"/>
              </a:rPr>
              <a:t>, not a bug: the system is catching noisy text and handling it with a character-robust classifier.</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Works: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“fastText excels when you have clean, in-vocabulary text.”</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“But on social media—tweets, hate speech, transliterated posts—fastText sees high OOV rates and becomes unreliable.”</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“Character n-grams never have OOV: every character sequence is a feature, so, slang, misspellings, and transliterations all produce valid signals.”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“By routing to character n-grams when we detect high OOV, we get the best of both worlds: speed and accuracy when applicable, robustness when needed.”</a:t>
            </a:r>
          </a:p>
          <a:p>
            <a:pPr marL="0" indent="0">
              <a:buFont typeface="Arial" panose="020B0604020202020204" pitchFamily="34" charset="0"/>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Production Story:</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“Imagine you are a content moderation team processing millions of social media posts in 5 languages. You want high accuracy but also need to handle noisy, user-generated text.”</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“The baseline fastText system looked great on Wikipedia (99.8% accuracy!) but failed silently on your real data (hidden fragility on Yoruba, Latvian).”</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mn-cs"/>
              </a:rPr>
              <a:t>“Our final solution catches the risky samples via OOV detection and routes them to a character-based classifier. On our OOD data, macro F1 jumps from 0.67 to 0.90—that is a </a:t>
            </a:r>
            <a:r>
              <a:rPr lang="en-US" sz="1200" b="1" i="0" u="none" strike="noStrike" kern="1200" baseline="0" dirty="0">
                <a:solidFill>
                  <a:schemeClr val="tx1"/>
                </a:solidFill>
                <a:latin typeface="Arial" panose="020B0604020202020204" pitchFamily="34" charset="0"/>
                <a:ea typeface="+mn-ea"/>
                <a:cs typeface="+mn-cs"/>
              </a:rPr>
              <a:t>36% relative improvement</a:t>
            </a:r>
            <a:r>
              <a:rPr lang="en-US" sz="1200" b="0" i="0" u="none" strike="noStrike" kern="1200" baseline="0" dirty="0">
                <a:solidFill>
                  <a:schemeClr val="tx1"/>
                </a:solidFill>
                <a:latin typeface="Arial" panose="020B0604020202020204" pitchFamily="34" charset="0"/>
                <a:ea typeface="+mn-ea"/>
                <a:cs typeface="+mn-cs"/>
              </a:rPr>
              <a:t>.”</a:t>
            </a:r>
          </a:p>
          <a:p>
            <a:pPr marL="0" indent="0">
              <a:buFont typeface="Arial" panose="020B0604020202020204" pitchFamily="34" charset="0"/>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a:t>
            </a:r>
          </a:p>
          <a:p>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The final solution is a proof-of-concept for robust multilingual language ID. </a:t>
            </a:r>
            <a:r>
              <a:rPr lang="en-US" sz="1200" b="0" i="0" u="none" strike="noStrike" kern="1200" baseline="0" dirty="0">
                <a:solidFill>
                  <a:schemeClr val="tx1"/>
                </a:solidFill>
                <a:latin typeface="Arial" panose="020B0604020202020204" pitchFamily="34" charset="0"/>
                <a:ea typeface="+mn-ea"/>
                <a:cs typeface="+mn-cs"/>
              </a:rPr>
              <a:t>It operationalizes research insights (OOV diagnostics, ensemble strategies) into a deployable system that maintains high accuracy while adding a safety net for noisy domains. This is what ‘beyond the baseline’ looks like: not just a better number, but a solution that is </a:t>
            </a:r>
            <a:r>
              <a:rPr lang="en-US" sz="1200" b="0" i="1" u="none" strike="noStrike" kern="1200" baseline="0" dirty="0">
                <a:solidFill>
                  <a:schemeClr val="tx1"/>
                </a:solidFill>
                <a:latin typeface="Arial" panose="020B0604020202020204" pitchFamily="34" charset="0"/>
                <a:ea typeface="+mn-ea"/>
                <a:cs typeface="+mn-cs"/>
              </a:rPr>
              <a:t>thoughtfully designed </a:t>
            </a:r>
            <a:r>
              <a:rPr lang="en-US" sz="1200" b="0" i="0" u="none" strike="noStrike" kern="1200" baseline="0" dirty="0">
                <a:solidFill>
                  <a:schemeClr val="tx1"/>
                </a:solidFill>
                <a:latin typeface="Arial" panose="020B0604020202020204" pitchFamily="34" charset="0"/>
                <a:ea typeface="+mn-ea"/>
                <a:cs typeface="+mn-cs"/>
              </a:rPr>
              <a:t>for real-world conditions.”</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Delivery tips: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Start with the narrative. </a:t>
            </a:r>
            <a:r>
              <a:rPr lang="en-US" sz="1200" b="0" i="0" u="none" strike="noStrike" kern="1200" baseline="0" dirty="0">
                <a:solidFill>
                  <a:schemeClr val="tx1"/>
                </a:solidFill>
                <a:latin typeface="Arial" panose="020B0604020202020204" pitchFamily="34" charset="0"/>
                <a:ea typeface="+mn-ea"/>
                <a:cs typeface="+mn-cs"/>
              </a:rPr>
              <a:t>“Q1 showed us fastText is fragile. So, we asked: can we fix it? Yes.”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Emphasize the results. </a:t>
            </a:r>
            <a:r>
              <a:rPr lang="en-US" sz="1200" b="0" i="0" u="none" strike="noStrike" kern="1200" baseline="0" dirty="0">
                <a:solidFill>
                  <a:schemeClr val="tx1"/>
                </a:solidFill>
                <a:latin typeface="Arial" panose="020B0604020202020204" pitchFamily="34" charset="0"/>
                <a:ea typeface="+mn-ea"/>
                <a:cs typeface="+mn-cs"/>
              </a:rPr>
              <a:t>The macro F1 jump from 0.67 to 0.90 OOD is dramatic. Let that number sink in.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Explain the routing behavior as a feature, not a bug. </a:t>
            </a:r>
            <a:r>
              <a:rPr lang="en-US" sz="1200" b="0" i="0" u="none" strike="noStrike" kern="1200" baseline="0" dirty="0">
                <a:solidFill>
                  <a:schemeClr val="tx1"/>
                </a:solidFill>
                <a:latin typeface="Arial" panose="020B0604020202020204" pitchFamily="34" charset="0"/>
                <a:ea typeface="+mn-ea"/>
                <a:cs typeface="+mn-cs"/>
              </a:rPr>
              <a:t>“80% fallback usage means the system is working as intended.”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Use the production analogy. </a:t>
            </a:r>
            <a:r>
              <a:rPr lang="en-US" sz="1200" b="0" i="0" u="none" strike="noStrike" kern="1200" baseline="0" dirty="0">
                <a:solidFill>
                  <a:schemeClr val="tx1"/>
                </a:solidFill>
                <a:latin typeface="Arial" panose="020B0604020202020204" pitchFamily="34" charset="0"/>
                <a:ea typeface="+mn-ea"/>
                <a:cs typeface="+mn-cs"/>
              </a:rPr>
              <a:t>Ground it in real needs (content moderation, multiple languages, noisy data).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Show the slide progression: </a:t>
            </a:r>
            <a:r>
              <a:rPr lang="en-US" sz="1200" b="0" i="0" u="none" strike="noStrike" kern="1200" baseline="0" dirty="0">
                <a:solidFill>
                  <a:schemeClr val="tx1"/>
                </a:solidFill>
                <a:latin typeface="Arial" panose="020B0604020202020204" pitchFamily="34" charset="0"/>
                <a:ea typeface="+mn-ea"/>
                <a:cs typeface="+mn-cs"/>
              </a:rPr>
              <a:t>baseline fastText Q1 → ensemble insight → operationalized final solution.</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Visuals to highlight: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have a results table, point to: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In-domain macro F1: 0.9754 (high, showing we did not break in-domain performance).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OOD macro F1: 0.9007 (major improvement from Q1’s 0.666).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Routing percentages (80%+ fallback usage).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have a diagram, show: fastText → [OOV check] → fallback character n-gram.</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B9105556-23DA-EDF5-DE6C-E296991E03E7}"/>
              </a:ext>
            </a:extLst>
          </p:cNvPr>
          <p:cNvSpPr>
            <a:spLocks noGrp="1"/>
          </p:cNvSpPr>
          <p:nvPr>
            <p:ph type="sldNum" sz="quarter" idx="5"/>
            <p:custDataLst>
              <p:tags r:id="rId3"/>
            </p:custDataLst>
          </p:nvPr>
        </p:nvSpPr>
        <p:spPr/>
        <p:txBody>
          <a:bodyPr/>
          <a:lstStyle/>
          <a:p>
            <a:fld id="{DD8BEB3B-C5EA-45F3-97F0-E17E2A187F46}" type="slidenum">
              <a:rPr lang="de-AT" smtClean="0"/>
              <a:t>9</a:t>
            </a:fld>
            <a:endParaRPr lang="de-AT" dirty="0"/>
          </a:p>
        </p:txBody>
      </p:sp>
    </p:spTree>
    <p:extLst>
      <p:ext uri="{BB962C8B-B14F-4D97-AF65-F5344CB8AC3E}">
        <p14:creationId xmlns:p14="http://schemas.microsoft.com/office/powerpoint/2010/main" val="1721342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F5B3-D676-04C0-E40E-FCD32599FE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2379798-4CE4-A463-B88D-742296BCACC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F295AAC-AFEB-597F-E326-549E859DA652}"/>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8B0A00E2-A7DA-7A71-99A6-8AF5CA1162FC}"/>
              </a:ext>
            </a:extLst>
          </p:cNvPr>
          <p:cNvSpPr>
            <a:spLocks noGrp="1"/>
          </p:cNvSpPr>
          <p:nvPr>
            <p:ph type="sldNum" sz="quarter" idx="5"/>
            <p:custDataLst>
              <p:tags r:id="rId3"/>
            </p:custDataLst>
          </p:nvPr>
        </p:nvSpPr>
        <p:spPr/>
        <p:txBody>
          <a:bodyPr/>
          <a:lstStyle/>
          <a:p>
            <a:fld id="{DD8BEB3B-C5EA-45F3-97F0-E17E2A187F46}" type="slidenum">
              <a:rPr lang="de-AT" smtClean="0"/>
              <a:t>10</a:t>
            </a:fld>
            <a:endParaRPr lang="de-AT" dirty="0"/>
          </a:p>
        </p:txBody>
      </p:sp>
    </p:spTree>
    <p:extLst>
      <p:ext uri="{BB962C8B-B14F-4D97-AF65-F5344CB8AC3E}">
        <p14:creationId xmlns:p14="http://schemas.microsoft.com/office/powerpoint/2010/main" val="1434068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8DB5-622D-202A-A57B-1C5D6213EB6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AD73C74-116B-8541-E8EC-7D565C199CC8}"/>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A903098-8A7A-DB51-75BC-108206B98578}"/>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4F241926-EEF7-0154-4A34-F7DA09FB0944}"/>
              </a:ext>
            </a:extLst>
          </p:cNvPr>
          <p:cNvSpPr>
            <a:spLocks noGrp="1"/>
          </p:cNvSpPr>
          <p:nvPr>
            <p:ph type="sldNum" sz="quarter" idx="5"/>
            <p:custDataLst>
              <p:tags r:id="rId3"/>
            </p:custDataLst>
          </p:nvPr>
        </p:nvSpPr>
        <p:spPr/>
        <p:txBody>
          <a:bodyPr/>
          <a:lstStyle/>
          <a:p>
            <a:fld id="{DD8BEB3B-C5EA-45F3-97F0-E17E2A187F46}" type="slidenum">
              <a:rPr lang="de-AT" smtClean="0"/>
              <a:t>11</a:t>
            </a:fld>
            <a:endParaRPr lang="de-AT" dirty="0"/>
          </a:p>
        </p:txBody>
      </p:sp>
    </p:spTree>
    <p:extLst>
      <p:ext uri="{BB962C8B-B14F-4D97-AF65-F5344CB8AC3E}">
        <p14:creationId xmlns:p14="http://schemas.microsoft.com/office/powerpoint/2010/main" val="2657220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99AC-A0FE-7D8D-D899-CA54597AC90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5BA1C9C-43F0-7486-A81E-548B56F1D20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720165A4-D641-133E-7205-B8B1A965C51D}"/>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17639B67-7CF8-773C-74E0-B4435B41832C}"/>
              </a:ext>
            </a:extLst>
          </p:cNvPr>
          <p:cNvSpPr>
            <a:spLocks noGrp="1"/>
          </p:cNvSpPr>
          <p:nvPr>
            <p:ph type="sldNum" sz="quarter" idx="5"/>
            <p:custDataLst>
              <p:tags r:id="rId3"/>
            </p:custDataLst>
          </p:nvPr>
        </p:nvSpPr>
        <p:spPr/>
        <p:txBody>
          <a:bodyPr/>
          <a:lstStyle/>
          <a:p>
            <a:fld id="{DD8BEB3B-C5EA-45F3-97F0-E17E2A187F46}" type="slidenum">
              <a:rPr lang="de-AT" smtClean="0"/>
              <a:t>12</a:t>
            </a:fld>
            <a:endParaRPr lang="de-AT" dirty="0"/>
          </a:p>
        </p:txBody>
      </p:sp>
    </p:spTree>
    <p:extLst>
      <p:ext uri="{BB962C8B-B14F-4D97-AF65-F5344CB8AC3E}">
        <p14:creationId xmlns:p14="http://schemas.microsoft.com/office/powerpoint/2010/main" val="3353511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6D888-9ADF-5C5B-7E12-993EAE6615C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FB0956C-3992-3FAD-F05A-E85EE140423D}"/>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273AB808-DB7C-DED1-4593-1AD7957420BF}"/>
              </a:ext>
            </a:extLst>
          </p:cNvPr>
          <p:cNvSpPr>
            <a:spLocks noGrp="1"/>
          </p:cNvSpPr>
          <p:nvPr>
            <p:ph type="body" idx="1"/>
            <p:custDataLst>
              <p:tags r:id="rId2"/>
            </p:custDataLst>
          </p:nvPr>
        </p:nvSpPr>
        <p:spPr/>
        <p:txBody>
          <a:bodyPr/>
          <a:lstStyle/>
          <a:p>
            <a:endParaRPr lang="en-US" dirty="0">
              <a:effectLst/>
              <a:latin typeface="fkGroteskNeue"/>
            </a:endParaRPr>
          </a:p>
        </p:txBody>
      </p:sp>
      <p:sp>
        <p:nvSpPr>
          <p:cNvPr id="4" name="Foliennummernplatzhalter 3">
            <a:extLst>
              <a:ext uri="{FF2B5EF4-FFF2-40B4-BE49-F238E27FC236}">
                <a16:creationId xmlns:a16="http://schemas.microsoft.com/office/drawing/2014/main" id="{81B2589A-2AD6-F8E1-5177-8C84FACDB0EC}"/>
              </a:ext>
            </a:extLst>
          </p:cNvPr>
          <p:cNvSpPr>
            <a:spLocks noGrp="1"/>
          </p:cNvSpPr>
          <p:nvPr>
            <p:ph type="sldNum" sz="quarter" idx="5"/>
            <p:custDataLst>
              <p:tags r:id="rId3"/>
            </p:custDataLst>
          </p:nvPr>
        </p:nvSpPr>
        <p:spPr/>
        <p:txBody>
          <a:bodyPr/>
          <a:lstStyle/>
          <a:p>
            <a:fld id="{DD8BEB3B-C5EA-45F3-97F0-E17E2A187F46}" type="slidenum">
              <a:rPr lang="de-AT" smtClean="0"/>
              <a:t>13</a:t>
            </a:fld>
            <a:endParaRPr lang="de-AT" dirty="0"/>
          </a:p>
        </p:txBody>
      </p:sp>
    </p:spTree>
    <p:extLst>
      <p:ext uri="{BB962C8B-B14F-4D97-AF65-F5344CB8AC3E}">
        <p14:creationId xmlns:p14="http://schemas.microsoft.com/office/powerpoint/2010/main" val="3378782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9FC2F-7BEF-2026-9D9E-54C0947ED9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0CFF8C-C573-66D8-1093-7650ACA90214}"/>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B9A06D24-2D96-1660-3B39-BAAB7EECB262}"/>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Character n-gram (TF–IDF + logistic regression):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Hardware: </a:t>
            </a:r>
            <a:r>
              <a:rPr lang="en-US" sz="1200" b="0" i="0" u="none" strike="noStrike" kern="1200" baseline="0" dirty="0">
                <a:solidFill>
                  <a:schemeClr val="tx1"/>
                </a:solidFill>
                <a:latin typeface="Arial" panose="020B0604020202020204" pitchFamily="34" charset="0"/>
                <a:ea typeface="+mn-ea"/>
                <a:cs typeface="+mn-cs"/>
              </a:rPr>
              <a:t>“Pure CPU. The model is 10–20 MB—fits on a Raspberry Pi.”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Latency: </a:t>
            </a:r>
            <a:r>
              <a:rPr lang="en-US" sz="1200" b="0" i="0" u="none" strike="noStrike" kern="1200" baseline="0" dirty="0">
                <a:solidFill>
                  <a:schemeClr val="tx1"/>
                </a:solidFill>
                <a:latin typeface="Arial" panose="020B0604020202020204" pitchFamily="34" charset="0"/>
                <a:ea typeface="+mn-ea"/>
                <a:cs typeface="+mn-cs"/>
              </a:rPr>
              <a:t>“Less than 5 milliseconds per sentence on a single CPU core. For batch processing, scales linearly.”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Why it’s fast: </a:t>
            </a:r>
            <a:r>
              <a:rPr lang="en-US" sz="1200" b="0" i="0" u="none" strike="noStrike" kern="1200" baseline="0" dirty="0">
                <a:solidFill>
                  <a:schemeClr val="tx1"/>
                </a:solidFill>
                <a:latin typeface="Arial" panose="020B0604020202020204" pitchFamily="34" charset="0"/>
                <a:ea typeface="+mn-ea"/>
                <a:cs typeface="+mn-cs"/>
              </a:rPr>
              <a:t>“Feature extraction (converting text to n-grams) is a simple string operation. No deep compute.”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Deployment scenario: </a:t>
            </a:r>
            <a:r>
              <a:rPr lang="en-US" sz="1200" b="0" i="0" u="none" strike="noStrike" kern="1200" baseline="0" dirty="0">
                <a:solidFill>
                  <a:schemeClr val="tx1"/>
                </a:solidFill>
                <a:latin typeface="Arial" panose="020B0604020202020204" pitchFamily="34" charset="0"/>
                <a:ea typeface="+mn-ea"/>
                <a:cs typeface="+mn-cs"/>
              </a:rPr>
              <a:t>“You run language ID on edge devices, mobile phones, or cost-constrained cloud instances. Default choice.”</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Hardware: </a:t>
            </a:r>
            <a:r>
              <a:rPr lang="en-US" sz="1200" b="0" i="0" u="none" strike="noStrike" kern="1200" baseline="0" dirty="0">
                <a:solidFill>
                  <a:schemeClr val="tx1"/>
                </a:solidFill>
                <a:latin typeface="Arial" panose="020B0604020202020204" pitchFamily="34" charset="0"/>
                <a:ea typeface="+mn-ea"/>
                <a:cs typeface="+mn-cs"/>
              </a:rPr>
              <a:t>“GPU strongly recommended. The base model needs 1–2 GB VRAM for inference. CPU-only inference is 10× slower.”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Latency: </a:t>
            </a:r>
            <a:r>
              <a:rPr lang="en-US" sz="1200" b="0" i="0" u="none" strike="noStrike" kern="1200" baseline="0" dirty="0">
                <a:solidFill>
                  <a:schemeClr val="tx1"/>
                </a:solidFill>
                <a:latin typeface="Arial" panose="020B0604020202020204" pitchFamily="34" charset="0"/>
                <a:ea typeface="+mn-ea"/>
                <a:cs typeface="+mn-cs"/>
              </a:rPr>
              <a:t>“30–80 milliseconds per sentence on a mid-range GPU (A10, T4). 300+ ms on CPU without quantization.”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Why it’s slow: </a:t>
            </a:r>
            <a:r>
              <a:rPr lang="en-US" sz="1200" b="0" i="0" u="none" strike="noStrike" kern="1200" baseline="0" dirty="0">
                <a:solidFill>
                  <a:schemeClr val="tx1"/>
                </a:solidFill>
                <a:latin typeface="Arial" panose="020B0604020202020204" pitchFamily="34" charset="0"/>
                <a:ea typeface="+mn-ea"/>
                <a:cs typeface="+mn-cs"/>
              </a:rPr>
              <a:t>“Transformer attention is O(n²) in sequence length, and we are doing 12 transformer layers.” </a:t>
            </a:r>
          </a:p>
          <a:p>
            <a:pPr marL="171450" indent="-171450">
              <a:buFontTx/>
              <a:buChar char="-"/>
            </a:pPr>
            <a:r>
              <a:rPr lang="en-US" sz="1200" b="1" i="0" u="none" strike="noStrike" kern="1200" baseline="0" dirty="0">
                <a:solidFill>
                  <a:schemeClr val="tx1"/>
                </a:solidFill>
                <a:latin typeface="Arial" panose="020B0604020202020204" pitchFamily="34" charset="0"/>
                <a:ea typeface="+mn-ea"/>
                <a:cs typeface="+mn-cs"/>
              </a:rPr>
              <a:t>Deployment scenario: </a:t>
            </a:r>
            <a:r>
              <a:rPr lang="en-US" sz="1200" b="0" i="0" u="none" strike="noStrike" kern="1200" baseline="0" dirty="0">
                <a:solidFill>
                  <a:schemeClr val="tx1"/>
                </a:solidFill>
                <a:latin typeface="Arial" panose="020B0604020202020204" pitchFamily="34" charset="0"/>
                <a:ea typeface="+mn-ea"/>
                <a:cs typeface="+mn-cs"/>
              </a:rPr>
              <a:t>“High-throughput cloud services where you have GPU pools and can amortize costs. Robustness-critical settings (e.g., content moderation on code-switched text).”</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decision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are processing millions of messages per day and cost is a constraint: </a:t>
            </a:r>
            <a:r>
              <a:rPr lang="en-US" sz="1200" b="1" i="0" u="none" strike="noStrike" kern="1200" baseline="0" dirty="0">
                <a:solidFill>
                  <a:schemeClr val="tx1"/>
                </a:solidFill>
                <a:latin typeface="Arial" panose="020B0604020202020204" pitchFamily="34" charset="0"/>
                <a:ea typeface="+mn-ea"/>
                <a:cs typeface="+mn-cs"/>
              </a:rPr>
              <a:t>n-gram model.</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are doing live language ID on phones: </a:t>
            </a:r>
            <a:r>
              <a:rPr lang="en-US" sz="1200" b="1" i="0" u="none" strike="noStrike" kern="1200" baseline="0" dirty="0">
                <a:solidFill>
                  <a:schemeClr val="tx1"/>
                </a:solidFill>
                <a:latin typeface="Arial" panose="020B0604020202020204" pitchFamily="34" charset="0"/>
                <a:ea typeface="+mn-ea"/>
                <a:cs typeface="+mn-cs"/>
              </a:rPr>
              <a:t>n-gram model.</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are moderating hate speech and cannot afford false negatives on rare languages: </a:t>
            </a:r>
            <a:r>
              <a:rPr lang="en-US" sz="1200" b="1" i="0" u="none" strike="noStrike" kern="1200" baseline="0" dirty="0">
                <a:solidFill>
                  <a:schemeClr val="tx1"/>
                </a:solidFill>
                <a:latin typeface="Arial" panose="020B0604020202020204" pitchFamily="34" charset="0"/>
                <a:ea typeface="+mn-ea"/>
                <a:cs typeface="+mn-cs"/>
              </a:rPr>
              <a:t>XLM-R or ensemble.</a:t>
            </a:r>
            <a:r>
              <a:rPr lang="en-US" sz="1200" b="0" i="0" u="none" strike="noStrike" kern="1200" baseline="0" dirty="0">
                <a:solidFill>
                  <a:schemeClr val="tx1"/>
                </a:solidFill>
                <a:latin typeface="Arial" panose="020B0604020202020204" pitchFamily="34" charset="0"/>
                <a:ea typeface="+mn-ea"/>
                <a:cs typeface="+mn-cs"/>
              </a:rPr>
              <a: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“If you have domain-shifted text (not Wikipedia): </a:t>
            </a:r>
            <a:r>
              <a:rPr lang="en-US" sz="1200" b="1" i="0" u="none" strike="noStrike" kern="1200" baseline="0" dirty="0">
                <a:solidFill>
                  <a:schemeClr val="tx1"/>
                </a:solidFill>
                <a:latin typeface="Arial" panose="020B0604020202020204" pitchFamily="34" charset="0"/>
                <a:ea typeface="+mn-ea"/>
                <a:cs typeface="+mn-cs"/>
              </a:rPr>
              <a:t>n-gram first, XLM-R for hard cases.</a:t>
            </a:r>
            <a:r>
              <a:rPr lang="en-US" sz="1200" b="0" i="0" u="none" strike="noStrike" kern="1200" baseline="0" dirty="0">
                <a:solidFill>
                  <a:schemeClr val="tx1"/>
                </a:solidFill>
                <a:latin typeface="Arial" panose="020B0604020202020204" pitchFamily="34" charset="0"/>
                <a:ea typeface="+mn-ea"/>
                <a:cs typeface="+mn-cs"/>
              </a:rPr>
              <a: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Translating latency into real numbers: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“Let us say you process 1 million messages per hour.”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n-gram: 5,000 seconds = 1.4 hours of compute (doable on one machine).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XLM-R on CPU: 300,000 seconds = 83 hours (need a GPU farm).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XLM-R on 4 GPUs: 7,500 seconds = 2 hours.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hardware requirements explode.”</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Key takeaway: </a:t>
            </a:r>
            <a:r>
              <a:rPr lang="en-US" sz="1200" b="0" i="0" u="none" strike="noStrike" kern="1200" baseline="0" dirty="0">
                <a:solidFill>
                  <a:schemeClr val="tx1"/>
                </a:solidFill>
                <a:latin typeface="Arial" panose="020B0604020202020204" pitchFamily="34" charset="0"/>
                <a:ea typeface="+mn-ea"/>
                <a:cs typeface="+mn-cs"/>
              </a:rPr>
              <a:t>“</a:t>
            </a:r>
            <a:r>
              <a:rPr lang="en-US" sz="1200" b="1" i="0" u="none" strike="noStrike" kern="1200" baseline="0" dirty="0">
                <a:solidFill>
                  <a:schemeClr val="tx1"/>
                </a:solidFill>
                <a:latin typeface="Arial" panose="020B0604020202020204" pitchFamily="34" charset="0"/>
                <a:ea typeface="+mn-ea"/>
                <a:cs typeface="+mn-cs"/>
              </a:rPr>
              <a:t>Default to the n-gram model for general serving. XLM-R is a specialist tool for hard domains or when you have GPU infrastructure.</a:t>
            </a:r>
            <a:r>
              <a:rPr lang="en-US" sz="1200" b="0" i="0" u="none" strike="noStrike" kern="1200" baseline="0" dirty="0">
                <a:solidFill>
                  <a:schemeClr val="tx1"/>
                </a:solidFill>
                <a:latin typeface="Arial" panose="020B0604020202020204" pitchFamily="34" charset="0"/>
                <a:ea typeface="+mn-ea"/>
                <a:cs typeface="+mn-cs"/>
              </a:rPr>
              <a:t>”</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1E518F44-F2B7-E025-205E-B5D6FED4224A}"/>
              </a:ext>
            </a:extLst>
          </p:cNvPr>
          <p:cNvSpPr>
            <a:spLocks noGrp="1"/>
          </p:cNvSpPr>
          <p:nvPr>
            <p:ph type="sldNum" sz="quarter" idx="5"/>
            <p:custDataLst>
              <p:tags r:id="rId3"/>
            </p:custDataLst>
          </p:nvPr>
        </p:nvSpPr>
        <p:spPr/>
        <p:txBody>
          <a:bodyPr/>
          <a:lstStyle/>
          <a:p>
            <a:fld id="{DD8BEB3B-C5EA-45F3-97F0-E17E2A187F46}" type="slidenum">
              <a:rPr lang="de-AT" smtClean="0"/>
              <a:t>14</a:t>
            </a:fld>
            <a:endParaRPr lang="de-AT" dirty="0"/>
          </a:p>
        </p:txBody>
      </p:sp>
    </p:spTree>
    <p:extLst>
      <p:ext uri="{BB962C8B-B14F-4D97-AF65-F5344CB8AC3E}">
        <p14:creationId xmlns:p14="http://schemas.microsoft.com/office/powerpoint/2010/main" val="2021585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4902-A261-FEB6-4927-C656D11C291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05E6D0-9745-322D-18A7-1F88F2CD22C5}"/>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8905C377-1913-3E86-332A-8D8EA3E5C26C}"/>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Humanize the models by showing what they get wrong and why.</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Rule-based heuristics: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hand-written rules failed predictably: Latin script is ambiguous.”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error: “A Kazakh sentence in Latin transliteration, say ‘Mektep talimdı alg…’, has no diacritics. Our rules default to German because German also uses bare Latin.”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Another example: “Numeric lists like ‘1. Something 2. Something’ have no script cues, so the heuristic rules cannot identify the language. They guess randomly or default.”</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n-gram model is much more accurate but still has a few weak spots.”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Yoruba ambiguity: “Yoruba uses Latin with tones marked by diacritics (ẹ, ọ, ń). Without diacritics (e.g., user-generated content on Twitter), it looks like English or other Latin languages.”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Numeric content: “Short numbers or URLs (e.g., ‘2025-01-10 https://example.com’) have almost no language signal.”</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XLM-R fine-tuning: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“Transformer errors are more subtle because the model learns context.”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Over-indexing on high-resource patterns: “If the model saw lots of German text during training (Wikipedia is biased toward Germanic languages), it may over-predict German for Swahili or Wolof sentences dominated by borrowed German words (like ‘Telefon’, ‘Auto’).”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“A Swahili sentence ‘Telefoni yangu ina simu mitatu’ (My phone has three SIM cards) might be mislabeled as German because of ‘Telefoni’, even though the rest is distinctly Swahili.”</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fastText OOD errors: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most revealing errors: short, transliterated posts.”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“A Kazakh tweet ‘Qalyptau kut kut!’ (a transliteration with no diacritics) was labeled Yoruba. Why? Both languages have sparse data, similar orthography, and the post is too short to disambiguate.”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Slang and abbreviations: “TikTok-style abbreviations (e.g., ‘smh’, ‘ffs’) have no language markers. fastText struggles because these tokens are not in Wikipedia.”</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Why this matters: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“Understanding errors is crucial for building trust. If you deploy language ID, stakeholders need to know where it is fragile.”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“For example: ‘Do not use this for numeric lists alone; pair it with other signals.’ ”</a:t>
            </a:r>
            <a:endParaRPr lang="en-US" dirty="0">
              <a:effectLst/>
              <a:latin typeface="fkGroteskNeue"/>
            </a:endParaRPr>
          </a:p>
        </p:txBody>
      </p:sp>
      <p:sp>
        <p:nvSpPr>
          <p:cNvPr id="4" name="Foliennummernplatzhalter 3">
            <a:extLst>
              <a:ext uri="{FF2B5EF4-FFF2-40B4-BE49-F238E27FC236}">
                <a16:creationId xmlns:a16="http://schemas.microsoft.com/office/drawing/2014/main" id="{AA8F7EE5-742B-A00C-E8B3-D29B9CAC5ACC}"/>
              </a:ext>
            </a:extLst>
          </p:cNvPr>
          <p:cNvSpPr>
            <a:spLocks noGrp="1"/>
          </p:cNvSpPr>
          <p:nvPr>
            <p:ph type="sldNum" sz="quarter" idx="5"/>
            <p:custDataLst>
              <p:tags r:id="rId3"/>
            </p:custDataLst>
          </p:nvPr>
        </p:nvSpPr>
        <p:spPr/>
        <p:txBody>
          <a:bodyPr/>
          <a:lstStyle/>
          <a:p>
            <a:fld id="{DD8BEB3B-C5EA-45F3-97F0-E17E2A187F46}" type="slidenum">
              <a:rPr lang="de-AT" smtClean="0"/>
              <a:t>15</a:t>
            </a:fld>
            <a:endParaRPr lang="de-AT" dirty="0"/>
          </a:p>
        </p:txBody>
      </p:sp>
    </p:spTree>
    <p:extLst>
      <p:ext uri="{BB962C8B-B14F-4D97-AF65-F5344CB8AC3E}">
        <p14:creationId xmlns:p14="http://schemas.microsoft.com/office/powerpoint/2010/main" val="4223264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C8D7D-7E3E-A438-03B9-01D8752560F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83B0F0-7072-5407-E535-DD06CB0BC7B7}"/>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9E52AB43-3256-2136-60E9-284E709BAD88}"/>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Visual Confusion Matrices (10-Language Wikipedia)</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the confusion patterns visually, making error modes tangible.</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Rule-based heuristics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“Looking at the first matrix, you see a concentration of errors in the top-left: German, English, French, Swedish.”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“Cyrillic languages (Kazakh, Urdu) are cleanly separated—script cues work great there.”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“But notice the Yoruba row: it bleeds into German and English. That is the Latin-script overlap problem we mentioned.”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Reading the matrix: “Rows are true labels; columns are predicted labels. A strong diagonal (dark colors on the diagonal) means high accuracy.”</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How to walk through visuals: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“Let me walk you through these left to right, showing how the error patterns change.”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Point to specific cells: “See this cell (English row, Yoruba column)? That is the main n-gram confusion. See how it shrinks in the XLM-R matrix? That is the contextual learning at work.”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Summarize: “Rule-based → character n-grams → XLM-R shows a clear progression in error reduction, but with diminishing returns.”</a:t>
            </a: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EAE9919F-E292-5C6A-B221-20362DB5C3D3}"/>
              </a:ext>
            </a:extLst>
          </p:cNvPr>
          <p:cNvSpPr>
            <a:spLocks noGrp="1"/>
          </p:cNvSpPr>
          <p:nvPr>
            <p:ph type="sldNum" sz="quarter" idx="5"/>
            <p:custDataLst>
              <p:tags r:id="rId3"/>
            </p:custDataLst>
          </p:nvPr>
        </p:nvSpPr>
        <p:spPr/>
        <p:txBody>
          <a:bodyPr/>
          <a:lstStyle/>
          <a:p>
            <a:fld id="{DD8BEB3B-C5EA-45F3-97F0-E17E2A187F46}" type="slidenum">
              <a:rPr lang="de-AT" smtClean="0"/>
              <a:t>16</a:t>
            </a:fld>
            <a:endParaRPr lang="de-AT" dirty="0"/>
          </a:p>
        </p:txBody>
      </p:sp>
    </p:spTree>
    <p:extLst>
      <p:ext uri="{BB962C8B-B14F-4D97-AF65-F5344CB8AC3E}">
        <p14:creationId xmlns:p14="http://schemas.microsoft.com/office/powerpoint/2010/main" val="755316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8D810-9391-233A-D0A5-21FF62BA2C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269312D-DA02-1A3F-FFCC-D30DA4F46EE3}"/>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54ACE01A-15BF-32EA-079E-0D922BB42188}"/>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Visual Confusion Matrices (10-Language Wikipedia)</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the confusion patterns visually, making error modes tangible.</a:t>
            </a:r>
          </a:p>
          <a:p>
            <a:endParaRPr lang="en-US" dirty="0">
              <a:effectLst/>
              <a:latin typeface="fkGroteskNeue"/>
            </a:endParaRPr>
          </a:p>
          <a:p>
            <a:r>
              <a:rPr lang="en-US" sz="1200" b="1" i="0" u="none" strike="noStrike" kern="1200" baseline="0" dirty="0">
                <a:solidFill>
                  <a:schemeClr val="tx1"/>
                </a:solidFill>
                <a:latin typeface="Arial" panose="020B0604020202020204" pitchFamily="34" charset="0"/>
                <a:ea typeface="+mn-ea"/>
                <a:cs typeface="+mn-cs"/>
              </a:rPr>
              <a:t>Character n-gram logistic regression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second matrix is much cleaner. The diagonal is much darker (higher accuracy).”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“You still see some English &lt;-&gt; Swedish confusion (off-diagonal block), and Yoruba has a small leak, but overall, it is a dramatic improvement.”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“Cyrillic languages remain perfectly separated—character n-grams are great at capturing script patterns.”</a:t>
            </a:r>
            <a:endParaRPr lang="en-US" dirty="0">
              <a:effectLst/>
              <a:latin typeface="fkGroteskNeue"/>
            </a:endParaRPr>
          </a:p>
        </p:txBody>
      </p:sp>
      <p:sp>
        <p:nvSpPr>
          <p:cNvPr id="4" name="Foliennummernplatzhalter 3">
            <a:extLst>
              <a:ext uri="{FF2B5EF4-FFF2-40B4-BE49-F238E27FC236}">
                <a16:creationId xmlns:a16="http://schemas.microsoft.com/office/drawing/2014/main" id="{5A62B050-09F6-7FC0-1026-B6D998EF00DD}"/>
              </a:ext>
            </a:extLst>
          </p:cNvPr>
          <p:cNvSpPr>
            <a:spLocks noGrp="1"/>
          </p:cNvSpPr>
          <p:nvPr>
            <p:ph type="sldNum" sz="quarter" idx="5"/>
            <p:custDataLst>
              <p:tags r:id="rId3"/>
            </p:custDataLst>
          </p:nvPr>
        </p:nvSpPr>
        <p:spPr/>
        <p:txBody>
          <a:bodyPr/>
          <a:lstStyle/>
          <a:p>
            <a:fld id="{DD8BEB3B-C5EA-45F3-97F0-E17E2A187F46}" type="slidenum">
              <a:rPr lang="de-AT" smtClean="0"/>
              <a:t>17</a:t>
            </a:fld>
            <a:endParaRPr lang="de-AT" dirty="0"/>
          </a:p>
        </p:txBody>
      </p:sp>
    </p:spTree>
    <p:extLst>
      <p:ext uri="{BB962C8B-B14F-4D97-AF65-F5344CB8AC3E}">
        <p14:creationId xmlns:p14="http://schemas.microsoft.com/office/powerpoint/2010/main" val="2385643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C3E27-C3E7-DABD-7429-D8FD8C9023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8402B8-4698-5A9F-4552-AFDCC89ADB74}"/>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E0633FC9-4870-0709-326D-6E9393F06EB2}"/>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Visual Confusion Matrices (10-Language Wikipedia)</a:t>
            </a:r>
          </a:p>
          <a:p>
            <a:endParaRPr lang="en-US" sz="1200" b="1"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Show the confusion patterns visually, making error modes tangible.</a:t>
            </a:r>
          </a:p>
          <a:p>
            <a:endParaRPr lang="en-US" dirty="0">
              <a:effectLst/>
              <a:latin typeface="fkGroteskNeue"/>
            </a:endParaRPr>
          </a:p>
          <a:p>
            <a:r>
              <a:rPr lang="en-US" sz="1200" b="1" i="0" u="none" strike="noStrike" kern="1200" baseline="0" dirty="0">
                <a:solidFill>
                  <a:schemeClr val="tx1"/>
                </a:solidFill>
                <a:latin typeface="Arial" panose="020B0604020202020204" pitchFamily="34" charset="0"/>
                <a:ea typeface="+mn-ea"/>
                <a:cs typeface="+mn-cs"/>
              </a:rPr>
              <a:t>XLM-R fine-tuning matrix: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third matrix is comparable to the second—similarly dark diagonal, similar error patterns.”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“XLM-R does slightly better at French/Swedish separation (you might notice a slightly darker off-diagonal block there compared to n-grams).”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“But the gains are marginal given the added compute cost.”</a:t>
            </a:r>
            <a:endParaRPr lang="en-US" dirty="0">
              <a:effectLst/>
              <a:latin typeface="fkGroteskNeue"/>
            </a:endParaRPr>
          </a:p>
        </p:txBody>
      </p:sp>
      <p:sp>
        <p:nvSpPr>
          <p:cNvPr id="4" name="Foliennummernplatzhalter 3">
            <a:extLst>
              <a:ext uri="{FF2B5EF4-FFF2-40B4-BE49-F238E27FC236}">
                <a16:creationId xmlns:a16="http://schemas.microsoft.com/office/drawing/2014/main" id="{2CA15449-1D85-9C42-DD60-91E50DBB180A}"/>
              </a:ext>
            </a:extLst>
          </p:cNvPr>
          <p:cNvSpPr>
            <a:spLocks noGrp="1"/>
          </p:cNvSpPr>
          <p:nvPr>
            <p:ph type="sldNum" sz="quarter" idx="5"/>
            <p:custDataLst>
              <p:tags r:id="rId3"/>
            </p:custDataLst>
          </p:nvPr>
        </p:nvSpPr>
        <p:spPr/>
        <p:txBody>
          <a:bodyPr/>
          <a:lstStyle/>
          <a:p>
            <a:fld id="{DD8BEB3B-C5EA-45F3-97F0-E17E2A187F46}" type="slidenum">
              <a:rPr lang="de-AT" smtClean="0"/>
              <a:t>18</a:t>
            </a:fld>
            <a:endParaRPr lang="de-AT" dirty="0"/>
          </a:p>
        </p:txBody>
      </p:sp>
    </p:spTree>
    <p:extLst>
      <p:ext uri="{BB962C8B-B14F-4D97-AF65-F5344CB8AC3E}">
        <p14:creationId xmlns:p14="http://schemas.microsoft.com/office/powerpoint/2010/main" val="27426362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21B8-F09D-2E1D-225C-9673DEDC2B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E376506-389B-C644-C19F-63C0292F9C21}"/>
              </a:ext>
            </a:extLst>
          </p:cNvPr>
          <p:cNvSpPr>
            <a:spLocks noGrp="1" noRot="1" noChangeAspect="1"/>
          </p:cNvSpPr>
          <p:nvPr>
            <p:ph type="sldImg"/>
            <p:custDataLst>
              <p:tags r:id="rId1"/>
            </p:custDataLst>
          </p:nvPr>
        </p:nvSpPr>
        <p:spPr/>
        <p:txBody>
          <a:bodyPr/>
          <a:lstStyle/>
          <a:p>
            <a:endParaRPr lang="en-US"/>
          </a:p>
        </p:txBody>
      </p:sp>
      <p:sp>
        <p:nvSpPr>
          <p:cNvPr id="3" name="Notizenplatzhalter 2">
            <a:extLst>
              <a:ext uri="{FF2B5EF4-FFF2-40B4-BE49-F238E27FC236}">
                <a16:creationId xmlns:a16="http://schemas.microsoft.com/office/drawing/2014/main" id="{F1C16227-B613-F395-9AC4-5660B4D0CFAB}"/>
              </a:ext>
            </a:extLst>
          </p:cNvPr>
          <p:cNvSpPr>
            <a:spLocks noGrp="1"/>
          </p:cNvSpPr>
          <p:nvPr>
            <p:ph type="body" idx="1"/>
            <p:custDataLst>
              <p:tags r:id="rId2"/>
            </p:custDataLst>
          </p:nvPr>
        </p:nvSpPr>
        <p:spPr/>
        <p:txBody>
          <a:bodyPr/>
          <a:lstStyle/>
          <a:p>
            <a:r>
              <a:rPr lang="en-US" sz="1200" b="1" i="0" u="none" strike="noStrike" kern="1200" baseline="0" dirty="0">
                <a:solidFill>
                  <a:schemeClr val="tx1"/>
                </a:solidFill>
                <a:latin typeface="Arial" panose="020B0604020202020204" pitchFamily="34" charset="0"/>
                <a:ea typeface="+mn-ea"/>
                <a:cs typeface="+mn-cs"/>
              </a:rPr>
              <a:t>Objective of this slide: </a:t>
            </a:r>
            <a:r>
              <a:rPr lang="en-US" sz="1200" b="0" i="0" u="none" strike="noStrike" kern="1200" baseline="0" dirty="0">
                <a:solidFill>
                  <a:schemeClr val="tx1"/>
                </a:solidFill>
                <a:latin typeface="Arial" panose="020B0604020202020204" pitchFamily="34" charset="0"/>
                <a:ea typeface="+mn-ea"/>
                <a:cs typeface="+mn-cs"/>
              </a:rPr>
              <a:t>Explain why OOV is problematic and show the empirical evidence.</a:t>
            </a:r>
          </a:p>
          <a:p>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What is OOV?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“OOV means ‘out-of-vocabulary.’ A word is OOV if it does not exist in the vocabulary used to train the embedding model.”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Example: “fastText was trained on Wikipedia. If a social media post contains slang like ‘YOLO’ or ‘ghosting’, those words might not be in the Wikipedia vocabulary.”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it breaks embeddings: “If a word is not in the vocabulary, the embedding lookup fails. fastText has a character-level fallback (it builds word vectors from subword n-grams), but this is less robust than seeing the word during training.”</a:t>
            </a:r>
          </a:p>
          <a:p>
            <a:pPr marL="0" indent="0">
              <a:buFontTx/>
              <a:buNone/>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Latvian vs. Yoruba OOV distributions: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“These histograms show the distribution of OOV rates per sentence in the social media dataset.”</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Latvian histogram: “You see a long tail. Most sentences have 10–20% OOV, but some go above 40%. The distribution is spread out.”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Yoruba histogram: “Even worse. Yoruba shows a heavier tail extending above 50%. Many Yoruba social media sentences have very high OOV rates.”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Why the difference? “Latvian is a Baltic language with many inflections and rare words. Wikipedia Latvian is formal; social media Latvian is very different. Yoruba on social media (Twitter, TikTok) uses lots of slang, code-switching, and transliteration. Very different from formal Wikipedia.”</a:t>
            </a:r>
          </a:p>
          <a:p>
            <a:pPr marL="0" indent="0">
              <a:buFontTx/>
              <a:buNone/>
            </a:pPr>
            <a:endParaRPr lang="en-US" sz="1200" b="0" i="0" u="none" strike="noStrike" kern="1200" baseline="0" dirty="0">
              <a:solidFill>
                <a:schemeClr val="tx1"/>
              </a:solidFill>
              <a:effectLst/>
              <a:latin typeface="fkGroteskNeue"/>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What this tells us: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“These histograms are red flags. If &gt;25% of tokens are unknown, the embedding approach is fragile.”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“Yoruba’s &gt;37% OOV is especially problematic. It means the embeddings have lost a lot of information.”</a:t>
            </a:r>
          </a:p>
          <a:p>
            <a:pPr marL="171450" indent="-171450">
              <a:buFontTx/>
              <a:buChar char="-"/>
            </a:pPr>
            <a:endParaRPr lang="en-US" sz="1200" b="0" i="0" u="none" strike="noStrike" kern="1200" baseline="0" dirty="0">
              <a:solidFill>
                <a:schemeClr val="tx1"/>
              </a:solidFill>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diagnostic value: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“Our evaluation script now computes these OOV histograms. If you see a heavy tail, you know: ‘This model will fail on this language on this domain. I need a backup (character n-grams, rules, or a retrained model).’ ”</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a:p>
            <a:r>
              <a:rPr lang="en-US" sz="1200" b="1" i="0" u="none" strike="noStrike" kern="1200" baseline="0" dirty="0">
                <a:solidFill>
                  <a:schemeClr val="tx1"/>
                </a:solidFill>
                <a:latin typeface="Arial" panose="020B0604020202020204" pitchFamily="34" charset="0"/>
                <a:ea typeface="+mn-ea"/>
                <a:cs typeface="+mn-cs"/>
              </a:rPr>
              <a:t>The mitigation: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“The solution: when OOV is high, fall back to character n-grams. We implemented this as --enable-fasttext-char-backoff with an --oov-threshold flag.”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How it works: “For each sentence, compute OOV rate. If it exceeds the threshold (default 0.35, or 35%), use character n-grams. Otherwise, use fastText embeddings.” </a:t>
            </a:r>
          </a:p>
          <a:p>
            <a:pPr marL="171450" indent="-171450">
              <a:buFontTx/>
              <a:buChar char="-"/>
            </a:pPr>
            <a:r>
              <a:rPr lang="en-US" sz="1200" b="0" i="0" u="none" strike="noStrike" kern="1200" baseline="0" dirty="0">
                <a:solidFill>
                  <a:schemeClr val="tx1"/>
                </a:solidFill>
                <a:latin typeface="Arial" panose="020B0604020202020204" pitchFamily="34" charset="0"/>
                <a:ea typeface="+mn-ea"/>
                <a:cs typeface="+mn-cs"/>
              </a:rPr>
              <a:t>Results: “This ensemble improved Yoruba OOD F1 from 0.50 to 1.0—a perfect recovery.”</a:t>
            </a:r>
          </a:p>
          <a:p>
            <a:pPr marL="0" indent="0">
              <a:buFontTx/>
              <a:buNone/>
            </a:pPr>
            <a:endParaRPr lang="en-US" sz="1200" b="0" i="0" u="none" strike="noStrike" kern="1200" baseline="0" dirty="0">
              <a:solidFill>
                <a:schemeClr val="tx1"/>
              </a:solidFill>
              <a:effectLst/>
              <a:latin typeface="Arial" panose="020B0604020202020204" pitchFamily="34" charset="0"/>
              <a:ea typeface="+mn-ea"/>
              <a:cs typeface="+mn-cs"/>
            </a:endParaRPr>
          </a:p>
        </p:txBody>
      </p:sp>
      <p:sp>
        <p:nvSpPr>
          <p:cNvPr id="4" name="Foliennummernplatzhalter 3">
            <a:extLst>
              <a:ext uri="{FF2B5EF4-FFF2-40B4-BE49-F238E27FC236}">
                <a16:creationId xmlns:a16="http://schemas.microsoft.com/office/drawing/2014/main" id="{7680363D-619B-343A-3C0E-150DD9FD8BF8}"/>
              </a:ext>
            </a:extLst>
          </p:cNvPr>
          <p:cNvSpPr>
            <a:spLocks noGrp="1"/>
          </p:cNvSpPr>
          <p:nvPr>
            <p:ph type="sldNum" sz="quarter" idx="5"/>
            <p:custDataLst>
              <p:tags r:id="rId3"/>
            </p:custDataLst>
          </p:nvPr>
        </p:nvSpPr>
        <p:spPr/>
        <p:txBody>
          <a:bodyPr/>
          <a:lstStyle/>
          <a:p>
            <a:fld id="{DD8BEB3B-C5EA-45F3-97F0-E17E2A187F46}" type="slidenum">
              <a:rPr lang="de-AT" smtClean="0"/>
              <a:t>19</a:t>
            </a:fld>
            <a:endParaRPr lang="de-AT" dirty="0"/>
          </a:p>
        </p:txBody>
      </p:sp>
    </p:spTree>
    <p:extLst>
      <p:ext uri="{BB962C8B-B14F-4D97-AF65-F5344CB8AC3E}">
        <p14:creationId xmlns:p14="http://schemas.microsoft.com/office/powerpoint/2010/main" val="13915908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2.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13.xml"/><Relationship Id="rId7"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image" Target="../media/image5.svg"/><Relationship Id="rId4" Type="http://schemas.openxmlformats.org/officeDocument/2006/relationships/tags" Target="../tags/tag14.xml"/><Relationship Id="rId9"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2.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2.sv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7.xml"/><Relationship Id="rId7"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9"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6.xml"/><Relationship Id="rId7"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9"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2.svg"/><Relationship Id="rId4" Type="http://schemas.openxmlformats.org/officeDocument/2006/relationships/tags" Target="../tags/tag43.xml"/><Relationship Id="rId9"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2.svg"/><Relationship Id="rId5" Type="http://schemas.openxmlformats.org/officeDocument/2006/relationships/tags" Target="../tags/tag51.xml"/><Relationship Id="rId10" Type="http://schemas.openxmlformats.org/officeDocument/2006/relationships/image" Target="../media/image1.png"/><Relationship Id="rId4" Type="http://schemas.openxmlformats.org/officeDocument/2006/relationships/tags" Target="../tags/tag50.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2.svg"/><Relationship Id="rId5" Type="http://schemas.openxmlformats.org/officeDocument/2006/relationships/tags" Target="../tags/tag59.xml"/><Relationship Id="rId10" Type="http://schemas.openxmlformats.org/officeDocument/2006/relationships/image" Target="../media/image1.png"/><Relationship Id="rId4" Type="http://schemas.openxmlformats.org/officeDocument/2006/relationships/tags" Target="../tags/tag58.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65.xml"/><Relationship Id="rId7"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70.xml"/><Relationship Id="rId7"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1.xml"/><Relationship Id="rId5" Type="http://schemas.openxmlformats.org/officeDocument/2006/relationships/tags" Target="../tags/tag72.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2.sv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76.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79.xml"/><Relationship Id="rId7" Type="http://schemas.openxmlformats.org/officeDocument/2006/relationships/image" Target="../media/image1.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Master" Target="../slideMasters/slideMaster1.xml"/><Relationship Id="rId5" Type="http://schemas.openxmlformats.org/officeDocument/2006/relationships/tags" Target="../tags/tag81.xml"/><Relationship Id="rId4" Type="http://schemas.openxmlformats.org/officeDocument/2006/relationships/tags" Target="../tags/tag8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5.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slideMaster" Target="../slideMasters/slideMaster1.xml"/><Relationship Id="rId4" Type="http://schemas.openxmlformats.org/officeDocument/2006/relationships/tags" Target="../tags/tag8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slideMaster" Target="../slideMasters/slideMaster1.xml"/><Relationship Id="rId4" Type="http://schemas.openxmlformats.org/officeDocument/2006/relationships/tags" Target="../tags/tag93.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96.xml"/><Relationship Id="rId7" Type="http://schemas.openxmlformats.org/officeDocument/2006/relationships/slideMaster" Target="../slideMasters/slideMaster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7.sv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0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7.sv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10.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3.xml"/><Relationship Id="rId7" Type="http://schemas.openxmlformats.org/officeDocument/2006/relationships/slideMaster" Target="../slideMasters/slideMaster1.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9.xml"/><Relationship Id="rId7" Type="http://schemas.openxmlformats.org/officeDocument/2006/relationships/slideMaster" Target="../slideMasters/slideMaster1.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9"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image" Target="../media/image7.svg"/><Relationship Id="rId4" Type="http://schemas.openxmlformats.org/officeDocument/2006/relationships/tags" Target="../tags/tag126.xml"/><Relationship Id="rId9"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2.xml"/><Relationship Id="rId7" Type="http://schemas.openxmlformats.org/officeDocument/2006/relationships/tags" Target="../tags/tag136.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5" Type="http://schemas.openxmlformats.org/officeDocument/2006/relationships/tags" Target="../tags/tag134.xml"/><Relationship Id="rId10" Type="http://schemas.openxmlformats.org/officeDocument/2006/relationships/image" Target="../media/image7.svg"/><Relationship Id="rId4" Type="http://schemas.openxmlformats.org/officeDocument/2006/relationships/tags" Target="../tags/tag133.xml"/><Relationship Id="rId9"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image" Target="../media/image7.svg"/><Relationship Id="rId5" Type="http://schemas.openxmlformats.org/officeDocument/2006/relationships/tags" Target="../tags/tag141.xml"/><Relationship Id="rId10" Type="http://schemas.openxmlformats.org/officeDocument/2006/relationships/image" Target="../media/image6.png"/><Relationship Id="rId4" Type="http://schemas.openxmlformats.org/officeDocument/2006/relationships/tags" Target="../tags/tag140.xml"/><Relationship Id="rId9"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47.xml"/><Relationship Id="rId7" Type="http://schemas.openxmlformats.org/officeDocument/2006/relationships/image" Target="../media/image6.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slideMaster" Target="../slideMasters/slideMaster1.xml"/><Relationship Id="rId5" Type="http://schemas.openxmlformats.org/officeDocument/2006/relationships/tags" Target="../tags/tag149.xml"/><Relationship Id="rId4" Type="http://schemas.openxmlformats.org/officeDocument/2006/relationships/tags" Target="../tags/tag148.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52.xml"/><Relationship Id="rId7" Type="http://schemas.openxmlformats.org/officeDocument/2006/relationships/image" Target="../media/image6.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slideMaster" Target="../slideMasters/slideMaster1.xml"/><Relationship Id="rId5" Type="http://schemas.openxmlformats.org/officeDocument/2006/relationships/tags" Target="../tags/tag154.xml"/><Relationship Id="rId4" Type="http://schemas.openxmlformats.org/officeDocument/2006/relationships/tags" Target="../tags/tag153.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57.xml"/><Relationship Id="rId7" Type="http://schemas.openxmlformats.org/officeDocument/2006/relationships/image" Target="../media/image7.sv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image" Target="../media/image6.png"/><Relationship Id="rId5" Type="http://schemas.openxmlformats.org/officeDocument/2006/relationships/slideMaster" Target="../slideMasters/slideMaster1.xml"/><Relationship Id="rId4" Type="http://schemas.openxmlformats.org/officeDocument/2006/relationships/tags" Target="../tags/tag158.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161.xml"/><Relationship Id="rId7" Type="http://schemas.openxmlformats.org/officeDocument/2006/relationships/image" Target="../media/image6.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Master" Target="../slideMasters/slideMaster1.xml"/><Relationship Id="rId5" Type="http://schemas.openxmlformats.org/officeDocument/2006/relationships/tags" Target="../tags/tag163.xml"/><Relationship Id="rId4" Type="http://schemas.openxmlformats.org/officeDocument/2006/relationships/tags" Target="../tags/tag162.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4F515961-5FE0-48A5-A350-239B3180909B}"/>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7226F95A-C572-4753-9A21-DBF6531D5F3A}"/>
              </a:ext>
            </a:extLst>
          </p:cNvPr>
          <p:cNvSpPr>
            <a:spLocks noGrp="1"/>
          </p:cNvSpPr>
          <p:nvPr>
            <p:ph type="ctrTitle" hasCustomPrompt="1"/>
            <p:custDataLst>
              <p:tags r:id="rId2"/>
            </p:custDataLst>
          </p:nvPr>
        </p:nvSpPr>
        <p:spPr>
          <a:xfrm>
            <a:off x="1308100" y="2276475"/>
            <a:ext cx="9577388" cy="1524000"/>
          </a:xfrm>
        </p:spPr>
        <p:txBody>
          <a:bodyPr lIns="0" tIns="0" rIns="0" bIns="0" anchor="b">
            <a:noAutofit/>
          </a:bodyPr>
          <a:lstStyle>
            <a:lvl1pPr algn="l">
              <a:defRPr sz="5400">
                <a:solidFill>
                  <a:schemeClr val="accent1"/>
                </a:solidFill>
              </a:defRPr>
            </a:lvl1pPr>
          </a:lstStyle>
          <a:p>
            <a:r>
              <a:rPr lang="de-AT" dirty="0"/>
              <a:t>Titel</a:t>
            </a:r>
          </a:p>
        </p:txBody>
      </p:sp>
      <p:sp>
        <p:nvSpPr>
          <p:cNvPr id="3" name="Untertitel 2">
            <a:extLst>
              <a:ext uri="{FF2B5EF4-FFF2-40B4-BE49-F238E27FC236}">
                <a16:creationId xmlns:a16="http://schemas.microsoft.com/office/drawing/2014/main" id="{53DE19F1-4351-4A07-8662-A968E8A450FD}"/>
              </a:ext>
            </a:extLst>
          </p:cNvPr>
          <p:cNvSpPr>
            <a:spLocks noGrp="1"/>
          </p:cNvSpPr>
          <p:nvPr>
            <p:ph type="subTitle" idx="1" hasCustomPrompt="1"/>
            <p:custDataLst>
              <p:tags r:id="rId3"/>
            </p:custDataLst>
          </p:nvPr>
        </p:nvSpPr>
        <p:spPr>
          <a:xfrm>
            <a:off x="1308100" y="3971926"/>
            <a:ext cx="9577388" cy="1104900"/>
          </a:xfrm>
        </p:spPr>
        <p:txBody>
          <a:bodyPr lIns="0" tIns="0" rIns="0" bIns="0">
            <a:noAutofit/>
          </a:bodyPr>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de-AT" dirty="0"/>
              <a:t>Untertitel (Datum, Ort, Name, ...)</a:t>
            </a:r>
          </a:p>
        </p:txBody>
      </p:sp>
      <p:sp>
        <p:nvSpPr>
          <p:cNvPr id="40" name="Textplatzhalter 4">
            <a:extLst>
              <a:ext uri="{FF2B5EF4-FFF2-40B4-BE49-F238E27FC236}">
                <a16:creationId xmlns:a16="http://schemas.microsoft.com/office/drawing/2014/main" id="{7A5D3C4D-4D39-4C8C-BFBF-C78298318782}"/>
              </a:ext>
            </a:extLst>
          </p:cNvPr>
          <p:cNvSpPr>
            <a:spLocks noGrp="1"/>
          </p:cNvSpPr>
          <p:nvPr>
            <p:ph type="body" sz="quarter" idx="10" hasCustomPrompt="1"/>
            <p:custDataLst>
              <p:tags r:id="rId4"/>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5103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mit Bi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4BB5D645-0874-4ED8-A93C-F4A35806743C}"/>
              </a:ext>
              <a:ext uri="{C183D7F6-B498-43B3-948B-1728B52AA6E4}">
                <adec:decorative xmlns:adec="http://schemas.microsoft.com/office/drawing/2017/decorative" val="1"/>
              </a:ext>
            </a:extLst>
          </p:cNvPr>
          <p:cNvPicPr>
            <a:picLocks noChangeAspect="1"/>
          </p:cNvPicPr>
          <p:nvPr userDrawn="1">
            <p:custDataLst>
              <p:tags r:id="rId1"/>
            </p:custDataLst>
          </p:nvPr>
        </p:nvPicPr>
        <p:blipFill rotWithShape="1">
          <a:blip r:embed="rId8" cstate="screen">
            <a:extLst>
              <a:ext uri="{28A0092B-C50C-407E-A947-70E740481C1C}">
                <a14:useLocalDpi xmlns:a14="http://schemas.microsoft.com/office/drawing/2010/main"/>
              </a:ext>
            </a:extLst>
          </a:blip>
          <a:srcRect b="11502"/>
          <a:stretch/>
        </p:blipFill>
        <p:spPr>
          <a:xfrm>
            <a:off x="0" y="3312"/>
            <a:ext cx="12192000" cy="6063380"/>
          </a:xfrm>
          <a:prstGeom prst="rect">
            <a:avLst/>
          </a:prstGeom>
        </p:spPr>
      </p:pic>
      <p:pic>
        <p:nvPicPr>
          <p:cNvPr id="50" name="Grafik 49" descr="Logo der Technischen Universität Wien">
            <a:extLst>
              <a:ext uri="{FF2B5EF4-FFF2-40B4-BE49-F238E27FC236}">
                <a16:creationId xmlns:a16="http://schemas.microsoft.com/office/drawing/2014/main" id="{B9752043-E0A7-4A49-ABCE-FA89B17A8BB8}"/>
              </a:ext>
            </a:extLst>
          </p:cNvPr>
          <p:cNvPicPr/>
          <p:nvPr userDrawn="1">
            <p:custDataLst>
              <p:tags r:id="rId2"/>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68287" y="467692"/>
            <a:ext cx="1939882" cy="732952"/>
          </a:xfrm>
          <a:prstGeom prst="rect">
            <a:avLst/>
          </a:prstGeom>
        </p:spPr>
      </p:pic>
      <p:sp>
        <p:nvSpPr>
          <p:cNvPr id="2" name="Titel 1">
            <a:extLst>
              <a:ext uri="{FF2B5EF4-FFF2-40B4-BE49-F238E27FC236}">
                <a16:creationId xmlns:a16="http://schemas.microsoft.com/office/drawing/2014/main" id="{03701E1D-9FD1-42AD-91DE-DF5BA9B4DB6F}"/>
              </a:ext>
            </a:extLst>
          </p:cNvPr>
          <p:cNvSpPr>
            <a:spLocks noGrp="1"/>
          </p:cNvSpPr>
          <p:nvPr>
            <p:ph type="title" hasCustomPrompt="1"/>
            <p:custDataLst>
              <p:tags r:id="rId3"/>
            </p:custDataLst>
          </p:nvPr>
        </p:nvSpPr>
        <p:spPr bwMode="white">
          <a:xfrm>
            <a:off x="461963" y="4438899"/>
            <a:ext cx="10134599" cy="1039564"/>
          </a:xfrm>
        </p:spPr>
        <p:txBody>
          <a:bodyPr/>
          <a:lstStyle>
            <a:lvl1pPr>
              <a:defRPr>
                <a:solidFill>
                  <a:schemeClr val="bg1"/>
                </a:solidFill>
              </a:defRPr>
            </a:lvl1pPr>
          </a:lstStyle>
          <a:p>
            <a:r>
              <a:rPr lang="de-AT" dirty="0"/>
              <a:t>Titel</a:t>
            </a:r>
          </a:p>
        </p:txBody>
      </p:sp>
      <p:sp>
        <p:nvSpPr>
          <p:cNvPr id="7" name="Textplatzhalter 6">
            <a:extLst>
              <a:ext uri="{FF2B5EF4-FFF2-40B4-BE49-F238E27FC236}">
                <a16:creationId xmlns:a16="http://schemas.microsoft.com/office/drawing/2014/main" id="{6029DDD8-08D2-4AD9-B5F0-E6CCC5954B07}"/>
              </a:ext>
            </a:extLst>
          </p:cNvPr>
          <p:cNvSpPr>
            <a:spLocks noGrp="1"/>
          </p:cNvSpPr>
          <p:nvPr>
            <p:ph type="body" sz="quarter" idx="15" hasCustomPrompt="1"/>
            <p:custDataLst>
              <p:tags r:id="rId4"/>
            </p:custDataLst>
          </p:nvPr>
        </p:nvSpPr>
        <p:spPr>
          <a:xfrm>
            <a:off x="461963" y="5550408"/>
            <a:ext cx="10134600" cy="345566"/>
          </a:xfrm>
        </p:spPr>
        <p:txBody>
          <a:bodyPr/>
          <a:lstStyle>
            <a:lvl1pPr marL="0" indent="0">
              <a:buNone/>
              <a:defRPr sz="2400">
                <a:solidFill>
                  <a:schemeClr val="bg1"/>
                </a:solidFill>
              </a:defRPr>
            </a:lvl1pPr>
            <a:lvl2pPr marL="0" indent="0">
              <a:buNone/>
              <a:defRPr sz="2400">
                <a:solidFill>
                  <a:schemeClr val="bg1"/>
                </a:solidFill>
              </a:defRPr>
            </a:lvl2pPr>
            <a:lvl3pPr marL="269875" indent="0">
              <a:buNone/>
              <a:defRPr sz="2400">
                <a:solidFill>
                  <a:schemeClr val="bg1"/>
                </a:solidFill>
              </a:defRPr>
            </a:lvl3pPr>
            <a:lvl4pPr marL="538162" indent="0">
              <a:buNone/>
              <a:defRPr sz="2400">
                <a:solidFill>
                  <a:schemeClr val="bg1"/>
                </a:solidFill>
              </a:defRPr>
            </a:lvl4pPr>
            <a:lvl5pPr marL="903288" indent="0">
              <a:buNone/>
              <a:defRPr sz="2400">
                <a:solidFill>
                  <a:schemeClr val="bg1"/>
                </a:solidFill>
              </a:defRPr>
            </a:lvl5pPr>
          </a:lstStyle>
          <a:p>
            <a:pPr lvl="0"/>
            <a:r>
              <a:rPr lang="de-AT" dirty="0"/>
              <a:t>Untertitel (Datum, Ort, Name, ...)</a:t>
            </a:r>
          </a:p>
        </p:txBody>
      </p:sp>
      <p:sp>
        <p:nvSpPr>
          <p:cNvPr id="46" name="Textplatzhalter 42">
            <a:extLst>
              <a:ext uri="{FF2B5EF4-FFF2-40B4-BE49-F238E27FC236}">
                <a16:creationId xmlns:a16="http://schemas.microsoft.com/office/drawing/2014/main" id="{065FC1A0-E07C-4B15-AC25-3575EBB8EEAA}"/>
              </a:ext>
            </a:extLst>
          </p:cNvPr>
          <p:cNvSpPr>
            <a:spLocks noGrp="1"/>
          </p:cNvSpPr>
          <p:nvPr>
            <p:ph type="body" sz="quarter" idx="14" hasCustomPrompt="1"/>
            <p:custDataLst>
              <p:tags r:id="rId5"/>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48" name="Textplatzhalter 4">
            <a:extLst>
              <a:ext uri="{FF2B5EF4-FFF2-40B4-BE49-F238E27FC236}">
                <a16:creationId xmlns:a16="http://schemas.microsoft.com/office/drawing/2014/main" id="{178BDD75-53A6-43C6-8C0C-26F0514FCFC8}"/>
              </a:ext>
            </a:extLst>
          </p:cNvPr>
          <p:cNvSpPr>
            <a:spLocks noGrp="1"/>
          </p:cNvSpPr>
          <p:nvPr>
            <p:ph type="body" sz="quarter" idx="10" hasCustomPrompt="1"/>
            <p:custDataLst>
              <p:tags r:id="rId6"/>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529687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98735E1B-0541-4A0E-9FE3-B087FEBC9257}"/>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4" name="Titel 3">
            <a:extLst>
              <a:ext uri="{FF2B5EF4-FFF2-40B4-BE49-F238E27FC236}">
                <a16:creationId xmlns:a16="http://schemas.microsoft.com/office/drawing/2014/main" id="{26FE97BF-50D8-4DF7-BDB0-2CE0DB6CB7F9}"/>
              </a:ext>
            </a:extLst>
          </p:cNvPr>
          <p:cNvSpPr>
            <a:spLocks noGrp="1"/>
          </p:cNvSpPr>
          <p:nvPr>
            <p:ph type="title"/>
            <p:custDataLst>
              <p:tags r:id="rId2"/>
            </p:custDataLst>
          </p:nvPr>
        </p:nvSpPr>
        <p:spPr>
          <a:xfrm>
            <a:off x="1307065" y="1549399"/>
            <a:ext cx="928949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2628900"/>
            <a:ext cx="9288463" cy="3095625"/>
          </a:xfrm>
        </p:spPr>
        <p:txBody>
          <a:bodyPr/>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3" name="Textplatzhalter 6">
            <a:extLst>
              <a:ext uri="{FF2B5EF4-FFF2-40B4-BE49-F238E27FC236}">
                <a16:creationId xmlns:a16="http://schemas.microsoft.com/office/drawing/2014/main" id="{AB39C453-1E66-49C6-A96C-112E158D898D}"/>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243B606A-DCE3-4B26-81CB-18C2E897C839}"/>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20F75537-0A25-4CFA-A3B7-13DE6D8B980C}"/>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84496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ließtext 2-spalting">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A4D9C9F8-301E-4CFC-8B8A-DEDA2C5FE76E}"/>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D1800308-609F-43F8-A26B-1C8A6934DB39}"/>
              </a:ext>
            </a:extLst>
          </p:cNvPr>
          <p:cNvSpPr>
            <a:spLocks noGrp="1"/>
          </p:cNvSpPr>
          <p:nvPr>
            <p:ph type="title"/>
            <p:custDataLst>
              <p:tags r:id="rId2"/>
            </p:custDataLst>
          </p:nvPr>
        </p:nvSpPr>
        <p:spPr>
          <a:xfrm>
            <a:off x="1307065" y="1549399"/>
            <a:ext cx="928949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2628900"/>
            <a:ext cx="9288463" cy="3095625"/>
          </a:xfrm>
        </p:spPr>
        <p:txBody>
          <a:bodyPr numCol="2" spcCol="540000"/>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3" name="Textplatzhalter 6">
            <a:extLst>
              <a:ext uri="{FF2B5EF4-FFF2-40B4-BE49-F238E27FC236}">
                <a16:creationId xmlns:a16="http://schemas.microsoft.com/office/drawing/2014/main" id="{E46D94CB-4BAE-48DA-827F-D9056A475D34}"/>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D63E4034-6935-4B71-9A67-0E435E534DEB}"/>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1ED50658-ABE2-461D-84EF-37BA96365EA1}"/>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305470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4" name="Grafik 43" descr="Logo der Technischen Universität Wien">
            <a:extLst>
              <a:ext uri="{FF2B5EF4-FFF2-40B4-BE49-F238E27FC236}">
                <a16:creationId xmlns:a16="http://schemas.microsoft.com/office/drawing/2014/main" id="{A7466A94-84E9-488D-9FEA-54A799BB8F63}"/>
              </a:ext>
            </a:extLst>
          </p:cNvPr>
          <p:cNvPicPr/>
          <p:nvPr userDrawn="1">
            <p:custDataLst>
              <p:tags r:id="rId1"/>
            </p:custDataLst>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8287" y="466725"/>
            <a:ext cx="1939882" cy="734886"/>
          </a:xfrm>
          <a:prstGeom prst="rect">
            <a:avLst/>
          </a:prstGeom>
        </p:spPr>
      </p:pic>
      <p:sp>
        <p:nvSpPr>
          <p:cNvPr id="5" name="Titel 4">
            <a:extLst>
              <a:ext uri="{FF2B5EF4-FFF2-40B4-BE49-F238E27FC236}">
                <a16:creationId xmlns:a16="http://schemas.microsoft.com/office/drawing/2014/main" id="{7994A365-AC87-4177-BCC2-611ADD06E3C5}"/>
              </a:ext>
            </a:extLst>
          </p:cNvPr>
          <p:cNvSpPr>
            <a:spLocks noGrp="1"/>
          </p:cNvSpPr>
          <p:nvPr>
            <p:ph type="title"/>
            <p:custDataLst>
              <p:tags r:id="rId2"/>
            </p:custDataLst>
          </p:nvPr>
        </p:nvSpPr>
        <p:spPr>
          <a:xfrm>
            <a:off x="1307068" y="1549399"/>
            <a:ext cx="9578419" cy="828675"/>
          </a:xfrm>
        </p:spPr>
        <p:txBody>
          <a:bodyPr/>
          <a:lstStyle/>
          <a:p>
            <a:r>
              <a:rPr lang="en-US"/>
              <a:t>Click to edit Master title style</a:t>
            </a:r>
            <a:endParaRPr lang="de-AT" dirty="0"/>
          </a:p>
        </p:txBody>
      </p:sp>
      <p:sp>
        <p:nvSpPr>
          <p:cNvPr id="8" name="Textplatzhalter 5">
            <a:extLst>
              <a:ext uri="{FF2B5EF4-FFF2-40B4-BE49-F238E27FC236}">
                <a16:creationId xmlns:a16="http://schemas.microsoft.com/office/drawing/2014/main" id="{F29669C5-6473-4DB6-A3D0-5DBCA391D293}"/>
              </a:ext>
            </a:extLst>
          </p:cNvPr>
          <p:cNvSpPr>
            <a:spLocks noGrp="1"/>
          </p:cNvSpPr>
          <p:nvPr>
            <p:ph type="body" sz="quarter" idx="12" hasCustomPrompt="1"/>
            <p:custDataLst>
              <p:tags r:id="rId3"/>
            </p:custDataLst>
          </p:nvPr>
        </p:nvSpPr>
        <p:spPr>
          <a:xfrm>
            <a:off x="1307069" y="2628900"/>
            <a:ext cx="4465081" cy="3103562"/>
          </a:xfrm>
        </p:spPr>
        <p:txBody>
          <a:bodyPr/>
          <a:lstStyle>
            <a:lvl1pPr marL="0" indent="0">
              <a:buClr>
                <a:schemeClr val="tx2"/>
              </a:buClr>
              <a:buNone/>
              <a:defRPr b="1">
                <a:solidFill>
                  <a:schemeClr val="accent1"/>
                </a:solidFill>
              </a:defRPr>
            </a:lvl1pPr>
            <a:lvl2pPr marL="0" indent="0">
              <a:buClr>
                <a:schemeClr val="tx2"/>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6" name="Textplatzhalter 6">
            <a:extLst>
              <a:ext uri="{FF2B5EF4-FFF2-40B4-BE49-F238E27FC236}">
                <a16:creationId xmlns:a16="http://schemas.microsoft.com/office/drawing/2014/main" id="{914CD1B9-8EAD-4E64-B937-2191518FA7BA}"/>
              </a:ext>
            </a:extLst>
          </p:cNvPr>
          <p:cNvSpPr>
            <a:spLocks noGrp="1"/>
          </p:cNvSpPr>
          <p:nvPr>
            <p:ph type="body" sz="quarter" idx="16" hasCustomPrompt="1"/>
            <p:custDataLst>
              <p:tags r:id="rId4"/>
            </p:custDataLst>
          </p:nvPr>
        </p:nvSpPr>
        <p:spPr>
          <a:xfrm>
            <a:off x="1308100"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0" name="Textplatzhalter 5">
            <a:extLst>
              <a:ext uri="{FF2B5EF4-FFF2-40B4-BE49-F238E27FC236}">
                <a16:creationId xmlns:a16="http://schemas.microsoft.com/office/drawing/2014/main" id="{3467B23B-DD93-4CED-BBFA-9278E3AD6732}"/>
              </a:ext>
            </a:extLst>
          </p:cNvPr>
          <p:cNvSpPr>
            <a:spLocks noGrp="1"/>
          </p:cNvSpPr>
          <p:nvPr>
            <p:ph type="body" sz="quarter" idx="13" hasCustomPrompt="1"/>
            <p:custDataLst>
              <p:tags r:id="rId5"/>
            </p:custDataLst>
          </p:nvPr>
        </p:nvSpPr>
        <p:spPr>
          <a:xfrm>
            <a:off x="6418246" y="2628900"/>
            <a:ext cx="4465081" cy="3103562"/>
          </a:xfrm>
        </p:spPr>
        <p:txBody>
          <a:bodyPr/>
          <a:lstStyle>
            <a:lvl1pPr marL="0" indent="0">
              <a:buClr>
                <a:schemeClr val="tx2"/>
              </a:buClr>
              <a:buNone/>
              <a:defRPr b="1">
                <a:solidFill>
                  <a:schemeClr val="accent1"/>
                </a:solidFill>
              </a:defRPr>
            </a:lvl1pPr>
            <a:lvl2pPr marL="0" indent="0">
              <a:buClr>
                <a:schemeClr val="tx2"/>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40AACBD9-D144-47D8-BF22-75B6B84380F3}"/>
              </a:ext>
            </a:extLst>
          </p:cNvPr>
          <p:cNvSpPr>
            <a:spLocks noGrp="1"/>
          </p:cNvSpPr>
          <p:nvPr>
            <p:ph type="body" sz="quarter" idx="20" hasCustomPrompt="1"/>
            <p:custDataLst>
              <p:tags r:id="rId6"/>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D634CED7-D00E-4574-8CD5-1FA88AC3EA98}"/>
              </a:ext>
            </a:extLst>
          </p:cNvPr>
          <p:cNvSpPr>
            <a:spLocks noGrp="1"/>
          </p:cNvSpPr>
          <p:nvPr>
            <p:ph type="ftr" sz="quarter" idx="18"/>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2B125049-6367-4C75-8FB6-5DE528AB6A17}"/>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578669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schnitts-&#10;überschrift">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F00D7A92-5520-4010-997D-C3C16905376F}"/>
              </a:ext>
            </a:extLst>
          </p:cNvPr>
          <p:cNvPicPr/>
          <p:nvPr userDrawn="1">
            <p:custDataLst>
              <p:tags r:id="rId1"/>
            </p:custDataLst>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1241BC17-C220-4886-BD60-87072EB61113}"/>
              </a:ext>
            </a:extLst>
          </p:cNvPr>
          <p:cNvSpPr>
            <a:spLocks noGrp="1"/>
          </p:cNvSpPr>
          <p:nvPr>
            <p:ph type="title"/>
            <p:custDataLst>
              <p:tags r:id="rId2"/>
            </p:custDataLst>
          </p:nvPr>
        </p:nvSpPr>
        <p:spPr>
          <a:xfrm>
            <a:off x="1307065" y="1549399"/>
            <a:ext cx="9269084" cy="828675"/>
          </a:xfrm>
        </p:spPr>
        <p:txBody>
          <a:bodyPr/>
          <a:lstStyle/>
          <a:p>
            <a:r>
              <a:rPr lang="en-US"/>
              <a:t>Click to edit Master title style</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p:custDataLst>
              <p:tags r:id="rId3"/>
            </p:custDataLst>
          </p:nvPr>
        </p:nvSpPr>
        <p:spPr>
          <a:xfrm>
            <a:off x="1308100" y="2628900"/>
            <a:ext cx="926908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Fußzeilenplatzhalter 10">
            <a:extLst>
              <a:ext uri="{FF2B5EF4-FFF2-40B4-BE49-F238E27FC236}">
                <a16:creationId xmlns:a16="http://schemas.microsoft.com/office/drawing/2014/main" id="{A403E22A-F459-43A1-AB6C-BD735B41F161}"/>
              </a:ext>
            </a:extLst>
          </p:cNvPr>
          <p:cNvSpPr>
            <a:spLocks noGrp="1"/>
          </p:cNvSpPr>
          <p:nvPr>
            <p:ph type="ftr" sz="quarter" idx="10"/>
          </p:nvPr>
        </p:nvSpPr>
        <p:spPr/>
        <p:txBody>
          <a:bodyPr/>
          <a:lstStyle/>
          <a:p>
            <a:r>
              <a:rPr lang="de-AT"/>
              <a:t>Musterpräsentation | September 2021</a:t>
            </a:r>
            <a:endParaRPr lang="de-AT" dirty="0"/>
          </a:p>
        </p:txBody>
      </p:sp>
      <p:sp>
        <p:nvSpPr>
          <p:cNvPr id="12" name="Foliennummernplatzhalter 11">
            <a:extLst>
              <a:ext uri="{FF2B5EF4-FFF2-40B4-BE49-F238E27FC236}">
                <a16:creationId xmlns:a16="http://schemas.microsoft.com/office/drawing/2014/main" id="{B833629F-A04C-410B-858F-2375C6E7FB95}"/>
              </a:ext>
            </a:extLst>
          </p:cNvPr>
          <p:cNvSpPr>
            <a:spLocks noGrp="1"/>
          </p:cNvSpPr>
          <p:nvPr>
            <p:ph type="sldNum" sz="quarter" idx="11"/>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957113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Inhalte">
    <p:spTree>
      <p:nvGrpSpPr>
        <p:cNvPr id="1" name=""/>
        <p:cNvGrpSpPr/>
        <p:nvPr/>
      </p:nvGrpSpPr>
      <p:grpSpPr>
        <a:xfrm>
          <a:off x="0" y="0"/>
          <a:ext cx="0" cy="0"/>
          <a:chOff x="0" y="0"/>
          <a:chExt cx="0" cy="0"/>
        </a:xfrm>
      </p:grpSpPr>
      <p:pic>
        <p:nvPicPr>
          <p:cNvPr id="45" name="Grafik 44" descr="Logo der Technischen Universität Wien">
            <a:extLst>
              <a:ext uri="{FF2B5EF4-FFF2-40B4-BE49-F238E27FC236}">
                <a16:creationId xmlns:a16="http://schemas.microsoft.com/office/drawing/2014/main" id="{6EA20A8E-3CA3-4F5D-8861-97A51D3F6533}"/>
              </a:ext>
            </a:extLst>
          </p:cNvPr>
          <p:cNvPicPr/>
          <p:nvPr userDrawn="1">
            <p:custDataLst>
              <p:tags r:id="rId1"/>
            </p:custDataLst>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7069" y="2628900"/>
            <a:ext cx="4465082"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4" name="Textplatzhalter 6">
            <a:extLst>
              <a:ext uri="{FF2B5EF4-FFF2-40B4-BE49-F238E27FC236}">
                <a16:creationId xmlns:a16="http://schemas.microsoft.com/office/drawing/2014/main" id="{DBDE5BD8-2226-45B1-BEC6-F35C7B6AF32C}"/>
              </a:ext>
            </a:extLst>
          </p:cNvPr>
          <p:cNvSpPr>
            <a:spLocks noGrp="1"/>
          </p:cNvSpPr>
          <p:nvPr>
            <p:ph type="body" sz="quarter" idx="17"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6424937" y="2628900"/>
            <a:ext cx="4459997"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701ADA35-279E-492B-B021-30E7C8352F7A}"/>
              </a:ext>
            </a:extLst>
          </p:cNvPr>
          <p:cNvSpPr>
            <a:spLocks noGrp="1"/>
          </p:cNvSpPr>
          <p:nvPr>
            <p:ph type="body" sz="quarter" idx="20" hasCustomPrompt="1"/>
            <p:custDataLst>
              <p:tags r:id="rId6"/>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393690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Inhalte mit Titel und Zwischentitel">
    <p:spTree>
      <p:nvGrpSpPr>
        <p:cNvPr id="1" name=""/>
        <p:cNvGrpSpPr/>
        <p:nvPr/>
      </p:nvGrpSpPr>
      <p:grpSpPr>
        <a:xfrm>
          <a:off x="0" y="0"/>
          <a:ext cx="0" cy="0"/>
          <a:chOff x="0" y="0"/>
          <a:chExt cx="0" cy="0"/>
        </a:xfrm>
      </p:grpSpPr>
      <p:pic>
        <p:nvPicPr>
          <p:cNvPr id="48" name="Grafik 47" descr="Logo der Technischen Universität Wien">
            <a:extLst>
              <a:ext uri="{FF2B5EF4-FFF2-40B4-BE49-F238E27FC236}">
                <a16:creationId xmlns:a16="http://schemas.microsoft.com/office/drawing/2014/main" id="{0070AC2A-BF7C-4825-9DC2-F4E94C492039}"/>
              </a:ext>
            </a:extLst>
          </p:cNvPr>
          <p:cNvPicPr/>
          <p:nvPr userDrawn="1">
            <p:custDataLst>
              <p:tags r:id="rId1"/>
            </p:custDataLst>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5" name="Textplatzhalter 4">
            <a:extLst>
              <a:ext uri="{FF2B5EF4-FFF2-40B4-BE49-F238E27FC236}">
                <a16:creationId xmlns:a16="http://schemas.microsoft.com/office/drawing/2014/main" id="{EFEDB697-75F4-40C0-9433-E49B99644D2C}"/>
              </a:ext>
            </a:extLst>
          </p:cNvPr>
          <p:cNvSpPr>
            <a:spLocks noGrp="1"/>
          </p:cNvSpPr>
          <p:nvPr>
            <p:ph type="body" sz="quarter" idx="23" hasCustomPrompt="1"/>
            <p:custDataLst>
              <p:tags r:id="rId3"/>
            </p:custDataLst>
          </p:nvPr>
        </p:nvSpPr>
        <p:spPr>
          <a:xfrm>
            <a:off x="1306513" y="2635386"/>
            <a:ext cx="9578975" cy="412400"/>
          </a:xfrm>
        </p:spPr>
        <p:txBody>
          <a:bodyPr vert="horz" lIns="0" tIns="0" rIns="0" bIns="0" rtlCol="0">
            <a:noAutofit/>
          </a:bodyPr>
          <a:lstStyle>
            <a:lvl1pPr>
              <a:defRPr lang="de-DE" b="1" smtClean="0">
                <a:solidFill>
                  <a:schemeClr val="accent1"/>
                </a:solidFill>
              </a:defRPr>
            </a:lvl1pPr>
            <a:lvl2pPr>
              <a:defRPr lang="de-DE" smtClean="0"/>
            </a:lvl2pPr>
            <a:lvl3pPr>
              <a:defRPr lang="de-DE" smtClean="0"/>
            </a:lvl3pPr>
            <a:lvl4pPr>
              <a:defRPr lang="de-DE" smtClean="0"/>
            </a:lvl4pPr>
            <a:lvl5pPr>
              <a:defRPr lang="de-AT"/>
            </a:lvl5pPr>
          </a:lstStyle>
          <a:p>
            <a:pPr marL="0" lvl="0" indent="0">
              <a:buNone/>
            </a:pPr>
            <a:r>
              <a:rPr lang="de-AT" dirty="0"/>
              <a:t>Zwischentitel</a:t>
            </a:r>
          </a:p>
        </p:txBody>
      </p:sp>
      <p:sp>
        <p:nvSpPr>
          <p:cNvPr id="45" name="Inhaltsplatzhalter 2">
            <a:extLst>
              <a:ext uri="{FF2B5EF4-FFF2-40B4-BE49-F238E27FC236}">
                <a16:creationId xmlns:a16="http://schemas.microsoft.com/office/drawing/2014/main" id="{9824CDBD-05FF-44D6-AFB9-1597F69DA601}"/>
              </a:ext>
            </a:extLst>
          </p:cNvPr>
          <p:cNvSpPr>
            <a:spLocks noGrp="1"/>
          </p:cNvSpPr>
          <p:nvPr>
            <p:ph sz="half" idx="21" hasCustomPrompt="1"/>
            <p:custDataLst>
              <p:tags r:id="rId4"/>
            </p:custDataLst>
          </p:nvPr>
        </p:nvSpPr>
        <p:spPr>
          <a:xfrm>
            <a:off x="1307069" y="3047786"/>
            <a:ext cx="4465082" cy="267673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4" name="Textplatzhalter 6">
            <a:extLst>
              <a:ext uri="{FF2B5EF4-FFF2-40B4-BE49-F238E27FC236}">
                <a16:creationId xmlns:a16="http://schemas.microsoft.com/office/drawing/2014/main" id="{4BC4CB93-0EDA-40F6-A82A-7933C7369F62}"/>
              </a:ext>
            </a:extLst>
          </p:cNvPr>
          <p:cNvSpPr>
            <a:spLocks noGrp="1"/>
          </p:cNvSpPr>
          <p:nvPr>
            <p:ph type="body" sz="quarter" idx="17"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6" name="Inhaltsplatzhalter 3">
            <a:extLst>
              <a:ext uri="{FF2B5EF4-FFF2-40B4-BE49-F238E27FC236}">
                <a16:creationId xmlns:a16="http://schemas.microsoft.com/office/drawing/2014/main" id="{CF7679A8-5D7D-4C63-A562-FF2DD8258D52}"/>
              </a:ext>
            </a:extLst>
          </p:cNvPr>
          <p:cNvSpPr>
            <a:spLocks noGrp="1"/>
          </p:cNvSpPr>
          <p:nvPr>
            <p:ph sz="half" idx="22" hasCustomPrompt="1"/>
            <p:custDataLst>
              <p:tags r:id="rId6"/>
            </p:custDataLst>
          </p:nvPr>
        </p:nvSpPr>
        <p:spPr>
          <a:xfrm>
            <a:off x="6424937" y="3047786"/>
            <a:ext cx="4459997" cy="267673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7" name="Textplatzhalter 6">
            <a:extLst>
              <a:ext uri="{FF2B5EF4-FFF2-40B4-BE49-F238E27FC236}">
                <a16:creationId xmlns:a16="http://schemas.microsoft.com/office/drawing/2014/main" id="{049E4546-1F5E-4098-86E2-2AC2D6739014}"/>
              </a:ext>
            </a:extLst>
          </p:cNvPr>
          <p:cNvSpPr>
            <a:spLocks noGrp="1"/>
          </p:cNvSpPr>
          <p:nvPr>
            <p:ph type="body" sz="quarter" idx="20"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912992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Inhalte">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04A85C70-7CAB-4F95-9075-BECE02272E9D}"/>
              </a:ext>
            </a:extLst>
          </p:cNvPr>
          <p:cNvPicPr/>
          <p:nvPr userDrawn="1">
            <p:custDataLst>
              <p:tags r:id="rId1"/>
            </p:custDataLst>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1F24D4FE-3C5E-4183-ACAE-90DCD1944895}"/>
              </a:ext>
            </a:extLst>
          </p:cNvPr>
          <p:cNvSpPr>
            <a:spLocks noGrp="1"/>
          </p:cNvSpPr>
          <p:nvPr>
            <p:ph type="title"/>
            <p:custDataLst>
              <p:tags r:id="rId2"/>
            </p:custDataLst>
          </p:nvPr>
        </p:nvSpPr>
        <p:spPr>
          <a:xfrm>
            <a:off x="1307070" y="1549399"/>
            <a:ext cx="9578418"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7364"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9" name="Textplatzhalter 6">
            <a:extLst>
              <a:ext uri="{FF2B5EF4-FFF2-40B4-BE49-F238E27FC236}">
                <a16:creationId xmlns:a16="http://schemas.microsoft.com/office/drawing/2014/main" id="{6BCE82C1-419A-452A-A896-A11CD5E44833}"/>
              </a:ext>
            </a:extLst>
          </p:cNvPr>
          <p:cNvSpPr>
            <a:spLocks noGrp="1"/>
          </p:cNvSpPr>
          <p:nvPr>
            <p:ph type="body" sz="quarter" idx="18" hasCustomPrompt="1"/>
            <p:custDataLst>
              <p:tags r:id="rId4"/>
            </p:custDataLst>
          </p:nvPr>
        </p:nvSpPr>
        <p:spPr>
          <a:xfrm>
            <a:off x="1308099"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4656023"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0" name="Textplatzhalter 6">
            <a:extLst>
              <a:ext uri="{FF2B5EF4-FFF2-40B4-BE49-F238E27FC236}">
                <a16:creationId xmlns:a16="http://schemas.microsoft.com/office/drawing/2014/main" id="{60062EA2-CEBE-4CD2-886F-E7499AFB7832}"/>
              </a:ext>
            </a:extLst>
          </p:cNvPr>
          <p:cNvSpPr>
            <a:spLocks noGrp="1"/>
          </p:cNvSpPr>
          <p:nvPr>
            <p:ph type="body" sz="quarter" idx="19" hasCustomPrompt="1"/>
            <p:custDataLst>
              <p:tags r:id="rId6"/>
            </p:custDataLst>
          </p:nvPr>
        </p:nvSpPr>
        <p:spPr>
          <a:xfrm>
            <a:off x="4656023"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4" name="Inhaltsplatzhalter 3">
            <a:extLst>
              <a:ext uri="{FF2B5EF4-FFF2-40B4-BE49-F238E27FC236}">
                <a16:creationId xmlns:a16="http://schemas.microsoft.com/office/drawing/2014/main" id="{835A0ABB-9EF3-4E9D-B6E8-3A64CA54EFA3}"/>
              </a:ext>
            </a:extLst>
          </p:cNvPr>
          <p:cNvSpPr>
            <a:spLocks noGrp="1"/>
          </p:cNvSpPr>
          <p:nvPr>
            <p:ph sz="half" idx="17" hasCustomPrompt="1"/>
            <p:custDataLst>
              <p:tags r:id="rId7"/>
            </p:custDataLst>
          </p:nvPr>
        </p:nvSpPr>
        <p:spPr>
          <a:xfrm>
            <a:off x="8004683" y="2628900"/>
            <a:ext cx="2880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1" name="Textplatzhalter 6">
            <a:extLst>
              <a:ext uri="{FF2B5EF4-FFF2-40B4-BE49-F238E27FC236}">
                <a16:creationId xmlns:a16="http://schemas.microsoft.com/office/drawing/2014/main" id="{8A0E8162-B812-4DFA-A815-61AA72E5C157}"/>
              </a:ext>
            </a:extLst>
          </p:cNvPr>
          <p:cNvSpPr>
            <a:spLocks noGrp="1"/>
          </p:cNvSpPr>
          <p:nvPr>
            <p:ph type="body" sz="quarter" idx="20" hasCustomPrompt="1"/>
            <p:custDataLst>
              <p:tags r:id="rId8"/>
            </p:custDataLst>
          </p:nvPr>
        </p:nvSpPr>
        <p:spPr>
          <a:xfrm>
            <a:off x="8003901"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3027492-3CB4-4D02-9A01-189D75146616}"/>
              </a:ext>
            </a:extLst>
          </p:cNvPr>
          <p:cNvSpPr>
            <a:spLocks noGrp="1"/>
          </p:cNvSpPr>
          <p:nvPr>
            <p:ph type="ftr" sz="quarter" idx="15"/>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8BD27729-9276-4DB3-AF92-EA11DF36B7B7}"/>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789034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Inhalte mit 2 Überschriften">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099E51E9-DC66-419A-A177-526841A9308B}"/>
              </a:ext>
            </a:extLst>
          </p:cNvPr>
          <p:cNvPicPr/>
          <p:nvPr userDrawn="1">
            <p:custDataLst>
              <p:tags r:id="rId1"/>
            </p:custDataLst>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8287" y="466725"/>
            <a:ext cx="1939882" cy="734886"/>
          </a:xfrm>
          <a:prstGeom prst="rect">
            <a:avLst/>
          </a:prstGeom>
        </p:spPr>
      </p:pic>
      <p:sp>
        <p:nvSpPr>
          <p:cNvPr id="7" name="Foliennummernplatzhalter 6">
            <a:extLst>
              <a:ext uri="{FF2B5EF4-FFF2-40B4-BE49-F238E27FC236}">
                <a16:creationId xmlns:a16="http://schemas.microsoft.com/office/drawing/2014/main" id="{29B3A894-6582-4131-8E80-1DD0D8D21934}"/>
              </a:ext>
            </a:extLst>
          </p:cNvPr>
          <p:cNvSpPr>
            <a:spLocks noGrp="1"/>
          </p:cNvSpPr>
          <p:nvPr>
            <p:ph type="sldNum" sz="quarter" idx="17"/>
            <p:custDataLst>
              <p:tags r:id="rId2"/>
            </p:custDataLst>
          </p:nvPr>
        </p:nvSpPr>
        <p:spPr/>
        <p:txBody>
          <a:bodyPr/>
          <a:lstStyle/>
          <a:p>
            <a:fld id="{418F7AD7-DC47-44A0-A9D7-F1C17BFD6F09}" type="slidenum">
              <a:rPr lang="de-AT" smtClean="0"/>
              <a:pPr/>
              <a:t>‹#›</a:t>
            </a:fld>
            <a:endParaRPr lang="de-AT" dirty="0"/>
          </a:p>
        </p:txBody>
      </p:sp>
      <p:sp>
        <p:nvSpPr>
          <p:cNvPr id="44" name="Titel 43">
            <a:extLst>
              <a:ext uri="{FF2B5EF4-FFF2-40B4-BE49-F238E27FC236}">
                <a16:creationId xmlns:a16="http://schemas.microsoft.com/office/drawing/2014/main" id="{F963C0A1-5171-448F-A988-DE64FAB96000}"/>
              </a:ext>
            </a:extLst>
          </p:cNvPr>
          <p:cNvSpPr>
            <a:spLocks noGrp="1"/>
          </p:cNvSpPr>
          <p:nvPr>
            <p:ph type="title"/>
            <p:custDataLst>
              <p:tags r:id="rId3"/>
            </p:custDataLst>
          </p:nvPr>
        </p:nvSpPr>
        <p:spPr>
          <a:xfrm>
            <a:off x="1308101" y="1549399"/>
            <a:ext cx="4464050" cy="828675"/>
          </a:xfrm>
        </p:spPr>
        <p:txBody>
          <a:body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4"/>
            </p:custDataLst>
          </p:nvPr>
        </p:nvSpPr>
        <p:spPr>
          <a:xfrm>
            <a:off x="1308100" y="2628900"/>
            <a:ext cx="4464051"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5" name="Textplatzhalter 6">
            <a:extLst>
              <a:ext uri="{FF2B5EF4-FFF2-40B4-BE49-F238E27FC236}">
                <a16:creationId xmlns:a16="http://schemas.microsoft.com/office/drawing/2014/main" id="{F036BFB8-13F4-45C1-A152-0C4BA80C11B8}"/>
              </a:ext>
            </a:extLst>
          </p:cNvPr>
          <p:cNvSpPr>
            <a:spLocks noGrp="1"/>
          </p:cNvSpPr>
          <p:nvPr>
            <p:ph type="body" sz="quarter" idx="18"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Textplatzhalter 4">
            <a:extLst>
              <a:ext uri="{FF2B5EF4-FFF2-40B4-BE49-F238E27FC236}">
                <a16:creationId xmlns:a16="http://schemas.microsoft.com/office/drawing/2014/main" id="{090A6531-1A5C-4E36-808F-D401F287FCB8}"/>
              </a:ext>
            </a:extLst>
          </p:cNvPr>
          <p:cNvSpPr>
            <a:spLocks noGrp="1"/>
          </p:cNvSpPr>
          <p:nvPr>
            <p:ph type="body" sz="quarter" idx="11" hasCustomPrompt="1"/>
            <p:custDataLst>
              <p:tags r:id="rId6"/>
            </p:custDataLst>
          </p:nvPr>
        </p:nvSpPr>
        <p:spPr bwMode="gray">
          <a:xfrm>
            <a:off x="6419849" y="1549401"/>
            <a:ext cx="4464000" cy="828674"/>
          </a:xfrm>
        </p:spPr>
        <p:txBody>
          <a:bodyPr anchor="b"/>
          <a:lstStyle>
            <a:lvl1pPr marL="0" indent="0">
              <a:buNone/>
              <a:defRPr sz="3200" b="1">
                <a:solidFill>
                  <a:schemeClr val="accent1"/>
                </a:solidFill>
              </a:defRPr>
            </a:lvl1pPr>
          </a:lstStyle>
          <a:p>
            <a:pPr lvl="0"/>
            <a:r>
              <a:rPr lang="de-AT" dirty="0"/>
              <a:t>Titel kurz</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7"/>
            </p:custDataLst>
          </p:nvPr>
        </p:nvSpPr>
        <p:spPr>
          <a:xfrm>
            <a:off x="6419849" y="2628900"/>
            <a:ext cx="4464000" cy="310356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48" name="Textplatzhalter 6">
            <a:extLst>
              <a:ext uri="{FF2B5EF4-FFF2-40B4-BE49-F238E27FC236}">
                <a16:creationId xmlns:a16="http://schemas.microsoft.com/office/drawing/2014/main" id="{EDFB22B7-5CFA-40C9-876A-2EEB5D5B9329}"/>
              </a:ext>
            </a:extLst>
          </p:cNvPr>
          <p:cNvSpPr>
            <a:spLocks noGrp="1"/>
          </p:cNvSpPr>
          <p:nvPr>
            <p:ph type="body" sz="quarter" idx="20" hasCustomPrompt="1"/>
            <p:custDataLst>
              <p:tags r:id="rId8"/>
            </p:custDataLst>
          </p:nvPr>
        </p:nvSpPr>
        <p:spPr>
          <a:xfrm>
            <a:off x="6419327"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01645802-C8CA-46DF-993F-A4B3CBA5C158}"/>
              </a:ext>
            </a:extLst>
          </p:cNvPr>
          <p:cNvSpPr>
            <a:spLocks noGrp="1"/>
          </p:cNvSpPr>
          <p:nvPr>
            <p:ph type="ftr" sz="quarter" idx="16"/>
          </p:nvPr>
        </p:nvSpPr>
        <p:spPr/>
        <p:txBody>
          <a:bodyPr/>
          <a:lstStyle/>
          <a:p>
            <a:r>
              <a:rPr lang="de-AT"/>
              <a:t>Musterpräsentation | September 2021</a:t>
            </a:r>
            <a:endParaRPr lang="de-AT" dirty="0"/>
          </a:p>
        </p:txBody>
      </p:sp>
    </p:spTree>
    <p:extLst>
      <p:ext uri="{BB962C8B-B14F-4D97-AF65-F5344CB8AC3E}">
        <p14:creationId xmlns:p14="http://schemas.microsoft.com/office/powerpoint/2010/main" val="213990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und Bild groß">
    <p:spTree>
      <p:nvGrpSpPr>
        <p:cNvPr id="1" name=""/>
        <p:cNvGrpSpPr/>
        <p:nvPr/>
      </p:nvGrpSpPr>
      <p:grpSpPr>
        <a:xfrm>
          <a:off x="0" y="0"/>
          <a:ext cx="0" cy="0"/>
          <a:chOff x="0" y="0"/>
          <a:chExt cx="0" cy="0"/>
        </a:xfrm>
      </p:grpSpPr>
      <p:pic>
        <p:nvPicPr>
          <p:cNvPr id="44" name="Grafik 43" descr="Logo der Technischen Universität Wien">
            <a:extLst>
              <a:ext uri="{FF2B5EF4-FFF2-40B4-BE49-F238E27FC236}">
                <a16:creationId xmlns:a16="http://schemas.microsoft.com/office/drawing/2014/main" id="{6F6E8048-A8A6-40D6-9F76-8C1F76FD6D30}"/>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2" name="Titel 1">
            <a:extLst>
              <a:ext uri="{FF2B5EF4-FFF2-40B4-BE49-F238E27FC236}">
                <a16:creationId xmlns:a16="http://schemas.microsoft.com/office/drawing/2014/main" id="{33818965-B1EA-4BB7-B603-FBD6BFB823F3}"/>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32750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466724"/>
            <a:ext cx="5292725" cy="5257801"/>
          </a:xfrm>
        </p:spPr>
        <p:txBody>
          <a:bodyPr/>
          <a:lstStyle>
            <a:lvl1pPr marL="0" indent="0">
              <a:buNone/>
              <a:defRPr/>
            </a:lvl1pPr>
          </a:lstStyle>
          <a:p>
            <a:r>
              <a:rPr lang="en-US"/>
              <a:t>Click icon to add picture</a:t>
            </a:r>
            <a:endParaRPr lang="de-AT" dirty="0"/>
          </a:p>
        </p:txBody>
      </p:sp>
      <p:sp>
        <p:nvSpPr>
          <p:cNvPr id="43" name="Textplatzhalter 6">
            <a:extLst>
              <a:ext uri="{FF2B5EF4-FFF2-40B4-BE49-F238E27FC236}">
                <a16:creationId xmlns:a16="http://schemas.microsoft.com/office/drawing/2014/main" id="{D7E7DD6B-7A49-46D6-9B77-F3D80A663AC4}"/>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6498FEE5-0E49-40F0-A7F3-0900FB3D0710}"/>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B03C87CB-D750-4CCA-B59C-9E8CA49429C9}"/>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722140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und Bild Querformat">
    <p:spTree>
      <p:nvGrpSpPr>
        <p:cNvPr id="1" name=""/>
        <p:cNvGrpSpPr/>
        <p:nvPr/>
      </p:nvGrpSpPr>
      <p:grpSpPr>
        <a:xfrm>
          <a:off x="0" y="0"/>
          <a:ext cx="0" cy="0"/>
          <a:chOff x="0" y="0"/>
          <a:chExt cx="0" cy="0"/>
        </a:xfrm>
      </p:grpSpPr>
      <p:pic>
        <p:nvPicPr>
          <p:cNvPr id="46" name="Grafik 45" descr="Logo der Technischen Universität Wien">
            <a:extLst>
              <a:ext uri="{FF2B5EF4-FFF2-40B4-BE49-F238E27FC236}">
                <a16:creationId xmlns:a16="http://schemas.microsoft.com/office/drawing/2014/main" id="{8255916F-C74A-4F99-B096-58397C68C15E}"/>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5" name="Titel 4">
            <a:extLst>
              <a:ext uri="{FF2B5EF4-FFF2-40B4-BE49-F238E27FC236}">
                <a16:creationId xmlns:a16="http://schemas.microsoft.com/office/drawing/2014/main" id="{23A681F0-FCE5-4B65-9CC1-B94D7109D7CD}"/>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2455862"/>
          </a:xfrm>
        </p:spPr>
        <p:txBody>
          <a:bodyPr/>
          <a:lstStyle>
            <a:lvl1pPr>
              <a:buClr>
                <a:schemeClr val="accent1"/>
              </a:buClr>
              <a:defRPr lang="de-AT" dirty="0"/>
            </a:lvl1pPr>
            <a:lvl2pPr>
              <a:buClr>
                <a:schemeClr val="accent1"/>
              </a:buClr>
              <a:defRPr lang="de-AT" dirty="0"/>
            </a:lvl2pPr>
            <a:lvl3pPr>
              <a:buClr>
                <a:schemeClr val="accent1"/>
              </a:buClr>
              <a:defRPr lang="de-AT" dirty="0"/>
            </a:lvl3pPr>
            <a:lvl4pPr>
              <a:buClr>
                <a:schemeClr val="accent1"/>
              </a:buClr>
              <a:defRPr lang="de-AT" dirty="0"/>
            </a:lvl4pPr>
            <a:lvl5pPr>
              <a:buClr>
                <a:schemeClr val="accent1"/>
              </a:buClr>
              <a:defRPr lang="de-AT" dirty="0"/>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1549400"/>
            <a:ext cx="5292725" cy="3527425"/>
          </a:xfrm>
        </p:spPr>
        <p:txBody>
          <a:bodyPr/>
          <a:lstStyle>
            <a:lvl1pPr marL="0" indent="0">
              <a:buNone/>
              <a:defRPr/>
            </a:lvl1pPr>
          </a:lstStyle>
          <a:p>
            <a:r>
              <a:rPr lang="en-US"/>
              <a:t>Click icon to add picture</a:t>
            </a:r>
            <a:endParaRPr lang="de-AT" dirty="0"/>
          </a:p>
        </p:txBody>
      </p:sp>
      <p:sp>
        <p:nvSpPr>
          <p:cNvPr id="43" name="Textplatzhalter 6">
            <a:extLst>
              <a:ext uri="{FF2B5EF4-FFF2-40B4-BE49-F238E27FC236}">
                <a16:creationId xmlns:a16="http://schemas.microsoft.com/office/drawing/2014/main" id="{3C366575-A0E1-435D-B2F7-A633BB9BA970}"/>
              </a:ext>
            </a:extLst>
          </p:cNvPr>
          <p:cNvSpPr>
            <a:spLocks noGrp="1"/>
          </p:cNvSpPr>
          <p:nvPr>
            <p:ph type="body" sz="quarter" idx="20" hasCustomPrompt="1"/>
            <p:custDataLst>
              <p:tags r:id="rId5"/>
            </p:custDataLst>
          </p:nvPr>
        </p:nvSpPr>
        <p:spPr>
          <a:xfrm>
            <a:off x="6422935" y="5139015"/>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DAF7C3B0-C23A-4FDF-A6AF-F0A70F586791}"/>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E6F37747-6725-4A2E-9A78-7D0CB46DB205}"/>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430138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pic>
        <p:nvPicPr>
          <p:cNvPr id="42" name="Grafik 41" descr="Logo der Technischen Universität Wien">
            <a:extLst>
              <a:ext uri="{FF2B5EF4-FFF2-40B4-BE49-F238E27FC236}">
                <a16:creationId xmlns:a16="http://schemas.microsoft.com/office/drawing/2014/main" id="{01CD9B7C-68E1-417F-A205-77F00F0A1E1F}"/>
              </a:ext>
            </a:extLst>
          </p:cNvPr>
          <p:cNvPicPr/>
          <p:nvPr userDrawn="1">
            <p:custDataLst>
              <p:tags r:id="rId1"/>
            </p:custDataLst>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68287" y="466725"/>
            <a:ext cx="1939882" cy="734886"/>
          </a:xfrm>
          <a:prstGeom prst="rect">
            <a:avLst/>
          </a:prstGeom>
        </p:spPr>
      </p:pic>
      <p:sp>
        <p:nvSpPr>
          <p:cNvPr id="43" name="Titel 42">
            <a:extLst>
              <a:ext uri="{FF2B5EF4-FFF2-40B4-BE49-F238E27FC236}">
                <a16:creationId xmlns:a16="http://schemas.microsoft.com/office/drawing/2014/main" id="{257E20E4-5915-449A-9EAF-02177CB5A4F4}"/>
              </a:ext>
            </a:extLst>
          </p:cNvPr>
          <p:cNvSpPr>
            <a:spLocks noGrp="1"/>
          </p:cNvSpPr>
          <p:nvPr>
            <p:ph type="title"/>
            <p:custDataLst>
              <p:tags r:id="rId2"/>
            </p:custDataLst>
          </p:nvPr>
        </p:nvSpPr>
        <p:spPr/>
        <p:txBody>
          <a:bodyPr/>
          <a:lstStyle/>
          <a:p>
            <a:r>
              <a:rPr lang="en-US"/>
              <a:t>Click to edit Master title style</a:t>
            </a:r>
            <a:endParaRPr lang="de-AT" dirty="0"/>
          </a:p>
        </p:txBody>
      </p:sp>
      <p:sp>
        <p:nvSpPr>
          <p:cNvPr id="7" name="Tabellenplatzhalter 6">
            <a:extLst>
              <a:ext uri="{FF2B5EF4-FFF2-40B4-BE49-F238E27FC236}">
                <a16:creationId xmlns:a16="http://schemas.microsoft.com/office/drawing/2014/main" id="{16875FCD-3D13-4E90-B3E6-1E014D587D9B}"/>
              </a:ext>
            </a:extLst>
          </p:cNvPr>
          <p:cNvSpPr>
            <a:spLocks noGrp="1"/>
          </p:cNvSpPr>
          <p:nvPr>
            <p:ph type="tbl" sz="quarter" idx="11"/>
            <p:custDataLst>
              <p:tags r:id="rId3"/>
            </p:custDataLst>
          </p:nvPr>
        </p:nvSpPr>
        <p:spPr>
          <a:xfrm>
            <a:off x="1307069" y="2628900"/>
            <a:ext cx="10405506" cy="3103562"/>
          </a:xfrm>
        </p:spPr>
        <p:txBody>
          <a:bodyPr/>
          <a:lstStyle>
            <a:lvl1pPr marL="0" indent="0">
              <a:buNone/>
              <a:defRPr/>
            </a:lvl1pPr>
          </a:lstStyle>
          <a:p>
            <a:r>
              <a:rPr lang="en-US"/>
              <a:t>Click icon to add table</a:t>
            </a:r>
            <a:endParaRPr lang="de-AT" dirty="0"/>
          </a:p>
        </p:txBody>
      </p:sp>
      <p:sp>
        <p:nvSpPr>
          <p:cNvPr id="44" name="Textplatzhalter 6">
            <a:extLst>
              <a:ext uri="{FF2B5EF4-FFF2-40B4-BE49-F238E27FC236}">
                <a16:creationId xmlns:a16="http://schemas.microsoft.com/office/drawing/2014/main" id="{477C37F3-41FF-4F9C-879D-61D49123C46A}"/>
              </a:ext>
            </a:extLst>
          </p:cNvPr>
          <p:cNvSpPr>
            <a:spLocks noGrp="1"/>
          </p:cNvSpPr>
          <p:nvPr>
            <p:ph type="body" sz="quarter" idx="18" hasCustomPrompt="1"/>
            <p:custDataLst>
              <p:tags r:id="rId4"/>
            </p:custDataLst>
          </p:nvPr>
        </p:nvSpPr>
        <p:spPr>
          <a:xfrm>
            <a:off x="1308099" y="5795962"/>
            <a:ext cx="1040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Fußzeilenplatzhalter 3">
            <a:extLst>
              <a:ext uri="{FF2B5EF4-FFF2-40B4-BE49-F238E27FC236}">
                <a16:creationId xmlns:a16="http://schemas.microsoft.com/office/drawing/2014/main" id="{2A144BF2-C4EA-4914-B417-C39C63944825}"/>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02E67494-E528-4F3B-BF5C-BED8288A0989}"/>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927438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und Diagramm">
    <p:spTree>
      <p:nvGrpSpPr>
        <p:cNvPr id="1" name=""/>
        <p:cNvGrpSpPr/>
        <p:nvPr/>
      </p:nvGrpSpPr>
      <p:grpSpPr>
        <a:xfrm>
          <a:off x="0" y="0"/>
          <a:ext cx="0" cy="0"/>
          <a:chOff x="0" y="0"/>
          <a:chExt cx="0" cy="0"/>
        </a:xfrm>
      </p:grpSpPr>
      <p:pic>
        <p:nvPicPr>
          <p:cNvPr id="45" name="Grafik 44" descr="Logo der Technischen Universität Wien">
            <a:extLst>
              <a:ext uri="{FF2B5EF4-FFF2-40B4-BE49-F238E27FC236}">
                <a16:creationId xmlns:a16="http://schemas.microsoft.com/office/drawing/2014/main" id="{A3C39FBE-5949-4D36-BF84-EE4617A28BE0}"/>
              </a:ext>
            </a:extLst>
          </p:cNvPr>
          <p:cNvPicPr/>
          <p:nvPr userDrawn="1">
            <p:custDataLst>
              <p:tags r:id="rId1"/>
            </p:custDataLst>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87" y="466725"/>
            <a:ext cx="1939882" cy="734886"/>
          </a:xfrm>
          <a:prstGeom prst="rect">
            <a:avLst/>
          </a:prstGeom>
        </p:spPr>
      </p:pic>
      <p:sp>
        <p:nvSpPr>
          <p:cNvPr id="6" name="Titel 5">
            <a:extLst>
              <a:ext uri="{FF2B5EF4-FFF2-40B4-BE49-F238E27FC236}">
                <a16:creationId xmlns:a16="http://schemas.microsoft.com/office/drawing/2014/main" id="{6C00A8C0-0C94-4283-B6B6-E3602A0E62F2}"/>
              </a:ext>
            </a:extLst>
          </p:cNvPr>
          <p:cNvSpPr>
            <a:spLocks noGrp="1"/>
          </p:cNvSpPr>
          <p:nvPr>
            <p:ph type="title"/>
            <p:custDataLst>
              <p:tags r:id="rId2"/>
            </p:custDataLst>
          </p:nvPr>
        </p:nvSpPr>
        <p:spPr>
          <a:xfrm>
            <a:off x="1308101" y="1549399"/>
            <a:ext cx="4464050" cy="828675"/>
          </a:xfrm>
        </p:spPr>
        <p:txBody>
          <a:body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2628900"/>
            <a:ext cx="4464050" cy="327501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3" name="Diagrammplatzhalter 2">
            <a:extLst>
              <a:ext uri="{FF2B5EF4-FFF2-40B4-BE49-F238E27FC236}">
                <a16:creationId xmlns:a16="http://schemas.microsoft.com/office/drawing/2014/main" id="{32E0DB4B-5F1B-42DD-83CB-F2653DB6A8BB}"/>
              </a:ext>
            </a:extLst>
          </p:cNvPr>
          <p:cNvSpPr>
            <a:spLocks noGrp="1"/>
          </p:cNvSpPr>
          <p:nvPr>
            <p:ph type="chart" sz="quarter" idx="14"/>
            <p:custDataLst>
              <p:tags r:id="rId4"/>
            </p:custDataLst>
          </p:nvPr>
        </p:nvSpPr>
        <p:spPr>
          <a:xfrm>
            <a:off x="6419850" y="1209674"/>
            <a:ext cx="5292725" cy="4514851"/>
          </a:xfrm>
        </p:spPr>
        <p:txBody>
          <a:bodyPr/>
          <a:lstStyle>
            <a:lvl1pPr marL="0" indent="0">
              <a:buNone/>
              <a:defRPr/>
            </a:lvl1pPr>
          </a:lstStyle>
          <a:p>
            <a:r>
              <a:rPr lang="en-US"/>
              <a:t>Click icon to add chart</a:t>
            </a:r>
            <a:endParaRPr lang="de-AT" dirty="0"/>
          </a:p>
        </p:txBody>
      </p:sp>
      <p:sp>
        <p:nvSpPr>
          <p:cNvPr id="43" name="Textplatzhalter 6">
            <a:extLst>
              <a:ext uri="{FF2B5EF4-FFF2-40B4-BE49-F238E27FC236}">
                <a16:creationId xmlns:a16="http://schemas.microsoft.com/office/drawing/2014/main" id="{C2ADED94-8356-4555-85DB-EBCA122F7F78}"/>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3AF8834E-16B1-4EE9-8DF7-FA1E2F51D028}"/>
              </a:ext>
            </a:extLst>
          </p:cNvPr>
          <p:cNvSpPr>
            <a:spLocks noGrp="1"/>
          </p:cNvSpPr>
          <p:nvPr>
            <p:ph type="ftr" sz="quarter" idx="15"/>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76AD5D1-50CA-4899-9199-1E0698A40712}"/>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81991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Video">
    <p:bg bwMode="gray">
      <p:bgPr>
        <a:solidFill>
          <a:schemeClr val="tx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1"/>
            </p:custDataLst>
          </p:nvPr>
        </p:nvSpPr>
        <p:spPr>
          <a:xfrm>
            <a:off x="822961" y="195048"/>
            <a:ext cx="10469880" cy="507896"/>
          </a:xfrm>
        </p:spPr>
        <p:txBody>
          <a:bodyPr/>
          <a:lstStyle>
            <a:lvl1pPr>
              <a:defRPr>
                <a:solidFill>
                  <a:schemeClr val="bg1"/>
                </a:solidFill>
              </a:defRPr>
            </a:lvl1pPr>
          </a:lstStyle>
          <a:p>
            <a:r>
              <a:rPr lang="en-US"/>
              <a:t>Click to edit Master title style</a:t>
            </a:r>
            <a:endParaRPr lang="de-AT" dirty="0"/>
          </a:p>
        </p:txBody>
      </p:sp>
      <p:sp>
        <p:nvSpPr>
          <p:cNvPr id="8" name="Medienplatzhalter 7">
            <a:extLst>
              <a:ext uri="{FF2B5EF4-FFF2-40B4-BE49-F238E27FC236}">
                <a16:creationId xmlns:a16="http://schemas.microsoft.com/office/drawing/2014/main" id="{9DB15156-AFEA-490A-9AB3-282980DCE6BB}"/>
              </a:ext>
            </a:extLst>
          </p:cNvPr>
          <p:cNvSpPr>
            <a:spLocks noGrp="1"/>
          </p:cNvSpPr>
          <p:nvPr>
            <p:ph type="media" sz="quarter" idx="11"/>
            <p:custDataLst>
              <p:tags r:id="rId2"/>
            </p:custDataLst>
          </p:nvPr>
        </p:nvSpPr>
        <p:spPr>
          <a:xfrm>
            <a:off x="838200" y="860793"/>
            <a:ext cx="10454640" cy="5179859"/>
          </a:xfrm>
        </p:spPr>
        <p:txBody>
          <a:bodyPr/>
          <a:lstStyle>
            <a:lvl1pPr marL="0" indent="0">
              <a:buNone/>
              <a:defRPr>
                <a:solidFill>
                  <a:schemeClr val="bg1"/>
                </a:solidFill>
              </a:defRPr>
            </a:lvl1pPr>
          </a:lstStyle>
          <a:p>
            <a:r>
              <a:rPr lang="en-US"/>
              <a:t>Click icon to add media</a:t>
            </a:r>
            <a:endParaRPr lang="de-AT" dirty="0"/>
          </a:p>
        </p:txBody>
      </p:sp>
      <p:sp>
        <p:nvSpPr>
          <p:cNvPr id="10" name="Textplatzhalter 6">
            <a:extLst>
              <a:ext uri="{FF2B5EF4-FFF2-40B4-BE49-F238E27FC236}">
                <a16:creationId xmlns:a16="http://schemas.microsoft.com/office/drawing/2014/main" id="{023AC317-B486-4CC7-B5B5-23C174489D1B}"/>
              </a:ext>
            </a:extLst>
          </p:cNvPr>
          <p:cNvSpPr>
            <a:spLocks noGrp="1"/>
          </p:cNvSpPr>
          <p:nvPr>
            <p:ph type="body" sz="quarter" idx="20" hasCustomPrompt="1"/>
            <p:custDataLst>
              <p:tags r:id="rId3"/>
            </p:custDataLst>
          </p:nvPr>
        </p:nvSpPr>
        <p:spPr>
          <a:xfrm>
            <a:off x="6422935" y="6082240"/>
            <a:ext cx="4869905" cy="100013"/>
          </a:xfrm>
        </p:spPr>
        <p:txBody>
          <a:bodyPr anchor="b"/>
          <a:lstStyle>
            <a:lvl1pPr marL="0" indent="0">
              <a:buNone/>
              <a:defRPr sz="800" cap="all" baseline="0">
                <a:solidFill>
                  <a:schemeClr val="bg1"/>
                </a:solidFill>
              </a:defRPr>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730932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Zitat etc.">
    <p:bg bwMode="gray">
      <p:bgPr>
        <a:solidFill>
          <a:schemeClr val="tx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1"/>
            </p:custDataLst>
          </p:nvPr>
        </p:nvSpPr>
        <p:spPr>
          <a:xfrm>
            <a:off x="1308100" y="1209676"/>
            <a:ext cx="9577388" cy="3099778"/>
          </a:xfrm>
        </p:spPr>
        <p:txBody>
          <a:bodyPr anchor="ctr"/>
          <a:lstStyle>
            <a:lvl1pPr algn="ctr">
              <a:defRPr sz="4000">
                <a:solidFill>
                  <a:schemeClr val="bg1"/>
                </a:solidFill>
              </a:defRPr>
            </a:lvl1pPr>
          </a:lstStyle>
          <a:p>
            <a:r>
              <a:rPr lang="en-US"/>
              <a:t>Click to edit Master title style</a:t>
            </a:r>
            <a:endParaRPr lang="de-AT" dirty="0"/>
          </a:p>
        </p:txBody>
      </p:sp>
      <p:sp>
        <p:nvSpPr>
          <p:cNvPr id="5" name="Textplatzhalter 4">
            <a:extLst>
              <a:ext uri="{FF2B5EF4-FFF2-40B4-BE49-F238E27FC236}">
                <a16:creationId xmlns:a16="http://schemas.microsoft.com/office/drawing/2014/main" id="{1B6E97C2-5489-4CD9-873E-EF97AACF8A28}"/>
              </a:ext>
            </a:extLst>
          </p:cNvPr>
          <p:cNvSpPr>
            <a:spLocks noGrp="1"/>
          </p:cNvSpPr>
          <p:nvPr>
            <p:ph type="body" sz="quarter" idx="16"/>
          </p:nvPr>
        </p:nvSpPr>
        <p:spPr>
          <a:xfrm>
            <a:off x="6232525" y="4503737"/>
            <a:ext cx="4652963" cy="573088"/>
          </a:xfrm>
        </p:spPr>
        <p:txBody>
          <a:bodyPr/>
          <a:lstStyle>
            <a:lvl1pPr marL="0" indent="0" algn="r">
              <a:buNone/>
              <a:defRPr sz="1800">
                <a:solidFill>
                  <a:schemeClr val="bg1"/>
                </a:solidFill>
              </a:defRPr>
            </a:lvl1pPr>
            <a:lvl2pPr algn="r">
              <a:defRPr sz="16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a:t>Click to edit Master text styles</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95621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
    <p:bg>
      <p:bgRef idx="1001">
        <a:schemeClr val="bg1"/>
      </p:bgRef>
    </p:bg>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88835D5-7CB1-4717-895C-F6ACBDD1151E}"/>
              </a:ext>
            </a:extLst>
          </p:cNvPr>
          <p:cNvSpPr>
            <a:spLocks noGrp="1"/>
          </p:cNvSpPr>
          <p:nvPr>
            <p:ph type="pic" sz="quarter" idx="16"/>
            <p:custDataLst>
              <p:tags r:id="rId1"/>
            </p:custDataLst>
          </p:nvPr>
        </p:nvSpPr>
        <p:spPr>
          <a:xfrm>
            <a:off x="0" y="0"/>
            <a:ext cx="12192000" cy="6063380"/>
          </a:xfrm>
          <a:solidFill>
            <a:schemeClr val="bg1">
              <a:lumMod val="75000"/>
            </a:schemeClr>
          </a:solidFill>
          <a:ln>
            <a:noFill/>
          </a:ln>
        </p:spPr>
        <p:txBody>
          <a:bodyPr/>
          <a:lstStyle>
            <a:lvl1pPr marL="0" indent="0">
              <a:buNone/>
              <a:defRPr/>
            </a:lvl1pPr>
          </a:lstStyle>
          <a:p>
            <a:r>
              <a:rPr lang="en-US"/>
              <a:t>Click icon to add picture</a:t>
            </a:r>
            <a:endParaRPr lang="de-AT" dirty="0"/>
          </a:p>
        </p:txBody>
      </p:sp>
      <p:sp>
        <p:nvSpPr>
          <p:cNvPr id="13" name="Titel 12">
            <a:extLst>
              <a:ext uri="{FF2B5EF4-FFF2-40B4-BE49-F238E27FC236}">
                <a16:creationId xmlns:a16="http://schemas.microsoft.com/office/drawing/2014/main" id="{DE750BCC-5617-4E30-A125-B426A9710263}"/>
              </a:ext>
            </a:extLst>
          </p:cNvPr>
          <p:cNvSpPr>
            <a:spLocks noGrp="1"/>
          </p:cNvSpPr>
          <p:nvPr>
            <p:ph type="title"/>
            <p:custDataLst>
              <p:tags r:id="rId2"/>
            </p:custDataLst>
          </p:nvPr>
        </p:nvSpPr>
        <p:spPr>
          <a:xfrm>
            <a:off x="822961" y="195048"/>
            <a:ext cx="10469880" cy="507896"/>
          </a:xfrm>
        </p:spPr>
        <p:txBody>
          <a:bodyPr/>
          <a:lstStyle>
            <a:lvl1pPr>
              <a:defRPr>
                <a:solidFill>
                  <a:schemeClr val="bg1"/>
                </a:solidFill>
              </a:defRPr>
            </a:lvl1pPr>
          </a:lstStyle>
          <a:p>
            <a:r>
              <a:rPr lang="en-US"/>
              <a:t>Click to edit Master title style</a:t>
            </a:r>
            <a:endParaRPr lang="de-AT" dirty="0"/>
          </a:p>
        </p:txBody>
      </p:sp>
      <p:sp>
        <p:nvSpPr>
          <p:cNvPr id="7" name="Textplatzhalter 42">
            <a:extLst>
              <a:ext uri="{FF2B5EF4-FFF2-40B4-BE49-F238E27FC236}">
                <a16:creationId xmlns:a16="http://schemas.microsoft.com/office/drawing/2014/main" id="{B15E41F2-9F0D-4C90-B6D3-88903F9FBD2B}"/>
              </a:ext>
            </a:extLst>
          </p:cNvPr>
          <p:cNvSpPr>
            <a:spLocks noGrp="1"/>
          </p:cNvSpPr>
          <p:nvPr>
            <p:ph type="body" sz="quarter" idx="17" hasCustomPrompt="1"/>
            <p:custDataLst>
              <p:tags r:id="rId3"/>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2" name="Fußzeilenplatzhalter 1">
            <a:extLst>
              <a:ext uri="{FF2B5EF4-FFF2-40B4-BE49-F238E27FC236}">
                <a16:creationId xmlns:a16="http://schemas.microsoft.com/office/drawing/2014/main" id="{963120CD-C498-4220-A8B4-BE4E0E076332}"/>
              </a:ext>
            </a:extLst>
          </p:cNvPr>
          <p:cNvSpPr>
            <a:spLocks noGrp="1"/>
          </p:cNvSpPr>
          <p:nvPr>
            <p:ph type="ftr" sz="quarter" idx="14"/>
          </p:nvPr>
        </p:nvSpPr>
        <p:spPr/>
        <p:txBody>
          <a:bodyPr/>
          <a:lstStyle/>
          <a:p>
            <a:r>
              <a:rPr lang="de-AT"/>
              <a:t>Musterpräsentation | September 2021</a:t>
            </a:r>
            <a:endParaRPr lang="de-AT" dirty="0"/>
          </a:p>
        </p:txBody>
      </p:sp>
      <p:sp>
        <p:nvSpPr>
          <p:cNvPr id="3" name="Foliennummernplatzhalter 2">
            <a:extLst>
              <a:ext uri="{FF2B5EF4-FFF2-40B4-BE49-F238E27FC236}">
                <a16:creationId xmlns:a16="http://schemas.microsoft.com/office/drawing/2014/main" id="{F6E1F152-AD0F-4B68-9E69-AE6948F47C76}"/>
              </a:ext>
            </a:extLst>
          </p:cNvPr>
          <p:cNvSpPr>
            <a:spLocks noGrp="1"/>
          </p:cNvSpPr>
          <p:nvPr>
            <p:ph type="sldNum" sz="quarter" idx="15"/>
            <p:custDataLst>
              <p:tags r:id="rId4"/>
            </p:custDataLst>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21225298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folie mit Sublogo">
    <p:spTree>
      <p:nvGrpSpPr>
        <p:cNvPr id="1" name=""/>
        <p:cNvGrpSpPr/>
        <p:nvPr/>
      </p:nvGrpSpPr>
      <p:grpSpPr>
        <a:xfrm>
          <a:off x="0" y="0"/>
          <a:ext cx="0" cy="0"/>
          <a:chOff x="0" y="0"/>
          <a:chExt cx="0" cy="0"/>
        </a:xfrm>
      </p:grpSpPr>
      <p:sp>
        <p:nvSpPr>
          <p:cNvPr id="51" name="Inhaltsplatzhalter 50">
            <a:extLst>
              <a:ext uri="{FF2B5EF4-FFF2-40B4-BE49-F238E27FC236}">
                <a16:creationId xmlns:a16="http://schemas.microsoft.com/office/drawing/2014/main" id="{FA616A29-9F54-4E04-A2B1-9CBD31AC30BF}"/>
              </a:ext>
              <a:ext uri="{C183D7F6-B498-43B3-948B-1728B52AA6E4}">
                <adec:decorative xmlns:adec="http://schemas.microsoft.com/office/drawing/2017/decorative" val="1"/>
              </a:ext>
            </a:extLst>
          </p:cNvPr>
          <p:cNvSpPr>
            <a:spLocks noGrp="1"/>
          </p:cNvSpPr>
          <p:nvPr>
            <p:ph sz="quarter" idx="17" hasCustomPrompt="1"/>
            <p:custDataLst>
              <p:tags r:id="rId1"/>
            </p:custDataLst>
          </p:nvPr>
        </p:nvSpPr>
        <p:spPr>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2" name="Titel 1">
            <a:extLst>
              <a:ext uri="{FF2B5EF4-FFF2-40B4-BE49-F238E27FC236}">
                <a16:creationId xmlns:a16="http://schemas.microsoft.com/office/drawing/2014/main" id="{7226F95A-C572-4753-9A21-DBF6531D5F3A}"/>
              </a:ext>
            </a:extLst>
          </p:cNvPr>
          <p:cNvSpPr>
            <a:spLocks noGrp="1"/>
          </p:cNvSpPr>
          <p:nvPr>
            <p:ph type="ctrTitle" hasCustomPrompt="1"/>
            <p:custDataLst>
              <p:tags r:id="rId2"/>
            </p:custDataLst>
          </p:nvPr>
        </p:nvSpPr>
        <p:spPr>
          <a:xfrm>
            <a:off x="1308100" y="2276475"/>
            <a:ext cx="9288464" cy="1524000"/>
          </a:xfrm>
        </p:spPr>
        <p:txBody>
          <a:bodyPr lIns="0" tIns="0" rIns="0" bIns="0" anchor="b">
            <a:noAutofit/>
          </a:bodyPr>
          <a:lstStyle>
            <a:lvl1pPr algn="l">
              <a:defRPr sz="5400">
                <a:solidFill>
                  <a:schemeClr val="accent1"/>
                </a:solidFill>
              </a:defRPr>
            </a:lvl1pPr>
          </a:lstStyle>
          <a:p>
            <a:r>
              <a:rPr lang="de-AT" dirty="0"/>
              <a:t>Titel</a:t>
            </a:r>
          </a:p>
        </p:txBody>
      </p:sp>
      <p:sp>
        <p:nvSpPr>
          <p:cNvPr id="3" name="Untertitel 2">
            <a:extLst>
              <a:ext uri="{FF2B5EF4-FFF2-40B4-BE49-F238E27FC236}">
                <a16:creationId xmlns:a16="http://schemas.microsoft.com/office/drawing/2014/main" id="{53DE19F1-4351-4A07-8662-A968E8A450FD}"/>
              </a:ext>
            </a:extLst>
          </p:cNvPr>
          <p:cNvSpPr>
            <a:spLocks noGrp="1"/>
          </p:cNvSpPr>
          <p:nvPr>
            <p:ph type="subTitle" idx="1" hasCustomPrompt="1"/>
            <p:custDataLst>
              <p:tags r:id="rId3"/>
            </p:custDataLst>
          </p:nvPr>
        </p:nvSpPr>
        <p:spPr>
          <a:xfrm>
            <a:off x="1308100" y="3971926"/>
            <a:ext cx="9288464" cy="1104900"/>
          </a:xfrm>
        </p:spPr>
        <p:txBody>
          <a:bodyPr lIns="0" tIns="0" rIns="0" bIns="0">
            <a:noAutofit/>
          </a:bodyPr>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de-AT" dirty="0"/>
              <a:t>Untertitel (Datum, Ort, Name, ...)</a:t>
            </a:r>
          </a:p>
        </p:txBody>
      </p:sp>
      <p:sp>
        <p:nvSpPr>
          <p:cNvPr id="6" name="Textplatzhalter 4">
            <a:extLst>
              <a:ext uri="{FF2B5EF4-FFF2-40B4-BE49-F238E27FC236}">
                <a16:creationId xmlns:a16="http://schemas.microsoft.com/office/drawing/2014/main" id="{11F96F86-EC1A-4E1A-B16C-1B22A6CC3DCF}"/>
              </a:ext>
            </a:extLst>
          </p:cNvPr>
          <p:cNvSpPr>
            <a:spLocks noGrp="1"/>
          </p:cNvSpPr>
          <p:nvPr>
            <p:ph type="body" sz="quarter" idx="10" hasCustomPrompt="1"/>
            <p:custDataLst>
              <p:tags r:id="rId4"/>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6039738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folie mit Bild und Sublogo">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BC768571-8F27-4801-BE51-98B18A003B6D}"/>
              </a:ext>
              <a:ext uri="{C183D7F6-B498-43B3-948B-1728B52AA6E4}">
                <adec:decorative xmlns:adec="http://schemas.microsoft.com/office/drawing/2017/decorative" val="1"/>
              </a:ext>
            </a:extLst>
          </p:cNvPr>
          <p:cNvPicPr>
            <a:picLocks noChangeAspect="1"/>
          </p:cNvPicPr>
          <p:nvPr userDrawn="1">
            <p:custDataLst>
              <p:tags r:id="rId1"/>
            </p:custDataLst>
          </p:nvPr>
        </p:nvPicPr>
        <p:blipFill rotWithShape="1">
          <a:blip r:embed="rId8" cstate="screen">
            <a:extLst>
              <a:ext uri="{28A0092B-C50C-407E-A947-70E740481C1C}">
                <a14:useLocalDpi xmlns:a14="http://schemas.microsoft.com/office/drawing/2010/main"/>
              </a:ext>
            </a:extLst>
          </a:blip>
          <a:srcRect b="11502"/>
          <a:stretch/>
        </p:blipFill>
        <p:spPr>
          <a:xfrm>
            <a:off x="0" y="3312"/>
            <a:ext cx="12192000" cy="6063380"/>
          </a:xfrm>
          <a:prstGeom prst="rect">
            <a:avLst/>
          </a:prstGeom>
        </p:spPr>
      </p:pic>
      <p:sp>
        <p:nvSpPr>
          <p:cNvPr id="10" name="Inhaltsplatzhalter 50">
            <a:extLst>
              <a:ext uri="{FF2B5EF4-FFF2-40B4-BE49-F238E27FC236}">
                <a16:creationId xmlns:a16="http://schemas.microsoft.com/office/drawing/2014/main" id="{36BC36E0-5BB3-4FF7-91BE-F08527FA05CA}"/>
              </a:ext>
              <a:ext uri="{C183D7F6-B498-43B3-948B-1728B52AA6E4}">
                <adec:decorative xmlns:adec="http://schemas.microsoft.com/office/drawing/2017/decorative" val="1"/>
              </a:ext>
            </a:extLst>
          </p:cNvPr>
          <p:cNvSpPr>
            <a:spLocks noGrp="1"/>
          </p:cNvSpPr>
          <p:nvPr>
            <p:ph sz="quarter" idx="17" hasCustomPrompt="1"/>
            <p:custDataLst>
              <p:tags r:id="rId2"/>
            </p:custDataLst>
          </p:nvPr>
        </p:nvSpPr>
        <p:spPr bwMode="gray">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3" name="Titel 2">
            <a:extLst>
              <a:ext uri="{FF2B5EF4-FFF2-40B4-BE49-F238E27FC236}">
                <a16:creationId xmlns:a16="http://schemas.microsoft.com/office/drawing/2014/main" id="{518F59B5-2786-498C-82D3-0A9C1CD89FA5}"/>
              </a:ext>
            </a:extLst>
          </p:cNvPr>
          <p:cNvSpPr>
            <a:spLocks noGrp="1"/>
          </p:cNvSpPr>
          <p:nvPr>
            <p:ph type="title" hasCustomPrompt="1"/>
            <p:custDataLst>
              <p:tags r:id="rId3"/>
            </p:custDataLst>
          </p:nvPr>
        </p:nvSpPr>
        <p:spPr>
          <a:xfrm>
            <a:off x="461963" y="4301639"/>
            <a:ext cx="10134599" cy="1176824"/>
          </a:xfrm>
        </p:spPr>
        <p:txBody>
          <a:bodyPr/>
          <a:lstStyle>
            <a:lvl1pPr>
              <a:defRPr>
                <a:solidFill>
                  <a:schemeClr val="bg1"/>
                </a:solidFill>
              </a:defRPr>
            </a:lvl1pPr>
          </a:lstStyle>
          <a:p>
            <a:r>
              <a:rPr lang="de-AT" dirty="0"/>
              <a:t>Titel</a:t>
            </a:r>
          </a:p>
        </p:txBody>
      </p:sp>
      <p:sp>
        <p:nvSpPr>
          <p:cNvPr id="5" name="Textplatzhalter 6">
            <a:extLst>
              <a:ext uri="{FF2B5EF4-FFF2-40B4-BE49-F238E27FC236}">
                <a16:creationId xmlns:a16="http://schemas.microsoft.com/office/drawing/2014/main" id="{F336A329-ED2F-4460-87B8-2E6D5936410D}"/>
              </a:ext>
            </a:extLst>
          </p:cNvPr>
          <p:cNvSpPr>
            <a:spLocks noGrp="1"/>
          </p:cNvSpPr>
          <p:nvPr>
            <p:ph type="body" sz="quarter" idx="15" hasCustomPrompt="1"/>
            <p:custDataLst>
              <p:tags r:id="rId4"/>
            </p:custDataLst>
          </p:nvPr>
        </p:nvSpPr>
        <p:spPr>
          <a:xfrm>
            <a:off x="461963" y="5550408"/>
            <a:ext cx="10134600" cy="345566"/>
          </a:xfrm>
        </p:spPr>
        <p:txBody>
          <a:bodyPr/>
          <a:lstStyle>
            <a:lvl1pPr marL="0" indent="0">
              <a:buNone/>
              <a:defRPr sz="2400">
                <a:solidFill>
                  <a:schemeClr val="bg1"/>
                </a:solidFill>
              </a:defRPr>
            </a:lvl1pPr>
            <a:lvl2pPr marL="0" indent="0">
              <a:buNone/>
              <a:defRPr sz="2400">
                <a:solidFill>
                  <a:schemeClr val="bg1"/>
                </a:solidFill>
              </a:defRPr>
            </a:lvl2pPr>
            <a:lvl3pPr marL="269875" indent="0">
              <a:buNone/>
              <a:defRPr sz="2400">
                <a:solidFill>
                  <a:schemeClr val="bg1"/>
                </a:solidFill>
              </a:defRPr>
            </a:lvl3pPr>
            <a:lvl4pPr marL="538162" indent="0">
              <a:buNone/>
              <a:defRPr sz="2400">
                <a:solidFill>
                  <a:schemeClr val="bg1"/>
                </a:solidFill>
              </a:defRPr>
            </a:lvl4pPr>
            <a:lvl5pPr marL="903288" indent="0">
              <a:buNone/>
              <a:defRPr sz="2400">
                <a:solidFill>
                  <a:schemeClr val="bg1"/>
                </a:solidFill>
              </a:defRPr>
            </a:lvl5pPr>
          </a:lstStyle>
          <a:p>
            <a:pPr lvl="0"/>
            <a:r>
              <a:rPr lang="de-AT" dirty="0"/>
              <a:t>Untertitel (Datum, Ort, Name, …)</a:t>
            </a:r>
          </a:p>
        </p:txBody>
      </p:sp>
      <p:sp>
        <p:nvSpPr>
          <p:cNvPr id="6" name="Textplatzhalter 42">
            <a:extLst>
              <a:ext uri="{FF2B5EF4-FFF2-40B4-BE49-F238E27FC236}">
                <a16:creationId xmlns:a16="http://schemas.microsoft.com/office/drawing/2014/main" id="{A5A954F1-45CA-4DB2-A03D-24CC2A505886}"/>
              </a:ext>
            </a:extLst>
          </p:cNvPr>
          <p:cNvSpPr>
            <a:spLocks noGrp="1"/>
          </p:cNvSpPr>
          <p:nvPr>
            <p:ph type="body" sz="quarter" idx="14" hasCustomPrompt="1"/>
            <p:custDataLst>
              <p:tags r:id="rId5"/>
            </p:custDataLst>
          </p:nvPr>
        </p:nvSpPr>
        <p:spPr>
          <a:xfrm>
            <a:off x="7247493" y="6050376"/>
            <a:ext cx="4465082" cy="171450"/>
          </a:xfrm>
        </p:spPr>
        <p:txBody>
          <a:bodyPr anchor="b"/>
          <a:lstStyle>
            <a:lvl1pPr algn="r">
              <a:buNone/>
              <a:defRPr sz="800" cap="all" baseline="0"/>
            </a:lvl1pPr>
            <a:lvl2pPr>
              <a:buNone/>
              <a:defRPr sz="800"/>
            </a:lvl2pPr>
            <a:lvl3pPr>
              <a:buNone/>
              <a:defRPr sz="800"/>
            </a:lvl3pPr>
            <a:lvl4pPr>
              <a:buNone/>
              <a:defRPr sz="800"/>
            </a:lvl4pPr>
            <a:lvl5pPr>
              <a:buNone/>
              <a:defRPr sz="800"/>
            </a:lvl5pPr>
          </a:lstStyle>
          <a:p>
            <a:pPr lvl="0" algn="r">
              <a:buNone/>
            </a:pPr>
            <a:r>
              <a:rPr lang="de-AT" dirty="0"/>
              <a:t>© Copyright-Info, Quelle, …</a:t>
            </a:r>
          </a:p>
        </p:txBody>
      </p:sp>
      <p:sp>
        <p:nvSpPr>
          <p:cNvPr id="8" name="Textplatzhalter 4">
            <a:extLst>
              <a:ext uri="{FF2B5EF4-FFF2-40B4-BE49-F238E27FC236}">
                <a16:creationId xmlns:a16="http://schemas.microsoft.com/office/drawing/2014/main" id="{C4669611-45BF-4E01-AE99-8C851B6E8EC1}"/>
              </a:ext>
            </a:extLst>
          </p:cNvPr>
          <p:cNvSpPr>
            <a:spLocks noGrp="1"/>
          </p:cNvSpPr>
          <p:nvPr>
            <p:ph type="body" sz="quarter" idx="10" hasCustomPrompt="1"/>
            <p:custDataLst>
              <p:tags r:id="rId6"/>
            </p:custDataLst>
          </p:nvPr>
        </p:nvSpPr>
        <p:spPr bwMode="gray">
          <a:xfrm>
            <a:off x="7589520" y="6412992"/>
            <a:ext cx="4123055" cy="233552"/>
          </a:xfrm>
        </p:spPr>
        <p:txBody>
          <a:bodyPr anchor="ctr"/>
          <a:lstStyle>
            <a:lvl1pPr marL="0" indent="0" algn="r">
              <a:buNone/>
              <a:defRPr sz="1400" b="1">
                <a:solidFill>
                  <a:schemeClr val="bg1"/>
                </a:solidFill>
              </a:defRPr>
            </a:lvl1pPr>
          </a:lstStyle>
          <a:p>
            <a:pPr lvl="0"/>
            <a:r>
              <a:rPr lang="de-AT" dirty="0"/>
              <a:t>www.tuwien.at</a:t>
            </a:r>
          </a:p>
        </p:txBody>
      </p:sp>
    </p:spTree>
    <p:extLst>
      <p:ext uri="{BB962C8B-B14F-4D97-AF65-F5344CB8AC3E}">
        <p14:creationId xmlns:p14="http://schemas.microsoft.com/office/powerpoint/2010/main" val="3400401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 Abschnittsüb. mit Sub-Logo">
    <p:spTree>
      <p:nvGrpSpPr>
        <p:cNvPr id="1" name=""/>
        <p:cNvGrpSpPr/>
        <p:nvPr/>
      </p:nvGrpSpPr>
      <p:grpSpPr>
        <a:xfrm>
          <a:off x="0" y="0"/>
          <a:ext cx="0" cy="0"/>
          <a:chOff x="0" y="0"/>
          <a:chExt cx="0" cy="0"/>
        </a:xfrm>
      </p:grpSpPr>
      <p:sp>
        <p:nvSpPr>
          <p:cNvPr id="12" name="Inhaltsplatzhalter 50">
            <a:extLst>
              <a:ext uri="{FF2B5EF4-FFF2-40B4-BE49-F238E27FC236}">
                <a16:creationId xmlns:a16="http://schemas.microsoft.com/office/drawing/2014/main" id="{9543D4FD-C269-424C-BFF1-0CC3376683D9}"/>
              </a:ext>
              <a:ext uri="{C183D7F6-B498-43B3-948B-1728B52AA6E4}">
                <adec:decorative xmlns:adec="http://schemas.microsoft.com/office/drawing/2017/decorative" val="1"/>
              </a:ext>
            </a:extLst>
          </p:cNvPr>
          <p:cNvSpPr>
            <a:spLocks noGrp="1"/>
          </p:cNvSpPr>
          <p:nvPr>
            <p:ph sz="quarter" idx="17" hasCustomPrompt="1"/>
            <p:custDataLst>
              <p:tags r:id="rId1"/>
            </p:custDataLst>
          </p:nvPr>
        </p:nvSpPr>
        <p:spPr>
          <a:xfrm>
            <a:off x="464055" y="468437"/>
            <a:ext cx="2424112" cy="738000"/>
          </a:xfrm>
        </p:spPr>
        <p:txBody>
          <a:bodyPr/>
          <a:lstStyle>
            <a:lvl1pPr>
              <a:buNone/>
              <a:defRPr/>
            </a:lvl1pPr>
            <a:lvl2pPr>
              <a:buNone/>
              <a:defRPr/>
            </a:lvl2pPr>
            <a:lvl3pPr>
              <a:buNone/>
              <a:defRPr/>
            </a:lvl3pPr>
            <a:lvl4pPr>
              <a:buNone/>
              <a:defRPr/>
            </a:lvl4pPr>
            <a:lvl5pPr>
              <a:buNone/>
              <a:defRPr/>
            </a:lvl5pPr>
          </a:lstStyle>
          <a:p>
            <a:pPr lvl="0"/>
            <a:r>
              <a:rPr lang="de-AT" dirty="0"/>
              <a:t>Sublogo</a:t>
            </a:r>
          </a:p>
        </p:txBody>
      </p:sp>
      <p:sp>
        <p:nvSpPr>
          <p:cNvPr id="45" name="Titel 44">
            <a:extLst>
              <a:ext uri="{FF2B5EF4-FFF2-40B4-BE49-F238E27FC236}">
                <a16:creationId xmlns:a16="http://schemas.microsoft.com/office/drawing/2014/main" id="{3516091C-A315-4CB3-88CE-6B9EB554E55A}"/>
              </a:ext>
            </a:extLst>
          </p:cNvPr>
          <p:cNvSpPr>
            <a:spLocks noGrp="1"/>
          </p:cNvSpPr>
          <p:nvPr>
            <p:ph type="title"/>
            <p:custDataLst>
              <p:tags r:id="rId2"/>
            </p:custDataLst>
          </p:nvPr>
        </p:nvSpPr>
        <p:spPr>
          <a:xfrm>
            <a:off x="1307069" y="1549399"/>
            <a:ext cx="9288463" cy="828675"/>
          </a:xfrm>
        </p:spPr>
        <p:txBody>
          <a:bodyPr/>
          <a:lstStyle/>
          <a:p>
            <a:r>
              <a:rPr lang="en-US"/>
              <a:t>Click to edit Master title style</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p:custDataLst>
              <p:tags r:id="rId3"/>
            </p:custDataLst>
          </p:nvPr>
        </p:nvSpPr>
        <p:spPr>
          <a:xfrm>
            <a:off x="1308100" y="2628900"/>
            <a:ext cx="9288463"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 name="Fußzeilenplatzhalter 1">
            <a:extLst>
              <a:ext uri="{FF2B5EF4-FFF2-40B4-BE49-F238E27FC236}">
                <a16:creationId xmlns:a16="http://schemas.microsoft.com/office/drawing/2014/main" id="{0A8FA552-E20A-45D6-9466-06CF509E5F5C}"/>
              </a:ext>
            </a:extLst>
          </p:cNvPr>
          <p:cNvSpPr>
            <a:spLocks noGrp="1"/>
          </p:cNvSpPr>
          <p:nvPr>
            <p:ph type="ftr" sz="quarter" idx="18"/>
          </p:nvPr>
        </p:nvSpPr>
        <p:spPr/>
        <p:txBody>
          <a:bodyPr/>
          <a:lstStyle/>
          <a:p>
            <a:r>
              <a:rPr lang="de-AT"/>
              <a:t>Musterpräsentation | September 2021</a:t>
            </a:r>
            <a:endParaRPr lang="de-AT" dirty="0"/>
          </a:p>
        </p:txBody>
      </p:sp>
      <p:sp>
        <p:nvSpPr>
          <p:cNvPr id="4" name="Foliennummernplatzhalter 3">
            <a:extLst>
              <a:ext uri="{FF2B5EF4-FFF2-40B4-BE49-F238E27FC236}">
                <a16:creationId xmlns:a16="http://schemas.microsoft.com/office/drawing/2014/main" id="{AA824437-7701-4594-9DE8-06D5133A3A97}"/>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3391597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ogo klein - Titel und Inhal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7CC3861D-6A0E-4D97-BCA6-9F478718F38A}"/>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4" name="Titel 3">
            <a:extLst>
              <a:ext uri="{FF2B5EF4-FFF2-40B4-BE49-F238E27FC236}">
                <a16:creationId xmlns:a16="http://schemas.microsoft.com/office/drawing/2014/main" id="{26FE97BF-50D8-4DF7-BDB0-2CE0DB6CB7F9}"/>
              </a:ext>
            </a:extLst>
          </p:cNvPr>
          <p:cNvSpPr>
            <a:spLocks noGrp="1"/>
          </p:cNvSpPr>
          <p:nvPr>
            <p:ph type="title"/>
            <p:custDataLst>
              <p:tags r:id="rId2"/>
            </p:custDataLst>
          </p:nvPr>
        </p:nvSpPr>
        <p:spPr>
          <a:xfrm>
            <a:off x="1307065" y="468438"/>
            <a:ext cx="9289498" cy="828675"/>
          </a:xfrm>
        </p:spPr>
        <p:txBody>
          <a:bodyPr anchor="t"/>
          <a:lstStyle>
            <a:lvl1pPr>
              <a:lnSpc>
                <a:spcPct val="90000"/>
              </a:lnSpc>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1549400"/>
            <a:ext cx="9288463"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DCF8E267-CD9A-43BB-A12F-82C2525191D3}"/>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2A647B48-DCA4-45E1-9B45-2653E61736CE}"/>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42E5224C-410D-4B9F-BF59-7C006D98BAB0}"/>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038132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ogo klein - Fließtext 2-spaltin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31A36E86-3263-4D48-BFCA-E26CD9DAB5A7}"/>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D1800308-609F-43F8-A26B-1C8A6934DB39}"/>
              </a:ext>
            </a:extLst>
          </p:cNvPr>
          <p:cNvSpPr>
            <a:spLocks noGrp="1"/>
          </p:cNvSpPr>
          <p:nvPr>
            <p:ph type="title"/>
            <p:custDataLst>
              <p:tags r:id="rId2"/>
            </p:custDataLst>
          </p:nvPr>
        </p:nvSpPr>
        <p:spPr>
          <a:xfrm>
            <a:off x="1307065" y="468438"/>
            <a:ext cx="9289498" cy="828675"/>
          </a:xfrm>
        </p:spPr>
        <p:txBody>
          <a:bodyPr anchor="t"/>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229AD4FC-B392-43C1-88AF-11A99A7BAEB9}"/>
              </a:ext>
            </a:extLst>
          </p:cNvPr>
          <p:cNvSpPr>
            <a:spLocks noGrp="1"/>
          </p:cNvSpPr>
          <p:nvPr>
            <p:ph idx="1" hasCustomPrompt="1"/>
            <p:custDataLst>
              <p:tags r:id="rId3"/>
            </p:custDataLst>
          </p:nvPr>
        </p:nvSpPr>
        <p:spPr>
          <a:xfrm>
            <a:off x="1308100" y="1549400"/>
            <a:ext cx="9288463" cy="4175125"/>
          </a:xfrm>
        </p:spPr>
        <p:txBody>
          <a:bodyPr numCol="2" spcCol="540000"/>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A40535DB-D4B5-42FC-8954-8DE1710FC3AB}"/>
              </a:ext>
            </a:extLst>
          </p:cNvPr>
          <p:cNvSpPr>
            <a:spLocks noGrp="1"/>
          </p:cNvSpPr>
          <p:nvPr>
            <p:ph type="body" sz="quarter" idx="16" hasCustomPrompt="1"/>
            <p:custDataLst>
              <p:tags r:id="rId4"/>
            </p:custDataLst>
          </p:nvPr>
        </p:nvSpPr>
        <p:spPr>
          <a:xfrm>
            <a:off x="1308100" y="5795962"/>
            <a:ext cx="9288463"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D22D9E9D-7157-4CE0-BAAB-69ABA24A65CD}"/>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B8198BD7-791A-4FCA-B55B-36A5C4823CCE}"/>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3082148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ogo klein - Agenda">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ED6CEAC0-C944-4C35-85FE-DD880493D9E4}"/>
              </a:ext>
            </a:extLst>
          </p:cNvPr>
          <p:cNvPicPr>
            <a:picLocks noChangeAspect="1"/>
          </p:cNvPicPr>
          <p:nvPr userDrawn="1">
            <p:custDataLst>
              <p:tags r:id="rId1"/>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8" name="Textplatzhalter 5">
            <a:extLst>
              <a:ext uri="{FF2B5EF4-FFF2-40B4-BE49-F238E27FC236}">
                <a16:creationId xmlns:a16="http://schemas.microsoft.com/office/drawing/2014/main" id="{F29669C5-6473-4DB6-A3D0-5DBCA391D293}"/>
              </a:ext>
            </a:extLst>
          </p:cNvPr>
          <p:cNvSpPr>
            <a:spLocks noGrp="1"/>
          </p:cNvSpPr>
          <p:nvPr>
            <p:ph type="body" sz="quarter" idx="12" hasCustomPrompt="1"/>
            <p:custDataLst>
              <p:tags r:id="rId3"/>
            </p:custDataLst>
          </p:nvPr>
        </p:nvSpPr>
        <p:spPr>
          <a:xfrm>
            <a:off x="1308101" y="1549400"/>
            <a:ext cx="4464050" cy="4175125"/>
          </a:xfrm>
        </p:spPr>
        <p:txBody>
          <a:bodyPr/>
          <a:lstStyle>
            <a:lvl1pPr marL="0" indent="0">
              <a:buClr>
                <a:schemeClr val="accent1"/>
              </a:buClr>
              <a:buNone/>
              <a:defRPr b="1">
                <a:solidFill>
                  <a:schemeClr val="accent1"/>
                </a:solidFill>
              </a:defRPr>
            </a:lvl1pPr>
            <a:lvl2pPr marL="0" indent="0">
              <a:buClr>
                <a:schemeClr val="accent1"/>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6" name="Textplatzhalter 6">
            <a:extLst>
              <a:ext uri="{FF2B5EF4-FFF2-40B4-BE49-F238E27FC236}">
                <a16:creationId xmlns:a16="http://schemas.microsoft.com/office/drawing/2014/main" id="{CA906227-8E2A-4CC2-9512-40B18BC7BB01}"/>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0" name="Textplatzhalter 5">
            <a:extLst>
              <a:ext uri="{FF2B5EF4-FFF2-40B4-BE49-F238E27FC236}">
                <a16:creationId xmlns:a16="http://schemas.microsoft.com/office/drawing/2014/main" id="{3467B23B-DD93-4CED-BBFA-9278E3AD6732}"/>
              </a:ext>
            </a:extLst>
          </p:cNvPr>
          <p:cNvSpPr>
            <a:spLocks noGrp="1"/>
          </p:cNvSpPr>
          <p:nvPr>
            <p:ph type="body" sz="quarter" idx="13" hasCustomPrompt="1"/>
            <p:custDataLst>
              <p:tags r:id="rId5"/>
            </p:custDataLst>
          </p:nvPr>
        </p:nvSpPr>
        <p:spPr>
          <a:xfrm>
            <a:off x="6419849" y="1549400"/>
            <a:ext cx="4464000" cy="4175125"/>
          </a:xfrm>
        </p:spPr>
        <p:txBody>
          <a:bodyPr/>
          <a:lstStyle>
            <a:lvl1pPr marL="0" indent="0">
              <a:buClr>
                <a:schemeClr val="accent1"/>
              </a:buClr>
              <a:buNone/>
              <a:defRPr b="1">
                <a:solidFill>
                  <a:schemeClr val="accent1"/>
                </a:solidFill>
              </a:defRPr>
            </a:lvl1pPr>
            <a:lvl2pPr marL="0" indent="0">
              <a:buClr>
                <a:schemeClr val="accent1"/>
              </a:buClr>
              <a:buNone/>
              <a:defRPr b="1"/>
            </a:lvl2pPr>
            <a:lvl3pPr marL="273050" indent="-273050">
              <a:buClr>
                <a:schemeClr val="accent1"/>
              </a:buClr>
              <a:defRPr/>
            </a:lvl3pPr>
            <a:lvl4pPr marL="536575" indent="-268288">
              <a:buClr>
                <a:schemeClr val="accent1"/>
              </a:buClr>
              <a:defRPr/>
            </a:lvl4pPr>
            <a:lvl5pPr marL="809625" indent="-268288">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183A7FE6-F5FB-4D55-918B-53D8A0E35A7D}"/>
              </a:ext>
            </a:extLst>
          </p:cNvPr>
          <p:cNvSpPr>
            <a:spLocks noGrp="1"/>
          </p:cNvSpPr>
          <p:nvPr>
            <p:ph type="body" sz="quarter" idx="21" hasCustomPrompt="1"/>
            <p:custDataLst>
              <p:tags r:id="rId6"/>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CFCC6A98-6ABC-499D-9FF6-E10D60E3C105}"/>
              </a:ext>
            </a:extLst>
          </p:cNvPr>
          <p:cNvSpPr>
            <a:spLocks noGrp="1"/>
          </p:cNvSpPr>
          <p:nvPr>
            <p:ph type="ftr" sz="quarter" idx="18"/>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105B48A5-FBFD-449D-B880-FBE3EBB24ED5}"/>
              </a:ext>
            </a:extLst>
          </p:cNvPr>
          <p:cNvSpPr>
            <a:spLocks noGrp="1"/>
          </p:cNvSpPr>
          <p:nvPr>
            <p:ph type="sldNum" sz="quarter" idx="19"/>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007704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go klein - 2 Inhalt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45653598-50F2-40CF-AC84-D7A01191F273}"/>
              </a:ext>
            </a:extLst>
          </p:cNvPr>
          <p:cNvPicPr>
            <a:picLocks noChangeAspect="1"/>
          </p:cNvPicPr>
          <p:nvPr userDrawn="1">
            <p:custDataLst>
              <p:tags r:id="rId1"/>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8100" y="1549400"/>
            <a:ext cx="4464051"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6" name="Textplatzhalter 6">
            <a:extLst>
              <a:ext uri="{FF2B5EF4-FFF2-40B4-BE49-F238E27FC236}">
                <a16:creationId xmlns:a16="http://schemas.microsoft.com/office/drawing/2014/main" id="{03719867-2AF1-4E31-B21C-CB92983E16A5}"/>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5"/>
            </p:custDataLst>
          </p:nvPr>
        </p:nvSpPr>
        <p:spPr>
          <a:xfrm>
            <a:off x="6419850" y="1549400"/>
            <a:ext cx="4465638"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209EDC04-5C25-482D-BDF6-9F99E0B14BD3}"/>
              </a:ext>
            </a:extLst>
          </p:cNvPr>
          <p:cNvSpPr>
            <a:spLocks noGrp="1"/>
          </p:cNvSpPr>
          <p:nvPr>
            <p:ph type="body" sz="quarter" idx="21" hasCustomPrompt="1"/>
            <p:custDataLst>
              <p:tags r:id="rId6"/>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C5A49CA1-FA2C-4221-B4C1-B59C1E0F7B4B}"/>
              </a:ext>
            </a:extLst>
          </p:cNvPr>
          <p:cNvSpPr>
            <a:spLocks noGrp="1"/>
          </p:cNvSpPr>
          <p:nvPr>
            <p:ph type="ftr" sz="quarter" idx="15"/>
          </p:nvPr>
        </p:nvSpPr>
        <p:spPr/>
        <p:txBody>
          <a:bodyPr/>
          <a:lstStyle/>
          <a:p>
            <a:r>
              <a:rPr lang="de-AT"/>
              <a:t>Musterpräsentation | September 2021</a:t>
            </a:r>
            <a:endParaRPr lang="de-AT" dirty="0"/>
          </a:p>
        </p:txBody>
      </p:sp>
      <p:sp>
        <p:nvSpPr>
          <p:cNvPr id="7" name="Foliennummernplatzhalter 6">
            <a:extLst>
              <a:ext uri="{FF2B5EF4-FFF2-40B4-BE49-F238E27FC236}">
                <a16:creationId xmlns:a16="http://schemas.microsoft.com/office/drawing/2014/main" id="{444A1E6C-0A49-4AE4-B97A-06341D14321F}"/>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0312525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go klein - 2 Inhalte mit 2 Überschriften">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0F39A128-B7D5-4E74-A458-2046F7EE6F83}"/>
              </a:ext>
            </a:extLst>
          </p:cNvPr>
          <p:cNvPicPr>
            <a:picLocks noChangeAspect="1"/>
          </p:cNvPicPr>
          <p:nvPr userDrawn="1">
            <p:custDataLst>
              <p:tags r:id="rId1"/>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462B4ADB-90A0-4C80-9CEF-4EA65EC7BC08}"/>
              </a:ext>
            </a:extLst>
          </p:cNvPr>
          <p:cNvSpPr>
            <a:spLocks noGrp="1"/>
          </p:cNvSpPr>
          <p:nvPr>
            <p:ph type="title"/>
            <p:custDataLst>
              <p:tags r:id="rId2"/>
            </p:custDataLst>
          </p:nvPr>
        </p:nvSpPr>
        <p:spPr>
          <a:xfrm>
            <a:off x="1308100" y="468438"/>
            <a:ext cx="4458966" cy="828675"/>
          </a:xfrm>
        </p:spPr>
        <p:txBody>
          <a:bodyPr anchor="t"/>
          <a:lstStyle>
            <a:lvl1pPr>
              <a:defRPr sz="2800">
                <a:latin typeface="+mj-lt"/>
              </a:defRPr>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F7B43B39-7264-48E0-94D9-E36AC50DAA03}"/>
              </a:ext>
            </a:extLst>
          </p:cNvPr>
          <p:cNvSpPr>
            <a:spLocks noGrp="1"/>
          </p:cNvSpPr>
          <p:nvPr>
            <p:ph sz="half" idx="1" hasCustomPrompt="1"/>
            <p:custDataLst>
              <p:tags r:id="rId3"/>
            </p:custDataLst>
          </p:nvPr>
        </p:nvSpPr>
        <p:spPr>
          <a:xfrm>
            <a:off x="1308100" y="1549400"/>
            <a:ext cx="4464051"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7" name="Textplatzhalter 6">
            <a:extLst>
              <a:ext uri="{FF2B5EF4-FFF2-40B4-BE49-F238E27FC236}">
                <a16:creationId xmlns:a16="http://schemas.microsoft.com/office/drawing/2014/main" id="{A3FB2859-A54E-4049-8E23-3E9B56B21315}"/>
              </a:ext>
            </a:extLst>
          </p:cNvPr>
          <p:cNvSpPr>
            <a:spLocks noGrp="1"/>
          </p:cNvSpPr>
          <p:nvPr>
            <p:ph type="body" sz="quarter" idx="20" hasCustomPrompt="1"/>
            <p:custDataLst>
              <p:tags r:id="rId4"/>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Textplatzhalter 4">
            <a:extLst>
              <a:ext uri="{FF2B5EF4-FFF2-40B4-BE49-F238E27FC236}">
                <a16:creationId xmlns:a16="http://schemas.microsoft.com/office/drawing/2014/main" id="{090A6531-1A5C-4E36-808F-D401F287FCB8}"/>
              </a:ext>
            </a:extLst>
          </p:cNvPr>
          <p:cNvSpPr>
            <a:spLocks noGrp="1"/>
          </p:cNvSpPr>
          <p:nvPr>
            <p:ph type="body" sz="quarter" idx="11" hasCustomPrompt="1"/>
            <p:custDataLst>
              <p:tags r:id="rId5"/>
            </p:custDataLst>
          </p:nvPr>
        </p:nvSpPr>
        <p:spPr>
          <a:xfrm>
            <a:off x="6419848" y="468438"/>
            <a:ext cx="4465639" cy="828674"/>
          </a:xfrm>
        </p:spPr>
        <p:txBody>
          <a:bodyPr anchor="t"/>
          <a:lstStyle>
            <a:lvl1pPr marL="0" indent="0">
              <a:buNone/>
              <a:defRPr sz="2800" b="1">
                <a:solidFill>
                  <a:schemeClr val="accent1"/>
                </a:solidFill>
                <a:latin typeface="+mj-lt"/>
              </a:defRPr>
            </a:lvl1pPr>
          </a:lstStyle>
          <a:p>
            <a:pPr lvl="0"/>
            <a:r>
              <a:rPr lang="de-AT"/>
              <a:t>Titel kurz</a:t>
            </a:r>
            <a:endParaRPr lang="de-AT" dirty="0"/>
          </a:p>
        </p:txBody>
      </p:sp>
      <p:sp>
        <p:nvSpPr>
          <p:cNvPr id="4" name="Inhaltsplatzhalter 3">
            <a:extLst>
              <a:ext uri="{FF2B5EF4-FFF2-40B4-BE49-F238E27FC236}">
                <a16:creationId xmlns:a16="http://schemas.microsoft.com/office/drawing/2014/main" id="{CE90AAD2-686D-442B-A7A1-591C8F14300E}"/>
              </a:ext>
            </a:extLst>
          </p:cNvPr>
          <p:cNvSpPr>
            <a:spLocks noGrp="1"/>
          </p:cNvSpPr>
          <p:nvPr>
            <p:ph sz="half" idx="2" hasCustomPrompt="1"/>
            <p:custDataLst>
              <p:tags r:id="rId6"/>
            </p:custDataLst>
          </p:nvPr>
        </p:nvSpPr>
        <p:spPr>
          <a:xfrm>
            <a:off x="6419848" y="1549400"/>
            <a:ext cx="4465639"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8" name="Textplatzhalter 6">
            <a:extLst>
              <a:ext uri="{FF2B5EF4-FFF2-40B4-BE49-F238E27FC236}">
                <a16:creationId xmlns:a16="http://schemas.microsoft.com/office/drawing/2014/main" id="{29987B4A-92C0-46CA-8956-DD82D63D8213}"/>
              </a:ext>
            </a:extLst>
          </p:cNvPr>
          <p:cNvSpPr>
            <a:spLocks noGrp="1"/>
          </p:cNvSpPr>
          <p:nvPr>
            <p:ph type="body" sz="quarter" idx="21"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7" name="Fußzeilenplatzhalter 6">
            <a:extLst>
              <a:ext uri="{FF2B5EF4-FFF2-40B4-BE49-F238E27FC236}">
                <a16:creationId xmlns:a16="http://schemas.microsoft.com/office/drawing/2014/main" id="{08DF6979-56D6-4B18-BAB7-859190730799}"/>
              </a:ext>
            </a:extLst>
          </p:cNvPr>
          <p:cNvSpPr>
            <a:spLocks noGrp="1"/>
          </p:cNvSpPr>
          <p:nvPr>
            <p:ph type="ftr" sz="quarter" idx="16"/>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CF1862D-E8F4-4C35-877A-4230D6BD966C}"/>
              </a:ext>
            </a:extLst>
          </p:cNvPr>
          <p:cNvSpPr>
            <a:spLocks noGrp="1"/>
          </p:cNvSpPr>
          <p:nvPr>
            <p:ph type="sldNum" sz="quarter" idx="17"/>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4108276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go klein - 2 Inhalte mit Titel und Zwischentitel">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BCD57A74-8557-43E6-AA11-A9EA05D72C38}"/>
              </a:ext>
            </a:extLst>
          </p:cNvPr>
          <p:cNvPicPr>
            <a:picLocks noChangeAspect="1"/>
          </p:cNvPicPr>
          <p:nvPr userDrawn="1">
            <p:custDataLst>
              <p:tags r:id="rId1"/>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462B4ADB-90A0-4C80-9CEF-4EA65EC7BC08}"/>
              </a:ext>
            </a:extLst>
          </p:cNvPr>
          <p:cNvSpPr>
            <a:spLocks noGrp="1"/>
          </p:cNvSpPr>
          <p:nvPr>
            <p:ph type="title"/>
            <p:custDataLst>
              <p:tags r:id="rId2"/>
            </p:custDataLst>
          </p:nvPr>
        </p:nvSpPr>
        <p:spPr>
          <a:xfrm>
            <a:off x="1308100" y="468438"/>
            <a:ext cx="9577388" cy="828675"/>
          </a:xfrm>
        </p:spPr>
        <p:txBody>
          <a:bodyPr anchor="t"/>
          <a:lstStyle>
            <a:lvl1pPr>
              <a:defRPr sz="2800">
                <a:latin typeface="+mj-lt"/>
              </a:defRPr>
            </a:lvl1pPr>
          </a:lstStyle>
          <a:p>
            <a:r>
              <a:rPr lang="en-US"/>
              <a:t>Click to edit Master title style</a:t>
            </a:r>
            <a:endParaRPr lang="de-AT" dirty="0"/>
          </a:p>
        </p:txBody>
      </p:sp>
      <p:sp>
        <p:nvSpPr>
          <p:cNvPr id="5" name="Textplatzhalter 4">
            <a:extLst>
              <a:ext uri="{FF2B5EF4-FFF2-40B4-BE49-F238E27FC236}">
                <a16:creationId xmlns:a16="http://schemas.microsoft.com/office/drawing/2014/main" id="{20C7294D-AB76-4F34-AE16-B8A53315B53B}"/>
              </a:ext>
            </a:extLst>
          </p:cNvPr>
          <p:cNvSpPr>
            <a:spLocks noGrp="1"/>
          </p:cNvSpPr>
          <p:nvPr>
            <p:ph type="body" sz="quarter" idx="22"/>
            <p:custDataLst>
              <p:tags r:id="rId3"/>
            </p:custDataLst>
          </p:nvPr>
        </p:nvSpPr>
        <p:spPr>
          <a:xfrm>
            <a:off x="1306513" y="1547243"/>
            <a:ext cx="9578975" cy="338138"/>
          </a:xfrm>
        </p:spPr>
        <p:txBody>
          <a:bodyPr vert="horz" lIns="0" tIns="0" rIns="0" bIns="0" rtlCol="0">
            <a:noAutofit/>
          </a:bodyPr>
          <a:lstStyle>
            <a:lvl1pPr>
              <a:defRPr lang="de-DE" b="1" smtClean="0">
                <a:solidFill>
                  <a:schemeClr val="accent1"/>
                </a:solidFill>
              </a:defRPr>
            </a:lvl1pPr>
            <a:lvl2pPr>
              <a:defRPr lang="de-DE" smtClean="0"/>
            </a:lvl2pPr>
            <a:lvl3pPr>
              <a:defRPr lang="de-DE" smtClean="0"/>
            </a:lvl3pPr>
            <a:lvl4pPr>
              <a:defRPr lang="de-DE" smtClean="0"/>
            </a:lvl4pPr>
            <a:lvl5pPr>
              <a:defRPr lang="de-AT"/>
            </a:lvl5pPr>
          </a:lstStyle>
          <a:p>
            <a:pPr marL="0" lvl="0" indent="0">
              <a:buNone/>
            </a:pPr>
            <a:r>
              <a:rPr lang="en-US"/>
              <a:t>Click to edit Master text styles</a:t>
            </a:r>
          </a:p>
        </p:txBody>
      </p:sp>
      <p:sp>
        <p:nvSpPr>
          <p:cNvPr id="18" name="Inhaltsplatzhalter 2">
            <a:extLst>
              <a:ext uri="{FF2B5EF4-FFF2-40B4-BE49-F238E27FC236}">
                <a16:creationId xmlns:a16="http://schemas.microsoft.com/office/drawing/2014/main" id="{EF57B5E7-3EEC-4208-A7DF-F23A38D8C492}"/>
              </a:ext>
            </a:extLst>
          </p:cNvPr>
          <p:cNvSpPr>
            <a:spLocks noGrp="1"/>
          </p:cNvSpPr>
          <p:nvPr>
            <p:ph sz="half" idx="18" hasCustomPrompt="1"/>
            <p:custDataLst>
              <p:tags r:id="rId4"/>
            </p:custDataLst>
          </p:nvPr>
        </p:nvSpPr>
        <p:spPr>
          <a:xfrm>
            <a:off x="1308100" y="1956817"/>
            <a:ext cx="4464051" cy="376770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0" name="Textplatzhalter 6">
            <a:extLst>
              <a:ext uri="{FF2B5EF4-FFF2-40B4-BE49-F238E27FC236}">
                <a16:creationId xmlns:a16="http://schemas.microsoft.com/office/drawing/2014/main" id="{A54B1CBB-2721-4614-885C-583E3BDC6D59}"/>
              </a:ext>
            </a:extLst>
          </p:cNvPr>
          <p:cNvSpPr>
            <a:spLocks noGrp="1"/>
          </p:cNvSpPr>
          <p:nvPr>
            <p:ph type="body" sz="quarter" idx="20" hasCustomPrompt="1"/>
            <p:custDataLst>
              <p:tags r:id="rId5"/>
            </p:custDataLst>
          </p:nvPr>
        </p:nvSpPr>
        <p:spPr>
          <a:xfrm>
            <a:off x="1308099"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9" name="Inhaltsplatzhalter 3">
            <a:extLst>
              <a:ext uri="{FF2B5EF4-FFF2-40B4-BE49-F238E27FC236}">
                <a16:creationId xmlns:a16="http://schemas.microsoft.com/office/drawing/2014/main" id="{C28CA6E3-ADBB-46D6-A1FC-9C929E9483AA}"/>
              </a:ext>
            </a:extLst>
          </p:cNvPr>
          <p:cNvSpPr>
            <a:spLocks noGrp="1"/>
          </p:cNvSpPr>
          <p:nvPr>
            <p:ph sz="half" idx="19" hasCustomPrompt="1"/>
            <p:custDataLst>
              <p:tags r:id="rId6"/>
            </p:custDataLst>
          </p:nvPr>
        </p:nvSpPr>
        <p:spPr>
          <a:xfrm>
            <a:off x="6419848" y="1956817"/>
            <a:ext cx="4465639" cy="376770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1" name="Textplatzhalter 6">
            <a:extLst>
              <a:ext uri="{FF2B5EF4-FFF2-40B4-BE49-F238E27FC236}">
                <a16:creationId xmlns:a16="http://schemas.microsoft.com/office/drawing/2014/main" id="{5F649EA5-E092-4F48-89BC-59787C8A4B08}"/>
              </a:ext>
            </a:extLst>
          </p:cNvPr>
          <p:cNvSpPr>
            <a:spLocks noGrp="1"/>
          </p:cNvSpPr>
          <p:nvPr>
            <p:ph type="body" sz="quarter" idx="21" hasCustomPrompt="1"/>
            <p:custDataLst>
              <p:tags r:id="rId7"/>
            </p:custDataLst>
          </p:nvPr>
        </p:nvSpPr>
        <p:spPr>
          <a:xfrm>
            <a:off x="6422935" y="5795962"/>
            <a:ext cx="4464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7" name="Fußzeilenplatzhalter 6">
            <a:extLst>
              <a:ext uri="{FF2B5EF4-FFF2-40B4-BE49-F238E27FC236}">
                <a16:creationId xmlns:a16="http://schemas.microsoft.com/office/drawing/2014/main" id="{08DF6979-56D6-4B18-BAB7-859190730799}"/>
              </a:ext>
            </a:extLst>
          </p:cNvPr>
          <p:cNvSpPr>
            <a:spLocks noGrp="1"/>
          </p:cNvSpPr>
          <p:nvPr>
            <p:ph type="ftr" sz="quarter" idx="16"/>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6CF1862D-E8F4-4C35-877A-4230D6BD966C}"/>
              </a:ext>
            </a:extLst>
          </p:cNvPr>
          <p:cNvSpPr>
            <a:spLocks noGrp="1"/>
          </p:cNvSpPr>
          <p:nvPr>
            <p:ph type="sldNum" sz="quarter" idx="17"/>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914983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go klein - 3 Inhalte">
    <p:spTree>
      <p:nvGrpSpPr>
        <p:cNvPr id="1" name=""/>
        <p:cNvGrpSpPr/>
        <p:nvPr/>
      </p:nvGrpSpPr>
      <p:grpSpPr>
        <a:xfrm>
          <a:off x="0" y="0"/>
          <a:ext cx="0" cy="0"/>
          <a:chOff x="0" y="0"/>
          <a:chExt cx="0" cy="0"/>
        </a:xfrm>
      </p:grpSpPr>
      <p:pic>
        <p:nvPicPr>
          <p:cNvPr id="17" name="Grafik 16">
            <a:extLst>
              <a:ext uri="{FF2B5EF4-FFF2-40B4-BE49-F238E27FC236}">
                <a16:creationId xmlns:a16="http://schemas.microsoft.com/office/drawing/2014/main" id="{1A0C5AC3-D69A-452C-8ADE-D933E076B90D}"/>
              </a:ext>
            </a:extLst>
          </p:cNvPr>
          <p:cNvPicPr>
            <a:picLocks noChangeAspect="1"/>
          </p:cNvPicPr>
          <p:nvPr userDrawn="1">
            <p:custDataLst>
              <p:tags r:id="rId1"/>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CB637127-39B7-41CD-ADEB-36B572791C6D}"/>
              </a:ext>
            </a:extLst>
          </p:cNvPr>
          <p:cNvSpPr>
            <a:spLocks noGrp="1"/>
          </p:cNvSpPr>
          <p:nvPr>
            <p:ph type="title"/>
            <p:custDataLst>
              <p:tags r:id="rId2"/>
            </p:custDataLst>
          </p:nvPr>
        </p:nvSpPr>
        <p:spPr>
          <a:xfrm>
            <a:off x="1308100" y="468438"/>
            <a:ext cx="9577388" cy="828675"/>
          </a:xfrm>
        </p:spPr>
        <p:txBody>
          <a:bodyPr anchor="t"/>
          <a:lstStyle>
            <a:lvl1pPr>
              <a:defRPr sz="2800"/>
            </a:lvl1pPr>
          </a:lstStyle>
          <a:p>
            <a:r>
              <a:rPr lang="en-US"/>
              <a:t>Click to edit Master title style</a:t>
            </a:r>
            <a:endParaRPr lang="de-AT" dirty="0"/>
          </a:p>
        </p:txBody>
      </p:sp>
      <p:sp>
        <p:nvSpPr>
          <p:cNvPr id="16" name="Inhaltsplatzhalter 2">
            <a:extLst>
              <a:ext uri="{FF2B5EF4-FFF2-40B4-BE49-F238E27FC236}">
                <a16:creationId xmlns:a16="http://schemas.microsoft.com/office/drawing/2014/main" id="{E5B81E50-C817-4FBC-803F-285AF00E8A2C}"/>
              </a:ext>
            </a:extLst>
          </p:cNvPr>
          <p:cNvSpPr>
            <a:spLocks noGrp="1"/>
          </p:cNvSpPr>
          <p:nvPr>
            <p:ph sz="half" idx="1" hasCustomPrompt="1"/>
            <p:custDataLst>
              <p:tags r:id="rId3"/>
            </p:custDataLst>
          </p:nvPr>
        </p:nvSpPr>
        <p:spPr>
          <a:xfrm>
            <a:off x="1307364"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4" name="Textplatzhalter 6">
            <a:extLst>
              <a:ext uri="{FF2B5EF4-FFF2-40B4-BE49-F238E27FC236}">
                <a16:creationId xmlns:a16="http://schemas.microsoft.com/office/drawing/2014/main" id="{76DACEAC-FE72-4485-BA61-32B70B55C30B}"/>
              </a:ext>
            </a:extLst>
          </p:cNvPr>
          <p:cNvSpPr>
            <a:spLocks noGrp="1"/>
          </p:cNvSpPr>
          <p:nvPr>
            <p:ph type="body" sz="quarter" idx="18" hasCustomPrompt="1"/>
            <p:custDataLst>
              <p:tags r:id="rId4"/>
            </p:custDataLst>
          </p:nvPr>
        </p:nvSpPr>
        <p:spPr>
          <a:xfrm>
            <a:off x="1308099"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8" name="Inhaltsplatzhalter 3">
            <a:extLst>
              <a:ext uri="{FF2B5EF4-FFF2-40B4-BE49-F238E27FC236}">
                <a16:creationId xmlns:a16="http://schemas.microsoft.com/office/drawing/2014/main" id="{4269F25B-1382-4303-B158-37D6475FFA54}"/>
              </a:ext>
            </a:extLst>
          </p:cNvPr>
          <p:cNvSpPr>
            <a:spLocks noGrp="1"/>
          </p:cNvSpPr>
          <p:nvPr>
            <p:ph sz="half" idx="2" hasCustomPrompt="1"/>
            <p:custDataLst>
              <p:tags r:id="rId5"/>
            </p:custDataLst>
          </p:nvPr>
        </p:nvSpPr>
        <p:spPr>
          <a:xfrm>
            <a:off x="4656024"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5" name="Textplatzhalter 6">
            <a:extLst>
              <a:ext uri="{FF2B5EF4-FFF2-40B4-BE49-F238E27FC236}">
                <a16:creationId xmlns:a16="http://schemas.microsoft.com/office/drawing/2014/main" id="{69E1E176-0BF8-48FB-9C78-4D3C31917A0F}"/>
              </a:ext>
            </a:extLst>
          </p:cNvPr>
          <p:cNvSpPr>
            <a:spLocks noGrp="1"/>
          </p:cNvSpPr>
          <p:nvPr>
            <p:ph type="body" sz="quarter" idx="19" hasCustomPrompt="1"/>
            <p:custDataLst>
              <p:tags r:id="rId6"/>
            </p:custDataLst>
          </p:nvPr>
        </p:nvSpPr>
        <p:spPr>
          <a:xfrm>
            <a:off x="4656023"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19" name="Inhaltsplatzhalter 3">
            <a:extLst>
              <a:ext uri="{FF2B5EF4-FFF2-40B4-BE49-F238E27FC236}">
                <a16:creationId xmlns:a16="http://schemas.microsoft.com/office/drawing/2014/main" id="{F17CFAD3-D27F-4386-BB6A-DA7CD5FCD531}"/>
              </a:ext>
            </a:extLst>
          </p:cNvPr>
          <p:cNvSpPr>
            <a:spLocks noGrp="1"/>
          </p:cNvSpPr>
          <p:nvPr>
            <p:ph sz="half" idx="17" hasCustomPrompt="1"/>
            <p:custDataLst>
              <p:tags r:id="rId7"/>
            </p:custDataLst>
          </p:nvPr>
        </p:nvSpPr>
        <p:spPr>
          <a:xfrm>
            <a:off x="8004683" y="1549400"/>
            <a:ext cx="2880000" cy="417512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22" name="Textplatzhalter 6">
            <a:extLst>
              <a:ext uri="{FF2B5EF4-FFF2-40B4-BE49-F238E27FC236}">
                <a16:creationId xmlns:a16="http://schemas.microsoft.com/office/drawing/2014/main" id="{ECD8C927-8B97-4C3A-A82C-BD0BF859A357}"/>
              </a:ext>
            </a:extLst>
          </p:cNvPr>
          <p:cNvSpPr>
            <a:spLocks noGrp="1"/>
          </p:cNvSpPr>
          <p:nvPr>
            <p:ph type="body" sz="quarter" idx="20" hasCustomPrompt="1"/>
            <p:custDataLst>
              <p:tags r:id="rId8"/>
            </p:custDataLst>
          </p:nvPr>
        </p:nvSpPr>
        <p:spPr>
          <a:xfrm>
            <a:off x="8003901" y="5795962"/>
            <a:ext cx="2880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C5A49CA1-FA2C-4221-B4C1-B59C1E0F7B4B}"/>
              </a:ext>
            </a:extLst>
          </p:cNvPr>
          <p:cNvSpPr>
            <a:spLocks noGrp="1"/>
          </p:cNvSpPr>
          <p:nvPr>
            <p:ph type="ftr" sz="quarter" idx="15"/>
          </p:nvPr>
        </p:nvSpPr>
        <p:spPr/>
        <p:txBody>
          <a:bodyPr/>
          <a:lstStyle/>
          <a:p>
            <a:r>
              <a:rPr lang="de-AT"/>
              <a:t>Musterpräsentation | September 2021</a:t>
            </a:r>
            <a:endParaRPr lang="de-AT" dirty="0"/>
          </a:p>
        </p:txBody>
      </p:sp>
      <p:sp>
        <p:nvSpPr>
          <p:cNvPr id="7" name="Foliennummernplatzhalter 6">
            <a:extLst>
              <a:ext uri="{FF2B5EF4-FFF2-40B4-BE49-F238E27FC236}">
                <a16:creationId xmlns:a16="http://schemas.microsoft.com/office/drawing/2014/main" id="{444A1E6C-0A49-4AE4-B97A-06341D14321F}"/>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3818406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ogo klein - Text und Bild groß">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C80B18DB-87A6-4902-B08F-EEEF6A4C490F}"/>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DB424605-8FAF-42C4-8B55-1E41E515CBDE}"/>
              </a:ext>
            </a:extLst>
          </p:cNvPr>
          <p:cNvSpPr>
            <a:spLocks noGrp="1"/>
          </p:cNvSpPr>
          <p:nvPr>
            <p:ph type="title"/>
            <p:custDataLst>
              <p:tags r:id="rId2"/>
            </p:custDataLst>
          </p:nvPr>
        </p:nvSpPr>
        <p:spPr>
          <a:xfrm>
            <a:off x="1308100" y="468438"/>
            <a:ext cx="4464050"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466725"/>
            <a:ext cx="5292725" cy="5257800"/>
          </a:xfrm>
        </p:spPr>
        <p:txBody>
          <a:bodyPr/>
          <a:lstStyle>
            <a:lvl1pPr marL="0" indent="0">
              <a:buNone/>
              <a:defRPr/>
            </a:lvl1pPr>
          </a:lstStyle>
          <a:p>
            <a:r>
              <a:rPr lang="en-US"/>
              <a:t>Click icon to add picture</a:t>
            </a:r>
            <a:endParaRPr lang="de-AT" dirty="0"/>
          </a:p>
        </p:txBody>
      </p:sp>
      <p:sp>
        <p:nvSpPr>
          <p:cNvPr id="13" name="Textplatzhalter 6">
            <a:extLst>
              <a:ext uri="{FF2B5EF4-FFF2-40B4-BE49-F238E27FC236}">
                <a16:creationId xmlns:a16="http://schemas.microsoft.com/office/drawing/2014/main" id="{AAA324F2-230D-45D1-9B3D-460855588C8F}"/>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F7EB1758-E825-49FE-BFC8-D85EC096652B}"/>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A38B308E-9401-4426-8362-E403648191D6}"/>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625947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ogo klein - Text und Bild Querformat">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B641D741-C485-431B-AB18-BF0A3F576B60}"/>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6511301B-9B7A-4FC8-899A-DA9F10DE5C84}"/>
              </a:ext>
            </a:extLst>
          </p:cNvPr>
          <p:cNvSpPr>
            <a:spLocks noGrp="1"/>
          </p:cNvSpPr>
          <p:nvPr>
            <p:ph type="title"/>
            <p:custDataLst>
              <p:tags r:id="rId2"/>
            </p:custDataLst>
          </p:nvPr>
        </p:nvSpPr>
        <p:spPr>
          <a:xfrm>
            <a:off x="1308100" y="468438"/>
            <a:ext cx="10404474"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11" name="Bildplatzhalter 10">
            <a:extLst>
              <a:ext uri="{FF2B5EF4-FFF2-40B4-BE49-F238E27FC236}">
                <a16:creationId xmlns:a16="http://schemas.microsoft.com/office/drawing/2014/main" id="{90032777-F022-4926-B155-9B65CA68852D}"/>
              </a:ext>
            </a:extLst>
          </p:cNvPr>
          <p:cNvSpPr>
            <a:spLocks noGrp="1"/>
          </p:cNvSpPr>
          <p:nvPr>
            <p:ph type="pic" sz="quarter" idx="12"/>
            <p:custDataLst>
              <p:tags r:id="rId4"/>
            </p:custDataLst>
          </p:nvPr>
        </p:nvSpPr>
        <p:spPr>
          <a:xfrm>
            <a:off x="6419850" y="1549400"/>
            <a:ext cx="5292725" cy="3527426"/>
          </a:xfrm>
        </p:spPr>
        <p:txBody>
          <a:bodyPr/>
          <a:lstStyle>
            <a:lvl1pPr marL="0" indent="0">
              <a:buNone/>
              <a:defRPr/>
            </a:lvl1pPr>
          </a:lstStyle>
          <a:p>
            <a:r>
              <a:rPr lang="en-US"/>
              <a:t>Click icon to add picture</a:t>
            </a:r>
            <a:endParaRPr lang="de-AT" dirty="0"/>
          </a:p>
        </p:txBody>
      </p:sp>
      <p:sp>
        <p:nvSpPr>
          <p:cNvPr id="16" name="Textplatzhalter 6">
            <a:extLst>
              <a:ext uri="{FF2B5EF4-FFF2-40B4-BE49-F238E27FC236}">
                <a16:creationId xmlns:a16="http://schemas.microsoft.com/office/drawing/2014/main" id="{F5C7B036-BA63-4EF3-A22E-A1F0AF81DC5D}"/>
              </a:ext>
            </a:extLst>
          </p:cNvPr>
          <p:cNvSpPr>
            <a:spLocks noGrp="1"/>
          </p:cNvSpPr>
          <p:nvPr>
            <p:ph type="body" sz="quarter" idx="20" hasCustomPrompt="1"/>
            <p:custDataLst>
              <p:tags r:id="rId5"/>
            </p:custDataLst>
          </p:nvPr>
        </p:nvSpPr>
        <p:spPr>
          <a:xfrm>
            <a:off x="6422935" y="514191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5" name="Fußzeilenplatzhalter 4">
            <a:extLst>
              <a:ext uri="{FF2B5EF4-FFF2-40B4-BE49-F238E27FC236}">
                <a16:creationId xmlns:a16="http://schemas.microsoft.com/office/drawing/2014/main" id="{7868A473-3BB1-4067-8830-F9B01DC5086E}"/>
              </a:ext>
            </a:extLst>
          </p:cNvPr>
          <p:cNvSpPr>
            <a:spLocks noGrp="1"/>
          </p:cNvSpPr>
          <p:nvPr>
            <p:ph type="ftr" sz="quarter" idx="14"/>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54E5E550-2AEE-40CC-B9A5-572A524B8A15}"/>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13703789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ogo klein - Tabelle">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3A680E4C-E350-49CA-B362-D5E27C2C7084}"/>
              </a:ext>
            </a:extLst>
          </p:cNvPr>
          <p:cNvPicPr>
            <a:picLocks noChangeAspect="1"/>
          </p:cNvPicPr>
          <p:nvPr userDrawn="1">
            <p:custDataLst>
              <p:tags r:id="rId1"/>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1963" y="468438"/>
            <a:ext cx="488826" cy="488826"/>
          </a:xfrm>
          <a:prstGeom prst="rect">
            <a:avLst/>
          </a:prstGeom>
        </p:spPr>
      </p:pic>
      <p:sp>
        <p:nvSpPr>
          <p:cNvPr id="4" name="Titel 3">
            <a:extLst>
              <a:ext uri="{FF2B5EF4-FFF2-40B4-BE49-F238E27FC236}">
                <a16:creationId xmlns:a16="http://schemas.microsoft.com/office/drawing/2014/main" id="{684F57D3-A4C9-4846-A645-1B4E4C67FEEF}"/>
              </a:ext>
            </a:extLst>
          </p:cNvPr>
          <p:cNvSpPr>
            <a:spLocks noGrp="1"/>
          </p:cNvSpPr>
          <p:nvPr>
            <p:ph type="title"/>
            <p:custDataLst>
              <p:tags r:id="rId2"/>
            </p:custDataLst>
          </p:nvPr>
        </p:nvSpPr>
        <p:spPr>
          <a:xfrm>
            <a:off x="1308100" y="468438"/>
            <a:ext cx="10404475" cy="828675"/>
          </a:xfrm>
        </p:spPr>
        <p:txBody>
          <a:bodyPr anchor="t"/>
          <a:lstStyle>
            <a:lvl1pPr>
              <a:defRPr sz="2800"/>
            </a:lvl1pPr>
          </a:lstStyle>
          <a:p>
            <a:r>
              <a:rPr lang="en-US"/>
              <a:t>Click to edit Master title style</a:t>
            </a:r>
            <a:endParaRPr lang="de-AT" dirty="0"/>
          </a:p>
        </p:txBody>
      </p:sp>
      <p:sp>
        <p:nvSpPr>
          <p:cNvPr id="7" name="Tabellenplatzhalter 6">
            <a:extLst>
              <a:ext uri="{FF2B5EF4-FFF2-40B4-BE49-F238E27FC236}">
                <a16:creationId xmlns:a16="http://schemas.microsoft.com/office/drawing/2014/main" id="{16875FCD-3D13-4E90-B3E6-1E014D587D9B}"/>
              </a:ext>
            </a:extLst>
          </p:cNvPr>
          <p:cNvSpPr>
            <a:spLocks noGrp="1"/>
          </p:cNvSpPr>
          <p:nvPr>
            <p:ph type="tbl" sz="quarter" idx="11"/>
            <p:custDataLst>
              <p:tags r:id="rId3"/>
            </p:custDataLst>
          </p:nvPr>
        </p:nvSpPr>
        <p:spPr>
          <a:xfrm>
            <a:off x="1308100" y="1549400"/>
            <a:ext cx="10404475" cy="4175125"/>
          </a:xfrm>
        </p:spPr>
        <p:txBody>
          <a:bodyPr/>
          <a:lstStyle>
            <a:lvl1pPr marL="0" indent="0">
              <a:buNone/>
              <a:defRPr/>
            </a:lvl1pPr>
          </a:lstStyle>
          <a:p>
            <a:r>
              <a:rPr lang="en-US"/>
              <a:t>Click icon to add table</a:t>
            </a:r>
            <a:endParaRPr lang="de-AT" dirty="0"/>
          </a:p>
        </p:txBody>
      </p:sp>
      <p:sp>
        <p:nvSpPr>
          <p:cNvPr id="10" name="Textplatzhalter 6">
            <a:extLst>
              <a:ext uri="{FF2B5EF4-FFF2-40B4-BE49-F238E27FC236}">
                <a16:creationId xmlns:a16="http://schemas.microsoft.com/office/drawing/2014/main" id="{17D854DD-9F1E-4B53-A47D-AD1BCFA810A8}"/>
              </a:ext>
            </a:extLst>
          </p:cNvPr>
          <p:cNvSpPr>
            <a:spLocks noGrp="1"/>
          </p:cNvSpPr>
          <p:nvPr>
            <p:ph type="body" sz="quarter" idx="20" hasCustomPrompt="1"/>
            <p:custDataLst>
              <p:tags r:id="rId4"/>
            </p:custDataLst>
          </p:nvPr>
        </p:nvSpPr>
        <p:spPr>
          <a:xfrm>
            <a:off x="1308100" y="5795962"/>
            <a:ext cx="10406836"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2F46B341-2E3B-48DF-8934-61B25EEE7504}"/>
              </a:ext>
            </a:extLst>
          </p:cNvPr>
          <p:cNvSpPr>
            <a:spLocks noGrp="1"/>
          </p:cNvSpPr>
          <p:nvPr>
            <p:ph type="ftr" sz="quarter" idx="14"/>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1F6012AB-A28A-4A12-888B-75D0EE4CAC4B}"/>
              </a:ext>
            </a:extLst>
          </p:cNvPr>
          <p:cNvSpPr>
            <a:spLocks noGrp="1"/>
          </p:cNvSpPr>
          <p:nvPr>
            <p:ph type="sldNum" sz="quarter" idx="15"/>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9314459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go klein - Text und Diagramm">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3D72A57A-0B88-47A5-963A-6E6CF2A2A799}"/>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1963" y="468438"/>
            <a:ext cx="488826" cy="488826"/>
          </a:xfrm>
          <a:prstGeom prst="rect">
            <a:avLst/>
          </a:prstGeom>
        </p:spPr>
      </p:pic>
      <p:sp>
        <p:nvSpPr>
          <p:cNvPr id="2" name="Titel 1">
            <a:extLst>
              <a:ext uri="{FF2B5EF4-FFF2-40B4-BE49-F238E27FC236}">
                <a16:creationId xmlns:a16="http://schemas.microsoft.com/office/drawing/2014/main" id="{9169EF57-E6AB-4B93-AF12-7986543DEC8B}"/>
              </a:ext>
            </a:extLst>
          </p:cNvPr>
          <p:cNvSpPr>
            <a:spLocks noGrp="1"/>
          </p:cNvSpPr>
          <p:nvPr>
            <p:ph type="title"/>
            <p:custDataLst>
              <p:tags r:id="rId2"/>
            </p:custDataLst>
          </p:nvPr>
        </p:nvSpPr>
        <p:spPr>
          <a:xfrm>
            <a:off x="1308423" y="468438"/>
            <a:ext cx="4458966" cy="828675"/>
          </a:xfrm>
        </p:spPr>
        <p:txBody>
          <a:bodyPr anchor="t"/>
          <a:lstStyle>
            <a:lvl1pPr>
              <a:defRPr sz="2800"/>
            </a:lvl1pPr>
          </a:lstStyle>
          <a:p>
            <a:r>
              <a:rPr lang="en-US"/>
              <a:t>Click to edit Master title style</a:t>
            </a:r>
            <a:endParaRPr lang="de-AT" dirty="0"/>
          </a:p>
        </p:txBody>
      </p:sp>
      <p:sp>
        <p:nvSpPr>
          <p:cNvPr id="7" name="Textplatzhalter 6">
            <a:extLst>
              <a:ext uri="{FF2B5EF4-FFF2-40B4-BE49-F238E27FC236}">
                <a16:creationId xmlns:a16="http://schemas.microsoft.com/office/drawing/2014/main" id="{BE736EC6-E18D-421D-815A-07C67D0C5B1D}"/>
              </a:ext>
            </a:extLst>
          </p:cNvPr>
          <p:cNvSpPr>
            <a:spLocks noGrp="1"/>
          </p:cNvSpPr>
          <p:nvPr>
            <p:ph type="body" sz="quarter" idx="11" hasCustomPrompt="1"/>
            <p:custDataLst>
              <p:tags r:id="rId3"/>
            </p:custDataLst>
          </p:nvPr>
        </p:nvSpPr>
        <p:spPr>
          <a:xfrm>
            <a:off x="1308101" y="1549400"/>
            <a:ext cx="4464050" cy="434657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de-AT" dirty="0"/>
              <a:t>Formatvorlagen des Textmasters bearbeiten</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3" name="Diagrammplatzhalter 2">
            <a:extLst>
              <a:ext uri="{FF2B5EF4-FFF2-40B4-BE49-F238E27FC236}">
                <a16:creationId xmlns:a16="http://schemas.microsoft.com/office/drawing/2014/main" id="{32E0DB4B-5F1B-42DD-83CB-F2653DB6A8BB}"/>
              </a:ext>
            </a:extLst>
          </p:cNvPr>
          <p:cNvSpPr>
            <a:spLocks noGrp="1"/>
          </p:cNvSpPr>
          <p:nvPr>
            <p:ph type="chart" sz="quarter" idx="14"/>
            <p:custDataLst>
              <p:tags r:id="rId4"/>
            </p:custDataLst>
          </p:nvPr>
        </p:nvSpPr>
        <p:spPr>
          <a:xfrm>
            <a:off x="6419850" y="468438"/>
            <a:ext cx="5292725" cy="5256087"/>
          </a:xfrm>
        </p:spPr>
        <p:txBody>
          <a:bodyPr/>
          <a:lstStyle>
            <a:lvl1pPr marL="0" indent="0">
              <a:buNone/>
              <a:defRPr/>
            </a:lvl1pPr>
          </a:lstStyle>
          <a:p>
            <a:r>
              <a:rPr lang="en-US"/>
              <a:t>Click icon to add chart</a:t>
            </a:r>
            <a:endParaRPr lang="de-AT" dirty="0"/>
          </a:p>
        </p:txBody>
      </p:sp>
      <p:sp>
        <p:nvSpPr>
          <p:cNvPr id="11" name="Textplatzhalter 6">
            <a:extLst>
              <a:ext uri="{FF2B5EF4-FFF2-40B4-BE49-F238E27FC236}">
                <a16:creationId xmlns:a16="http://schemas.microsoft.com/office/drawing/2014/main" id="{388F954D-4AA6-43D6-B116-7A4DEFDE530D}"/>
              </a:ext>
            </a:extLst>
          </p:cNvPr>
          <p:cNvSpPr>
            <a:spLocks noGrp="1"/>
          </p:cNvSpPr>
          <p:nvPr>
            <p:ph type="body" sz="quarter" idx="20" hasCustomPrompt="1"/>
            <p:custDataLst>
              <p:tags r:id="rId5"/>
            </p:custDataLst>
          </p:nvPr>
        </p:nvSpPr>
        <p:spPr>
          <a:xfrm>
            <a:off x="6422935" y="5795962"/>
            <a:ext cx="5292000" cy="100013"/>
          </a:xfrm>
        </p:spPr>
        <p:txBody>
          <a:bodyPr anchor="b"/>
          <a:lstStyle>
            <a:lvl1pPr marL="0" indent="0">
              <a:buNone/>
              <a:defRPr sz="800" cap="all" baseline="0"/>
            </a:lvl1pPr>
          </a:lstStyle>
          <a:p>
            <a:pPr marL="0" marR="0" lvl="0" indent="0" algn="l" defTabSz="914400" rtl="0" eaLnBrk="1" fontAlgn="auto" latinLnBrk="0" hangingPunct="1">
              <a:lnSpc>
                <a:spcPct val="90000"/>
              </a:lnSpc>
              <a:spcBef>
                <a:spcPts val="600"/>
              </a:spcBef>
              <a:spcAft>
                <a:spcPts val="0"/>
              </a:spcAft>
              <a:buClr>
                <a:schemeClr val="tx2"/>
              </a:buClr>
              <a:buSzPct val="90000"/>
              <a:buFont typeface="Arial" panose="020B0604020202020204" pitchFamily="34" charset="0"/>
              <a:buNone/>
              <a:tabLst/>
              <a:defRPr/>
            </a:pPr>
            <a:r>
              <a:rPr lang="de-AT" dirty="0"/>
              <a:t>© Copyright-Info, Quelle, …</a:t>
            </a:r>
          </a:p>
        </p:txBody>
      </p:sp>
      <p:sp>
        <p:nvSpPr>
          <p:cNvPr id="6" name="Fußzeilenplatzhalter 5">
            <a:extLst>
              <a:ext uri="{FF2B5EF4-FFF2-40B4-BE49-F238E27FC236}">
                <a16:creationId xmlns:a16="http://schemas.microsoft.com/office/drawing/2014/main" id="{71A1A9BF-3AED-4EFD-900F-A1F61F946FFE}"/>
              </a:ext>
            </a:extLst>
          </p:cNvPr>
          <p:cNvSpPr>
            <a:spLocks noGrp="1"/>
          </p:cNvSpPr>
          <p:nvPr>
            <p:ph type="ftr" sz="quarter" idx="15"/>
          </p:nvPr>
        </p:nvSpPr>
        <p:spPr/>
        <p:txBody>
          <a:bodyPr/>
          <a:lstStyle/>
          <a:p>
            <a:r>
              <a:rPr lang="de-AT"/>
              <a:t>Musterpräsentation | September 2021</a:t>
            </a:r>
            <a:endParaRPr lang="de-AT" dirty="0"/>
          </a:p>
        </p:txBody>
      </p:sp>
      <p:sp>
        <p:nvSpPr>
          <p:cNvPr id="8" name="Foliennummernplatzhalter 7">
            <a:extLst>
              <a:ext uri="{FF2B5EF4-FFF2-40B4-BE49-F238E27FC236}">
                <a16:creationId xmlns:a16="http://schemas.microsoft.com/office/drawing/2014/main" id="{C9AEF1F5-9CB9-45A4-A9BB-5CC1F835C7C6}"/>
              </a:ext>
            </a:extLst>
          </p:cNvPr>
          <p:cNvSpPr>
            <a:spLocks noGrp="1"/>
          </p:cNvSpPr>
          <p:nvPr>
            <p:ph type="sldNum" sz="quarter" idx="16"/>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5160322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pic>
        <p:nvPicPr>
          <p:cNvPr id="41" name="Grafik 40" descr="Logo der Technischen Universität Wien">
            <a:extLst>
              <a:ext uri="{FF2B5EF4-FFF2-40B4-BE49-F238E27FC236}">
                <a16:creationId xmlns:a16="http://schemas.microsoft.com/office/drawing/2014/main" id="{83392F52-F053-4B37-81F1-B63D0DE99D51}"/>
              </a:ext>
            </a:extLst>
          </p:cNvPr>
          <p:cNvPicPr/>
          <p:nvPr userDrawn="1">
            <p:custDataLst>
              <p:tags r:id="rId1"/>
            </p:custDataLst>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8287" y="466725"/>
            <a:ext cx="1939882" cy="734886"/>
          </a:xfrm>
          <a:prstGeom prst="rect">
            <a:avLst/>
          </a:prstGeom>
        </p:spPr>
      </p:pic>
      <p:sp>
        <p:nvSpPr>
          <p:cNvPr id="4" name="Titel 3">
            <a:extLst>
              <a:ext uri="{FF2B5EF4-FFF2-40B4-BE49-F238E27FC236}">
                <a16:creationId xmlns:a16="http://schemas.microsoft.com/office/drawing/2014/main" id="{A12C0C97-07D5-4F96-8247-518187567D1B}"/>
              </a:ext>
            </a:extLst>
          </p:cNvPr>
          <p:cNvSpPr>
            <a:spLocks noGrp="1"/>
          </p:cNvSpPr>
          <p:nvPr>
            <p:ph type="title" hasCustomPrompt="1"/>
            <p:custDataLst>
              <p:tags r:id="rId2"/>
            </p:custDataLst>
          </p:nvPr>
        </p:nvSpPr>
        <p:spPr>
          <a:xfrm>
            <a:off x="1307069" y="1549399"/>
            <a:ext cx="9289494" cy="828675"/>
          </a:xfrm>
        </p:spPr>
        <p:txBody>
          <a:bodyPr/>
          <a:lstStyle>
            <a:lvl1pPr>
              <a:defRPr/>
            </a:lvl1pPr>
          </a:lstStyle>
          <a:p>
            <a:r>
              <a:rPr lang="de-AT"/>
              <a:t>Kontaktinformationen</a:t>
            </a:r>
            <a:endParaRPr lang="de-AT" dirty="0"/>
          </a:p>
        </p:txBody>
      </p:sp>
      <p:sp>
        <p:nvSpPr>
          <p:cNvPr id="3" name="Textplatzhalter 2">
            <a:extLst>
              <a:ext uri="{FF2B5EF4-FFF2-40B4-BE49-F238E27FC236}">
                <a16:creationId xmlns:a16="http://schemas.microsoft.com/office/drawing/2014/main" id="{F233E7E8-1933-4C21-BF6B-D51AF4E4672E}"/>
              </a:ext>
            </a:extLst>
          </p:cNvPr>
          <p:cNvSpPr>
            <a:spLocks noGrp="1"/>
          </p:cNvSpPr>
          <p:nvPr>
            <p:ph type="body" idx="1" hasCustomPrompt="1"/>
            <p:custDataLst>
              <p:tags r:id="rId3"/>
            </p:custDataLst>
          </p:nvPr>
        </p:nvSpPr>
        <p:spPr>
          <a:xfrm>
            <a:off x="1307070" y="3429000"/>
            <a:ext cx="9289494" cy="2455545"/>
          </a:xfrm>
        </p:spPr>
        <p:txBody>
          <a:bodyPr wrap="square" anchor="b">
            <a:noAutofit/>
          </a:bodyPr>
          <a:lstStyle>
            <a:lvl1pPr marL="0" indent="0">
              <a:spcBef>
                <a:spcPts val="0"/>
              </a:spcBef>
              <a:buNone/>
              <a:defRPr sz="2000" b="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AT"/>
              <a:t>Kontaktdaten eingeben</a:t>
            </a:r>
            <a:endParaRPr lang="de-AT" dirty="0"/>
          </a:p>
        </p:txBody>
      </p:sp>
      <p:sp>
        <p:nvSpPr>
          <p:cNvPr id="5" name="Fußzeilenplatzhalter 4">
            <a:extLst>
              <a:ext uri="{FF2B5EF4-FFF2-40B4-BE49-F238E27FC236}">
                <a16:creationId xmlns:a16="http://schemas.microsoft.com/office/drawing/2014/main" id="{BACE00CB-9CCC-4A9D-A758-DD7AA927D5A0}"/>
              </a:ext>
            </a:extLst>
          </p:cNvPr>
          <p:cNvSpPr>
            <a:spLocks noGrp="1"/>
          </p:cNvSpPr>
          <p:nvPr>
            <p:ph type="ftr" sz="quarter" idx="10"/>
          </p:nvPr>
        </p:nvSpPr>
        <p:spPr/>
        <p:txBody>
          <a:body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9050ABF1-0BD3-4A46-9EEF-0778B9A7DE4E}"/>
              </a:ext>
            </a:extLst>
          </p:cNvPr>
          <p:cNvSpPr>
            <a:spLocks noGrp="1"/>
          </p:cNvSpPr>
          <p:nvPr>
            <p:ph type="sldNum" sz="quarter" idx="11"/>
          </p:nvPr>
        </p:nvSpPr>
        <p:spPr/>
        <p:txBody>
          <a:body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42743543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9968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6.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EEE1EB9-F30E-41CC-A5EA-1BB4036EAE50}"/>
              </a:ext>
            </a:extLst>
          </p:cNvPr>
          <p:cNvSpPr>
            <a:spLocks noGrp="1"/>
          </p:cNvSpPr>
          <p:nvPr userDrawn="1">
            <p:ph type="title"/>
            <p:custDataLst>
              <p:tags r:id="rId35"/>
            </p:custDataLst>
          </p:nvPr>
        </p:nvSpPr>
        <p:spPr bwMode="gray">
          <a:xfrm>
            <a:off x="1307069" y="1549399"/>
            <a:ext cx="10405506" cy="828675"/>
          </a:xfrm>
          <a:prstGeom prst="rect">
            <a:avLst/>
          </a:prstGeom>
        </p:spPr>
        <p:txBody>
          <a:bodyPr vert="horz" lIns="0" tIns="0" rIns="0" bIns="0" rtlCol="0" anchor="b">
            <a:noAutofit/>
          </a:bodyPr>
          <a:lstStyle/>
          <a:p>
            <a:r>
              <a:rPr lang="de-AT" dirty="0"/>
              <a:t>Mastertitelformat bearbeiten</a:t>
            </a:r>
          </a:p>
        </p:txBody>
      </p:sp>
      <p:sp>
        <p:nvSpPr>
          <p:cNvPr id="3" name="Textplatzhalter 2">
            <a:extLst>
              <a:ext uri="{FF2B5EF4-FFF2-40B4-BE49-F238E27FC236}">
                <a16:creationId xmlns:a16="http://schemas.microsoft.com/office/drawing/2014/main" id="{E2201E79-C3C6-4E96-894F-E05A4B90D1FF}"/>
              </a:ext>
            </a:extLst>
          </p:cNvPr>
          <p:cNvSpPr>
            <a:spLocks noGrp="1"/>
          </p:cNvSpPr>
          <p:nvPr userDrawn="1">
            <p:ph type="body" idx="1"/>
            <p:custDataLst>
              <p:tags r:id="rId36"/>
            </p:custDataLst>
          </p:nvPr>
        </p:nvSpPr>
        <p:spPr bwMode="gray">
          <a:xfrm>
            <a:off x="1308100" y="2628901"/>
            <a:ext cx="10404474" cy="3086100"/>
          </a:xfrm>
          <a:prstGeom prst="rect">
            <a:avLst/>
          </a:prstGeom>
        </p:spPr>
        <p:txBody>
          <a:bodyPr vert="horz" lIns="0" tIns="0" rIns="0" bIns="0" rtlCol="0">
            <a:noAutofit/>
          </a:bodyPr>
          <a:lstStyle/>
          <a:p>
            <a:pPr lvl="0"/>
            <a:r>
              <a:rPr lang="de-AT" dirty="0"/>
              <a:t>Mastertextformat bearbeiten </a:t>
            </a:r>
          </a:p>
          <a:p>
            <a:pPr lvl="1"/>
            <a:r>
              <a:rPr lang="de-AT" dirty="0"/>
              <a:t>Zweite Ebene</a:t>
            </a:r>
          </a:p>
          <a:p>
            <a:pPr lvl="2"/>
            <a:r>
              <a:rPr lang="de-AT" dirty="0"/>
              <a:t>Dritte Ebene</a:t>
            </a:r>
          </a:p>
          <a:p>
            <a:pPr lvl="3"/>
            <a:r>
              <a:rPr lang="de-AT" dirty="0"/>
              <a:t>Vierte Ebene</a:t>
            </a:r>
          </a:p>
          <a:p>
            <a:pPr lvl="4"/>
            <a:r>
              <a:rPr lang="de-AT" dirty="0"/>
              <a:t>Fünfte Ebene</a:t>
            </a:r>
          </a:p>
        </p:txBody>
      </p:sp>
      <p:sp>
        <p:nvSpPr>
          <p:cNvPr id="56" name="Rechteck 55">
            <a:extLst>
              <a:ext uri="{FF2B5EF4-FFF2-40B4-BE49-F238E27FC236}">
                <a16:creationId xmlns:a16="http://schemas.microsoft.com/office/drawing/2014/main" id="{AB4FDE39-4A0A-4D44-BA64-FAA4243A19D6}"/>
              </a:ext>
              <a:ext uri="{C183D7F6-B498-43B3-948B-1728B52AA6E4}">
                <adec:decorative xmlns:adec="http://schemas.microsoft.com/office/drawing/2017/decorative" val="1"/>
              </a:ext>
            </a:extLst>
          </p:cNvPr>
          <p:cNvSpPr/>
          <p:nvPr userDrawn="1">
            <p:custDataLst>
              <p:tags r:id="rId37"/>
            </p:custDataLst>
          </p:nvPr>
        </p:nvSpPr>
        <p:spPr>
          <a:xfrm>
            <a:off x="0" y="6235700"/>
            <a:ext cx="12192000" cy="622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de-AT" dirty="0"/>
          </a:p>
        </p:txBody>
      </p:sp>
      <p:sp>
        <p:nvSpPr>
          <p:cNvPr id="7" name="Fußzeilenplatzhalter 6">
            <a:extLst>
              <a:ext uri="{FF2B5EF4-FFF2-40B4-BE49-F238E27FC236}">
                <a16:creationId xmlns:a16="http://schemas.microsoft.com/office/drawing/2014/main" id="{05777435-05C2-4B0D-8378-14DDFE4EBDAF}"/>
              </a:ext>
              <a:ext uri="{C183D7F6-B498-43B3-948B-1728B52AA6E4}">
                <adec:decorative xmlns:adec="http://schemas.microsoft.com/office/drawing/2017/decorative" val="1"/>
              </a:ext>
            </a:extLst>
          </p:cNvPr>
          <p:cNvSpPr>
            <a:spLocks noGrp="1"/>
          </p:cNvSpPr>
          <p:nvPr>
            <p:ph type="ftr" sz="quarter" idx="3"/>
            <p:custDataLst>
              <p:tags r:id="rId38"/>
            </p:custDataLst>
          </p:nvPr>
        </p:nvSpPr>
        <p:spPr bwMode="white">
          <a:xfrm>
            <a:off x="461963" y="6385768"/>
            <a:ext cx="10134600" cy="288000"/>
          </a:xfrm>
          <a:prstGeom prst="rect">
            <a:avLst/>
          </a:prstGeom>
        </p:spPr>
        <p:txBody>
          <a:bodyPr vert="horz" lIns="0" tIns="0" rIns="0" bIns="0" rtlCol="0" anchor="ctr"/>
          <a:lstStyle>
            <a:lvl1pPr algn="l">
              <a:defRPr sz="1200" b="0">
                <a:solidFill>
                  <a:schemeClr val="bg1"/>
                </a:solidFill>
              </a:defRPr>
            </a:lvl1pPr>
          </a:lstStyle>
          <a:p>
            <a:r>
              <a:rPr lang="de-AT"/>
              <a:t>Musterpräsentation | September 2021</a:t>
            </a:r>
            <a:endParaRPr lang="de-AT" dirty="0"/>
          </a:p>
        </p:txBody>
      </p:sp>
      <p:sp>
        <p:nvSpPr>
          <p:cNvPr id="6" name="Foliennummernplatzhalter 5">
            <a:extLst>
              <a:ext uri="{FF2B5EF4-FFF2-40B4-BE49-F238E27FC236}">
                <a16:creationId xmlns:a16="http://schemas.microsoft.com/office/drawing/2014/main" id="{CD7DA86F-8392-48F1-84B2-3D91C8489FAC}"/>
              </a:ext>
            </a:extLst>
          </p:cNvPr>
          <p:cNvSpPr>
            <a:spLocks noGrp="1"/>
          </p:cNvSpPr>
          <p:nvPr userDrawn="1">
            <p:ph type="sldNum" sz="quarter" idx="4"/>
            <p:custDataLst>
              <p:tags r:id="rId39"/>
            </p:custDataLst>
          </p:nvPr>
        </p:nvSpPr>
        <p:spPr bwMode="white">
          <a:xfrm>
            <a:off x="10885488" y="6385768"/>
            <a:ext cx="827086" cy="288000"/>
          </a:xfrm>
          <a:prstGeom prst="rect">
            <a:avLst/>
          </a:prstGeom>
        </p:spPr>
        <p:txBody>
          <a:bodyPr vert="horz" lIns="0" tIns="0" rIns="0" bIns="0" rtlCol="0" anchor="ctr"/>
          <a:lstStyle>
            <a:lvl1pPr algn="r">
              <a:defRPr sz="1200">
                <a:solidFill>
                  <a:schemeClr val="bg1"/>
                </a:solidFill>
              </a:defRPr>
            </a:lvl1pPr>
          </a:lstStyle>
          <a:p>
            <a:fld id="{418F7AD7-DC47-44A0-A9D7-F1C17BFD6F09}" type="slidenum">
              <a:rPr lang="de-AT" smtClean="0"/>
              <a:pPr/>
              <a:t>‹#›</a:t>
            </a:fld>
            <a:endParaRPr lang="de-AT" dirty="0"/>
          </a:p>
        </p:txBody>
      </p:sp>
    </p:spTree>
    <p:extLst>
      <p:ext uri="{BB962C8B-B14F-4D97-AF65-F5344CB8AC3E}">
        <p14:creationId xmlns:p14="http://schemas.microsoft.com/office/powerpoint/2010/main" val="2062784391"/>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50" r:id="rId3"/>
    <p:sldLayoutId id="2147483667" r:id="rId4"/>
    <p:sldLayoutId id="2147483708" r:id="rId5"/>
    <p:sldLayoutId id="2147483651" r:id="rId6"/>
    <p:sldLayoutId id="2147483652" r:id="rId7"/>
    <p:sldLayoutId id="2147483752" r:id="rId8"/>
    <p:sldLayoutId id="2147483744" r:id="rId9"/>
    <p:sldLayoutId id="2147483666" r:id="rId10"/>
    <p:sldLayoutId id="2147483668" r:id="rId11"/>
    <p:sldLayoutId id="2147483669" r:id="rId12"/>
    <p:sldLayoutId id="2147483670" r:id="rId13"/>
    <p:sldLayoutId id="2147483671" r:id="rId14"/>
    <p:sldLayoutId id="2147483673" r:id="rId15"/>
    <p:sldLayoutId id="2147483745" r:id="rId16"/>
    <p:sldLayoutId id="2147483738" r:id="rId17"/>
    <p:sldLayoutId id="2147483735" r:id="rId18"/>
    <p:sldLayoutId id="2147483736" r:id="rId19"/>
    <p:sldLayoutId id="2147483737" r:id="rId20"/>
    <p:sldLayoutId id="2147483725" r:id="rId21"/>
    <p:sldLayoutId id="2147483726" r:id="rId22"/>
    <p:sldLayoutId id="2147483727" r:id="rId23"/>
    <p:sldLayoutId id="2147483729" r:id="rId24"/>
    <p:sldLayoutId id="2147483730" r:id="rId25"/>
    <p:sldLayoutId id="2147483751" r:id="rId26"/>
    <p:sldLayoutId id="2147483746" r:id="rId27"/>
    <p:sldLayoutId id="2147483731" r:id="rId28"/>
    <p:sldLayoutId id="2147483732" r:id="rId29"/>
    <p:sldLayoutId id="2147483733" r:id="rId30"/>
    <p:sldLayoutId id="2147483734" r:id="rId31"/>
    <p:sldLayoutId id="2147483707" r:id="rId32"/>
    <p:sldLayoutId id="2147483655" r:id="rId33"/>
  </p:sldLayoutIdLst>
  <p:hf hdr="0" dt="0"/>
  <p:txStyles>
    <p:title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270000" indent="-270000" algn="l" defTabSz="914400" rtl="0" eaLnBrk="1" latinLnBrk="0" hangingPunct="1">
        <a:lnSpc>
          <a:spcPct val="90000"/>
        </a:lnSpc>
        <a:spcBef>
          <a:spcPts val="600"/>
        </a:spcBef>
        <a:buClr>
          <a:schemeClr val="accent1"/>
        </a:buClr>
        <a:buSzPct val="90000"/>
        <a:buFont typeface="Arial" panose="020B0604020202020204" pitchFamily="34" charset="0"/>
        <a:buChar char="■"/>
        <a:defRPr sz="2200" b="0" kern="1200">
          <a:solidFill>
            <a:schemeClr val="tx1"/>
          </a:solidFill>
          <a:latin typeface="+mn-lt"/>
          <a:ea typeface="+mn-ea"/>
          <a:cs typeface="+mn-cs"/>
        </a:defRPr>
      </a:lvl1pPr>
      <a:lvl2pPr marL="533400" indent="-271463" algn="l" defTabSz="914400" rtl="0" eaLnBrk="1" latinLnBrk="0" hangingPunct="1">
        <a:lnSpc>
          <a:spcPct val="90000"/>
        </a:lnSpc>
        <a:spcBef>
          <a:spcPts val="400"/>
        </a:spcBef>
        <a:buClr>
          <a:schemeClr val="accent1"/>
        </a:buClr>
        <a:buSzPct val="90000"/>
        <a:buFont typeface="Arial" panose="020B0604020202020204" pitchFamily="34" charset="0"/>
        <a:buChar char="■"/>
        <a:defRPr sz="2000" b="0" kern="1200">
          <a:solidFill>
            <a:schemeClr val="tx1"/>
          </a:solidFill>
          <a:latin typeface="+mn-lt"/>
          <a:ea typeface="+mn-ea"/>
          <a:cs typeface="+mn-cs"/>
        </a:defRPr>
      </a:lvl2pPr>
      <a:lvl3pPr marL="804863"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3pPr>
      <a:lvl4pPr marL="1077913"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4pPr>
      <a:lvl5pPr marL="1349375" indent="-266700" algn="l" defTabSz="914400" rtl="0" eaLnBrk="1" latinLnBrk="0" hangingPunct="1">
        <a:lnSpc>
          <a:spcPct val="90000"/>
        </a:lnSpc>
        <a:spcBef>
          <a:spcPts val="5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guide id="4" pos="7378" userDrawn="1">
          <p15:clr>
            <a:srgbClr val="F26B43"/>
          </p15:clr>
        </p15:guide>
        <p15:guide id="5" pos="291" userDrawn="1">
          <p15:clr>
            <a:srgbClr val="F26B43"/>
          </p15:clr>
        </p15:guide>
        <p15:guide id="6" orient="horz" pos="976" userDrawn="1">
          <p15:clr>
            <a:srgbClr val="F26B43"/>
          </p15:clr>
        </p15:guide>
        <p15:guide id="7" orient="horz" pos="3198" userDrawn="1">
          <p15:clr>
            <a:srgbClr val="F26B43"/>
          </p15:clr>
        </p15:guide>
        <p15:guide id="8" orient="horz" pos="3451" userDrawn="1">
          <p15:clr>
            <a:srgbClr val="F26B43"/>
          </p15:clr>
        </p15:guide>
        <p15:guide id="9" orient="horz" pos="3714" userDrawn="1">
          <p15:clr>
            <a:srgbClr val="F26B43"/>
          </p15:clr>
        </p15:guide>
        <p15:guide id="10" pos="4044" userDrawn="1">
          <p15:clr>
            <a:srgbClr val="F26B43"/>
          </p15:clr>
        </p15:guide>
        <p15:guide id="11" pos="3636" userDrawn="1">
          <p15:clr>
            <a:srgbClr val="F26B43"/>
          </p15:clr>
        </p15:guide>
        <p15:guide id="12" orient="horz" pos="1114" userDrawn="1">
          <p15:clr>
            <a:srgbClr val="F26B43"/>
          </p15:clr>
        </p15:guide>
        <p15:guide id="13" orient="horz" pos="1498" userDrawn="1">
          <p15:clr>
            <a:srgbClr val="F26B43"/>
          </p15:clr>
        </p15:guide>
        <p15:guide id="14" orient="horz" pos="294" userDrawn="1">
          <p15:clr>
            <a:srgbClr val="F26B43"/>
          </p15:clr>
        </p15:guide>
        <p15:guide id="15" orient="horz" pos="531" userDrawn="1">
          <p15:clr>
            <a:srgbClr val="F26B43"/>
          </p15:clr>
        </p15:guide>
        <p15:guide id="16" orient="horz" pos="762" userDrawn="1">
          <p15:clr>
            <a:srgbClr val="F26B43"/>
          </p15:clr>
        </p15:guide>
        <p15:guide id="17" orient="horz" pos="1651" userDrawn="1">
          <p15:clr>
            <a:srgbClr val="F26B43"/>
          </p15:clr>
        </p15:guide>
        <p15:guide id="18" pos="824" userDrawn="1">
          <p15:clr>
            <a:srgbClr val="F26B43"/>
          </p15:clr>
        </p15:guide>
        <p15:guide id="19" pos="6675" userDrawn="1">
          <p15:clr>
            <a:srgbClr val="F26B43"/>
          </p15:clr>
        </p15:guide>
        <p15:guide id="20" orient="horz" pos="3606" userDrawn="1">
          <p15:clr>
            <a:srgbClr val="F26B43"/>
          </p15:clr>
        </p15:guide>
        <p15:guide id="21" pos="685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80.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1.xml"/><Relationship Id="rId7" Type="http://schemas.openxmlformats.org/officeDocument/2006/relationships/image" Target="../media/image10.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5" Type="http://schemas.openxmlformats.org/officeDocument/2006/relationships/notesSlide" Target="../notesSlides/notesSlide3.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3.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12.png"/><Relationship Id="rId5" Type="http://schemas.openxmlformats.org/officeDocument/2006/relationships/notesSlide" Target="../notesSlides/notesSlide4.xml"/><Relationship Id="rId4"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notesSlide" Target="../notesSlides/notesSlide6.xml"/><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14.png"/><Relationship Id="rId5" Type="http://schemas.openxmlformats.org/officeDocument/2006/relationships/notesSlide" Target="../notesSlides/notesSlide7.xml"/><Relationship Id="rId4"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221.xml"/><Relationship Id="rId7" Type="http://schemas.openxmlformats.org/officeDocument/2006/relationships/image" Target="../media/image16.png"/><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image" Target="../media/image15.png"/><Relationship Id="rId5" Type="http://schemas.openxmlformats.org/officeDocument/2006/relationships/notesSlide" Target="../notesSlides/notesSlide8.xml"/><Relationship Id="rId4"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227.xml"/><Relationship Id="rId7" Type="http://schemas.openxmlformats.org/officeDocument/2006/relationships/image" Target="../media/image19.png"/><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18.png"/><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5" Type="http://schemas.openxmlformats.org/officeDocument/2006/relationships/notesSlide" Target="../notesSlides/notesSlide10.xml"/><Relationship Id="rId4"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 Id="rId5" Type="http://schemas.openxmlformats.org/officeDocument/2006/relationships/notesSlide" Target="../notesSlides/notesSlide11.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5" Type="http://schemas.openxmlformats.org/officeDocument/2006/relationships/notesSlide" Target="../notesSlides/notesSlide12.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5" Type="http://schemas.openxmlformats.org/officeDocument/2006/relationships/notesSlide" Target="../notesSlides/notesSlide13.xml"/><Relationship Id="rId4"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image" Target="../media/image21.png"/><Relationship Id="rId5" Type="http://schemas.openxmlformats.org/officeDocument/2006/relationships/notesSlide" Target="../notesSlides/notesSlide16.xml"/><Relationship Id="rId4"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image" Target="../media/image22.png"/><Relationship Id="rId5" Type="http://schemas.openxmlformats.org/officeDocument/2006/relationships/notesSlide" Target="../notesSlides/notesSlide17.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image" Target="../media/image23.png"/><Relationship Id="rId5" Type="http://schemas.openxmlformats.org/officeDocument/2006/relationships/notesSlide" Target="../notesSlides/notesSlide18.xml"/><Relationship Id="rId4"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tags" Target="../tags/tag287.xml"/><Relationship Id="rId2" Type="http://schemas.openxmlformats.org/officeDocument/2006/relationships/tags" Target="../tags/tag286.xml"/><Relationship Id="rId1" Type="http://schemas.openxmlformats.org/officeDocument/2006/relationships/tags" Target="../tags/tag285.xml"/><Relationship Id="rId6" Type="http://schemas.openxmlformats.org/officeDocument/2006/relationships/image" Target="../media/image24.png"/><Relationship Id="rId5" Type="http://schemas.openxmlformats.org/officeDocument/2006/relationships/notesSlide" Target="../notesSlides/notesSlide19.xml"/><Relationship Id="rId4"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DC556A-B41E-4B2F-8C99-140CFA3FBFC3}"/>
              </a:ext>
            </a:extLst>
          </p:cNvPr>
          <p:cNvSpPr>
            <a:spLocks noGrp="1"/>
          </p:cNvSpPr>
          <p:nvPr>
            <p:ph type="title"/>
            <p:custDataLst>
              <p:tags r:id="rId1"/>
            </p:custDataLst>
          </p:nvPr>
        </p:nvSpPr>
        <p:spPr>
          <a:xfrm>
            <a:off x="461963" y="4438899"/>
            <a:ext cx="10134599" cy="1039564"/>
          </a:xfrm>
        </p:spPr>
        <p:txBody>
          <a:bodyPr/>
          <a:lstStyle/>
          <a:p>
            <a:r>
              <a:rPr lang="en-US" dirty="0"/>
              <a:t>Final Presentation Group 7</a:t>
            </a:r>
            <a:endParaRPr lang="de-AT" dirty="0"/>
          </a:p>
        </p:txBody>
      </p:sp>
      <p:sp>
        <p:nvSpPr>
          <p:cNvPr id="10" name="Textplatzhalter 9">
            <a:extLst>
              <a:ext uri="{FF2B5EF4-FFF2-40B4-BE49-F238E27FC236}">
                <a16:creationId xmlns:a16="http://schemas.microsoft.com/office/drawing/2014/main" id="{7D7F2532-3445-42FF-A67C-2FEBC1EBE2E9}"/>
              </a:ext>
            </a:extLst>
          </p:cNvPr>
          <p:cNvSpPr>
            <a:spLocks noGrp="1"/>
          </p:cNvSpPr>
          <p:nvPr>
            <p:ph type="body" sz="quarter" idx="15"/>
            <p:custDataLst>
              <p:tags r:id="rId2"/>
            </p:custDataLst>
          </p:nvPr>
        </p:nvSpPr>
        <p:spPr>
          <a:xfrm>
            <a:off x="461963" y="5550408"/>
            <a:ext cx="10134600" cy="345566"/>
          </a:xfrm>
        </p:spPr>
        <p:txBody>
          <a:bodyPr/>
          <a:lstStyle/>
          <a:p>
            <a:r>
              <a:rPr lang="de-AT" dirty="0"/>
              <a:t>Stand: 16th January 2026</a:t>
            </a:r>
          </a:p>
        </p:txBody>
      </p:sp>
      <p:sp>
        <p:nvSpPr>
          <p:cNvPr id="5" name="Textplatzhalter 4">
            <a:extLst>
              <a:ext uri="{FF2B5EF4-FFF2-40B4-BE49-F238E27FC236}">
                <a16:creationId xmlns:a16="http://schemas.microsoft.com/office/drawing/2014/main" id="{8CF67DC2-96F0-420C-817E-D91C67D8B989}"/>
              </a:ext>
            </a:extLst>
          </p:cNvPr>
          <p:cNvSpPr>
            <a:spLocks noGrp="1"/>
          </p:cNvSpPr>
          <p:nvPr>
            <p:ph type="body" sz="quarter" idx="14"/>
            <p:custDataLst>
              <p:tags r:id="rId3"/>
            </p:custDataLst>
          </p:nvPr>
        </p:nvSpPr>
        <p:spPr>
          <a:xfrm>
            <a:off x="7247493" y="6050376"/>
            <a:ext cx="4465082" cy="171450"/>
          </a:xfrm>
        </p:spPr>
        <p:txBody>
          <a:bodyPr/>
          <a:lstStyle/>
          <a:p>
            <a:r>
              <a:rPr lang="de-AT" dirty="0"/>
              <a:t>© Copyright- group 7</a:t>
            </a:r>
          </a:p>
        </p:txBody>
      </p:sp>
      <p:sp>
        <p:nvSpPr>
          <p:cNvPr id="7" name="Textplatzhalter 6">
            <a:extLst>
              <a:ext uri="{FF2B5EF4-FFF2-40B4-BE49-F238E27FC236}">
                <a16:creationId xmlns:a16="http://schemas.microsoft.com/office/drawing/2014/main" id="{63B89FB8-9762-4BC8-84AD-DE410AA8BF61}"/>
              </a:ext>
            </a:extLst>
          </p:cNvPr>
          <p:cNvSpPr>
            <a:spLocks noGrp="1"/>
          </p:cNvSpPr>
          <p:nvPr>
            <p:ph type="body" sz="quarter" idx="10"/>
            <p:custDataLst>
              <p:tags r:id="rId4"/>
            </p:custDataLst>
          </p:nvPr>
        </p:nvSpPr>
        <p:spPr/>
        <p:txBody>
          <a:bodyPr/>
          <a:lstStyle/>
          <a:p>
            <a:r>
              <a:rPr lang="de-AT" dirty="0"/>
              <a:t>www.tuwien.at</a:t>
            </a:r>
          </a:p>
        </p:txBody>
      </p:sp>
    </p:spTree>
    <p:extLst>
      <p:ext uri="{BB962C8B-B14F-4D97-AF65-F5344CB8AC3E}">
        <p14:creationId xmlns:p14="http://schemas.microsoft.com/office/powerpoint/2010/main" val="209301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A85F2F-BC66-4BFE-9993-10CD568B5EBD}"/>
              </a:ext>
            </a:extLst>
          </p:cNvPr>
          <p:cNvSpPr>
            <a:spLocks noGrp="1"/>
          </p:cNvSpPr>
          <p:nvPr>
            <p:ph type="ctrTitle"/>
            <p:custDataLst>
              <p:tags r:id="rId1"/>
            </p:custDataLst>
          </p:nvPr>
        </p:nvSpPr>
        <p:spPr>
          <a:xfrm>
            <a:off x="751609" y="1537650"/>
            <a:ext cx="10688782" cy="1891349"/>
          </a:xfrm>
        </p:spPr>
        <p:txBody>
          <a:bodyPr/>
          <a:lstStyle/>
          <a:p>
            <a:pPr>
              <a:lnSpc>
                <a:spcPct val="150000"/>
              </a:lnSpc>
            </a:pPr>
            <a:r>
              <a:rPr lang="en-US" dirty="0"/>
              <a:t>Final Presentation Team7</a:t>
            </a:r>
            <a:br>
              <a:rPr lang="en-US" dirty="0"/>
            </a:br>
            <a:r>
              <a:rPr lang="en-US" dirty="0"/>
              <a:t>Topic 1: Language Identification</a:t>
            </a:r>
            <a:endParaRPr lang="de-AT" dirty="0"/>
          </a:p>
        </p:txBody>
      </p:sp>
      <p:sp>
        <p:nvSpPr>
          <p:cNvPr id="6" name="Textplatzhalter 5">
            <a:extLst>
              <a:ext uri="{FF2B5EF4-FFF2-40B4-BE49-F238E27FC236}">
                <a16:creationId xmlns:a16="http://schemas.microsoft.com/office/drawing/2014/main" id="{BEBBC48B-484D-472E-91AC-ADA8035C69B2}"/>
              </a:ext>
            </a:extLst>
          </p:cNvPr>
          <p:cNvSpPr>
            <a:spLocks noGrp="1"/>
          </p:cNvSpPr>
          <p:nvPr>
            <p:ph type="body" sz="quarter" idx="10"/>
            <p:custDataLst>
              <p:tags r:id="rId2"/>
            </p:custDataLst>
          </p:nvPr>
        </p:nvSpPr>
        <p:spPr/>
        <p:txBody>
          <a:bodyPr/>
          <a:lstStyle/>
          <a:p>
            <a:pPr lvl="0"/>
            <a:r>
              <a:rPr lang="de-AT" dirty="0"/>
              <a:t>www.tuwien.at</a:t>
            </a:r>
          </a:p>
        </p:txBody>
      </p:sp>
      <p:pic>
        <p:nvPicPr>
          <p:cNvPr id="8" name="Picture 7">
            <a:extLst>
              <a:ext uri="{FF2B5EF4-FFF2-40B4-BE49-F238E27FC236}">
                <a16:creationId xmlns:a16="http://schemas.microsoft.com/office/drawing/2014/main" id="{4C0D2757-9503-3A6C-6B56-324A43B911C6}"/>
              </a:ext>
            </a:extLst>
          </p:cNvPr>
          <p:cNvPicPr>
            <a:picLocks noChangeAspect="1"/>
          </p:cNvPicPr>
          <p:nvPr/>
        </p:nvPicPr>
        <p:blipFill>
          <a:blip r:embed="rId5"/>
          <a:stretch>
            <a:fillRect/>
          </a:stretch>
        </p:blipFill>
        <p:spPr>
          <a:xfrm>
            <a:off x="119205" y="4934494"/>
            <a:ext cx="2177200" cy="1159359"/>
          </a:xfrm>
          <a:prstGeom prst="rect">
            <a:avLst/>
          </a:prstGeom>
        </p:spPr>
      </p:pic>
      <p:pic>
        <p:nvPicPr>
          <p:cNvPr id="9" name="Picture 8">
            <a:extLst>
              <a:ext uri="{FF2B5EF4-FFF2-40B4-BE49-F238E27FC236}">
                <a16:creationId xmlns:a16="http://schemas.microsoft.com/office/drawing/2014/main" id="{DFB90DA7-A980-CDA2-5A57-DA42A06DA293}"/>
              </a:ext>
            </a:extLst>
          </p:cNvPr>
          <p:cNvPicPr>
            <a:picLocks noChangeAspect="1"/>
          </p:cNvPicPr>
          <p:nvPr/>
        </p:nvPicPr>
        <p:blipFill>
          <a:blip r:embed="rId6"/>
          <a:stretch>
            <a:fillRect/>
          </a:stretch>
        </p:blipFill>
        <p:spPr>
          <a:xfrm>
            <a:off x="9598102" y="5687291"/>
            <a:ext cx="1138177" cy="180109"/>
          </a:xfrm>
          <a:prstGeom prst="rect">
            <a:avLst/>
          </a:prstGeom>
        </p:spPr>
      </p:pic>
      <p:pic>
        <p:nvPicPr>
          <p:cNvPr id="11" name="Picture 10" descr="A screenshot of a group">
            <a:extLst>
              <a:ext uri="{FF2B5EF4-FFF2-40B4-BE49-F238E27FC236}">
                <a16:creationId xmlns:a16="http://schemas.microsoft.com/office/drawing/2014/main" id="{28D1087B-43DF-7285-D249-67F991886246}"/>
              </a:ext>
            </a:extLst>
          </p:cNvPr>
          <p:cNvPicPr>
            <a:picLocks noChangeAspect="1"/>
          </p:cNvPicPr>
          <p:nvPr/>
        </p:nvPicPr>
        <p:blipFill>
          <a:blip r:embed="rId7"/>
          <a:stretch>
            <a:fillRect/>
          </a:stretch>
        </p:blipFill>
        <p:spPr>
          <a:xfrm>
            <a:off x="7502659" y="3739391"/>
            <a:ext cx="3246500" cy="1947900"/>
          </a:xfrm>
          <a:prstGeom prst="rect">
            <a:avLst/>
          </a:prstGeom>
        </p:spPr>
      </p:pic>
      <p:pic>
        <p:nvPicPr>
          <p:cNvPr id="13" name="Picture 12">
            <a:extLst>
              <a:ext uri="{FF2B5EF4-FFF2-40B4-BE49-F238E27FC236}">
                <a16:creationId xmlns:a16="http://schemas.microsoft.com/office/drawing/2014/main" id="{C096FD6D-601A-51B0-0F8B-7F0213C85074}"/>
              </a:ext>
            </a:extLst>
          </p:cNvPr>
          <p:cNvPicPr>
            <a:picLocks noChangeAspect="1"/>
          </p:cNvPicPr>
          <p:nvPr/>
        </p:nvPicPr>
        <p:blipFill>
          <a:blip r:embed="rId8"/>
          <a:stretch>
            <a:fillRect/>
          </a:stretch>
        </p:blipFill>
        <p:spPr>
          <a:xfrm>
            <a:off x="7589519" y="5624945"/>
            <a:ext cx="1995703" cy="290285"/>
          </a:xfrm>
          <a:prstGeom prst="rect">
            <a:avLst/>
          </a:prstGeom>
        </p:spPr>
      </p:pic>
    </p:spTree>
    <p:extLst>
      <p:ext uri="{BB962C8B-B14F-4D97-AF65-F5344CB8AC3E}">
        <p14:creationId xmlns:p14="http://schemas.microsoft.com/office/powerpoint/2010/main" val="1364562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8907CFC-E65A-467F-AFCC-BFAD08AE780C}"/>
              </a:ext>
            </a:extLst>
          </p:cNvPr>
          <p:cNvSpPr>
            <a:spLocks noGrp="1"/>
          </p:cNvSpPr>
          <p:nvPr>
            <p:ph type="title"/>
            <p:custDataLst>
              <p:tags r:id="rId1"/>
            </p:custDataLst>
          </p:nvPr>
        </p:nvSpPr>
        <p:spPr>
          <a:xfrm>
            <a:off x="2862399" y="477525"/>
            <a:ext cx="7213093" cy="484500"/>
          </a:xfrm>
        </p:spPr>
        <p:txBody>
          <a:bodyPr/>
          <a:lstStyle/>
          <a:p>
            <a:r>
              <a:rPr lang="en-US" dirty="0"/>
              <a:t>Project overview</a:t>
            </a:r>
            <a:endParaRPr lang="de-AT" dirty="0"/>
          </a:p>
        </p:txBody>
      </p:sp>
      <p:sp>
        <p:nvSpPr>
          <p:cNvPr id="2" name="Fußzeilenplatzhalter 1">
            <a:extLst>
              <a:ext uri="{FF2B5EF4-FFF2-40B4-BE49-F238E27FC236}">
                <a16:creationId xmlns:a16="http://schemas.microsoft.com/office/drawing/2014/main" id="{E020160F-2D80-4139-9156-9F5A507E0AA7}"/>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BA96ADF3-F9A8-4A3E-9CB2-D36801DDA95C}"/>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3</a:t>
            </a:fld>
            <a:endParaRPr lang="de-AT" dirty="0"/>
          </a:p>
        </p:txBody>
      </p:sp>
      <p:sp>
        <p:nvSpPr>
          <p:cNvPr id="6" name="TextBox 5">
            <a:extLst>
              <a:ext uri="{FF2B5EF4-FFF2-40B4-BE49-F238E27FC236}">
                <a16:creationId xmlns:a16="http://schemas.microsoft.com/office/drawing/2014/main" id="{370B5671-6CF4-270A-6116-AA7F33E56543}"/>
              </a:ext>
            </a:extLst>
          </p:cNvPr>
          <p:cNvSpPr txBox="1"/>
          <p:nvPr/>
        </p:nvSpPr>
        <p:spPr>
          <a:xfrm>
            <a:off x="903053" y="1743218"/>
            <a:ext cx="10379412" cy="33715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Goal: </a:t>
            </a:r>
            <a:r>
              <a:rPr lang="en-US" sz="1800" b="0" i="0" u="none" strike="noStrike" baseline="0" dirty="0">
                <a:latin typeface="LMRoman10-Regular-Identity-H"/>
              </a:rPr>
              <a:t>Build and evaluate multilingual sentence-level language identification spanning Latin, Arabic, and Cyrillic scripts.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Datasets: </a:t>
            </a:r>
            <a:r>
              <a:rPr lang="en-US" sz="1800" b="0" i="0" u="none" strike="noStrike" baseline="0" dirty="0">
                <a:latin typeface="LMRoman10-Regular-Identity-H"/>
              </a:rPr>
              <a:t>Multilingual Wikipedia samples exported to CoNLL-U via </a:t>
            </a:r>
            <a:r>
              <a:rPr lang="en-US" sz="1800" b="0" i="0" u="none" strike="noStrike" dirty="0">
                <a:latin typeface="Courier New" panose="02070309020205020404" pitchFamily="49" charset="0"/>
              </a:rPr>
              <a:t>prepare_multilingual_conllu_stanza.py</a:t>
            </a:r>
            <a:r>
              <a:rPr lang="en-US" sz="1800" b="0" i="0" u="none" strike="noStrike" baseline="0" dirty="0">
                <a:latin typeface="LMRoman10-Regular-Identity-H"/>
              </a:rPr>
              <a:t>, with Stanza annotations when available and heuristic fallbacks elsewhere. Evaluation uses 4,000 held-out sentences (400 per language) across 10 labels, as prepared in Milestone 1 and refined in Milestone 2.</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Languages: </a:t>
            </a:r>
            <a:r>
              <a:rPr lang="en-US" sz="1800" b="0" i="0" u="none" strike="noStrike" baseline="0" dirty="0">
                <a:latin typeface="LMRoman10-Regular-Identity-H"/>
              </a:rPr>
              <a:t>German (de), English (en), French (fr), Swedish (sv), Latvian (lv), Swahili (sw), Wolof (wo), Yoruba (yo), Kazakh (kk), Urdu (ur).</a:t>
            </a:r>
            <a:endParaRPr lang="en-US" dirty="0"/>
          </a:p>
        </p:txBody>
      </p:sp>
    </p:spTree>
    <p:extLst>
      <p:ext uri="{BB962C8B-B14F-4D97-AF65-F5344CB8AC3E}">
        <p14:creationId xmlns:p14="http://schemas.microsoft.com/office/powerpoint/2010/main" val="112874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3073-3F2B-CFB5-B13A-BA39704CEA2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946AD0A-D74E-E6E4-771B-5A298B2F9909}"/>
              </a:ext>
            </a:extLst>
          </p:cNvPr>
          <p:cNvSpPr>
            <a:spLocks noGrp="1"/>
          </p:cNvSpPr>
          <p:nvPr>
            <p:ph type="title"/>
            <p:custDataLst>
              <p:tags r:id="rId1"/>
            </p:custDataLst>
          </p:nvPr>
        </p:nvSpPr>
        <p:spPr>
          <a:xfrm>
            <a:off x="2862399" y="477525"/>
            <a:ext cx="7213093" cy="484500"/>
          </a:xfrm>
        </p:spPr>
        <p:txBody>
          <a:bodyPr/>
          <a:lstStyle/>
          <a:p>
            <a:r>
              <a:rPr lang="en-US" dirty="0"/>
              <a:t>Approaches compared</a:t>
            </a:r>
            <a:endParaRPr lang="de-AT" dirty="0"/>
          </a:p>
        </p:txBody>
      </p:sp>
      <p:sp>
        <p:nvSpPr>
          <p:cNvPr id="2" name="Fußzeilenplatzhalter 1">
            <a:extLst>
              <a:ext uri="{FF2B5EF4-FFF2-40B4-BE49-F238E27FC236}">
                <a16:creationId xmlns:a16="http://schemas.microsoft.com/office/drawing/2014/main" id="{A2056F25-D560-DB0C-5C00-0A4B190064A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16E863E6-7C3D-1EC2-32BE-800A7E73D105}"/>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4</a:t>
            </a:fld>
            <a:endParaRPr lang="de-AT" dirty="0"/>
          </a:p>
        </p:txBody>
      </p:sp>
      <p:sp>
        <p:nvSpPr>
          <p:cNvPr id="7" name="TextBox 6">
            <a:extLst>
              <a:ext uri="{FF2B5EF4-FFF2-40B4-BE49-F238E27FC236}">
                <a16:creationId xmlns:a16="http://schemas.microsoft.com/office/drawing/2014/main" id="{E3809234-5065-F162-CABA-0E8C5F600047}"/>
              </a:ext>
            </a:extLst>
          </p:cNvPr>
          <p:cNvSpPr txBox="1"/>
          <p:nvPr/>
        </p:nvSpPr>
        <p:spPr>
          <a:xfrm>
            <a:off x="1716982" y="1743218"/>
            <a:ext cx="8758035" cy="3371564"/>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Rule-based heuristics: </a:t>
            </a:r>
            <a:r>
              <a:rPr lang="en-US" sz="1800" b="0" i="0" u="none" strike="noStrike" baseline="0" dirty="0">
                <a:latin typeface="LMRoman10-Regular-Identity-H"/>
              </a:rPr>
              <a:t>Unicode script detection, diacritic patterns, cue words/affixes; computationally cheap and interpretable.</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Character n-gram logistic regression (TF–IDF): </a:t>
            </a:r>
            <a:r>
              <a:rPr lang="en-US" sz="1800" b="0" i="0" u="none" strike="noStrike" baseline="0" dirty="0">
                <a:latin typeface="LMRoman10-Regular-Identity-H"/>
              </a:rPr>
              <a:t>Lightweight classical ML baseline on character n-grams; strong accuracy with small footprint.</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XLM-RoBERTa fine-tuning: </a:t>
            </a:r>
            <a:r>
              <a:rPr lang="en-US" sz="1800" b="0" i="0" u="none" strike="noStrike" baseline="0" dirty="0">
                <a:latin typeface="LMRoman10-Regular-Identity-H"/>
              </a:rPr>
              <a:t>Multilingual transformer for sequence classification; robust across scripts but compute-heavy.</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fastText averaged embeddings (Q1 study): </a:t>
            </a:r>
            <a:r>
              <a:rPr lang="en-US" sz="1800" b="0" i="0" u="none" strike="noStrike" baseline="0" dirty="0">
                <a:latin typeface="LMRoman10-Regular-Identity-H"/>
              </a:rPr>
              <a:t>Multinomial logistic regression on pretrained word vectors; high ID accuracy but OOD brittleness due to OOV coverage gaps.</a:t>
            </a:r>
            <a:endParaRPr lang="en-US" dirty="0"/>
          </a:p>
        </p:txBody>
      </p:sp>
      <p:pic>
        <p:nvPicPr>
          <p:cNvPr id="6" name="Picture 5">
            <a:extLst>
              <a:ext uri="{FF2B5EF4-FFF2-40B4-BE49-F238E27FC236}">
                <a16:creationId xmlns:a16="http://schemas.microsoft.com/office/drawing/2014/main" id="{C14BA943-8E8F-9AF9-ED5B-2ED396DFC016}"/>
              </a:ext>
            </a:extLst>
          </p:cNvPr>
          <p:cNvPicPr>
            <a:picLocks noChangeAspect="1"/>
          </p:cNvPicPr>
          <p:nvPr/>
        </p:nvPicPr>
        <p:blipFill>
          <a:blip r:embed="rId6"/>
          <a:stretch>
            <a:fillRect/>
          </a:stretch>
        </p:blipFill>
        <p:spPr>
          <a:xfrm>
            <a:off x="10794436" y="184232"/>
            <a:ext cx="1009190" cy="1684009"/>
          </a:xfrm>
          <a:prstGeom prst="rect">
            <a:avLst/>
          </a:prstGeom>
        </p:spPr>
      </p:pic>
      <p:pic>
        <p:nvPicPr>
          <p:cNvPr id="13" name="Picture 12">
            <a:extLst>
              <a:ext uri="{FF2B5EF4-FFF2-40B4-BE49-F238E27FC236}">
                <a16:creationId xmlns:a16="http://schemas.microsoft.com/office/drawing/2014/main" id="{3216CFD1-73E5-F7D2-2B03-9EDFC34B9EF7}"/>
              </a:ext>
            </a:extLst>
          </p:cNvPr>
          <p:cNvPicPr>
            <a:picLocks noChangeAspect="1"/>
          </p:cNvPicPr>
          <p:nvPr/>
        </p:nvPicPr>
        <p:blipFill>
          <a:blip r:embed="rId7"/>
          <a:stretch>
            <a:fillRect/>
          </a:stretch>
        </p:blipFill>
        <p:spPr>
          <a:xfrm>
            <a:off x="10794436" y="2541304"/>
            <a:ext cx="1009190" cy="1498494"/>
          </a:xfrm>
          <a:prstGeom prst="rect">
            <a:avLst/>
          </a:prstGeom>
        </p:spPr>
      </p:pic>
    </p:spTree>
    <p:extLst>
      <p:ext uri="{BB962C8B-B14F-4D97-AF65-F5344CB8AC3E}">
        <p14:creationId xmlns:p14="http://schemas.microsoft.com/office/powerpoint/2010/main" val="3100049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E847-302E-18DE-9843-AC1F545B533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F6BB93D-11B1-F873-F6B3-869054DEDF72}"/>
              </a:ext>
            </a:extLst>
          </p:cNvPr>
          <p:cNvSpPr>
            <a:spLocks noGrp="1"/>
          </p:cNvSpPr>
          <p:nvPr>
            <p:ph type="title"/>
            <p:custDataLst>
              <p:tags r:id="rId1"/>
            </p:custDataLst>
          </p:nvPr>
        </p:nvSpPr>
        <p:spPr>
          <a:xfrm>
            <a:off x="2862399" y="477525"/>
            <a:ext cx="7213093" cy="484500"/>
          </a:xfrm>
        </p:spPr>
        <p:txBody>
          <a:bodyPr/>
          <a:lstStyle/>
          <a:p>
            <a:r>
              <a:rPr lang="en-US" dirty="0"/>
              <a:t>Key results</a:t>
            </a:r>
            <a:endParaRPr lang="de-AT" dirty="0"/>
          </a:p>
        </p:txBody>
      </p:sp>
      <p:sp>
        <p:nvSpPr>
          <p:cNvPr id="2" name="Fußzeilenplatzhalter 1">
            <a:extLst>
              <a:ext uri="{FF2B5EF4-FFF2-40B4-BE49-F238E27FC236}">
                <a16:creationId xmlns:a16="http://schemas.microsoft.com/office/drawing/2014/main" id="{C9097C5E-87E8-A912-98B4-F3A16069D3F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D7519AC6-187C-86F6-9579-B38E33B35031}"/>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5</a:t>
            </a:fld>
            <a:endParaRPr lang="de-AT" dirty="0"/>
          </a:p>
        </p:txBody>
      </p:sp>
      <p:sp>
        <p:nvSpPr>
          <p:cNvPr id="6" name="TextBox 5">
            <a:extLst>
              <a:ext uri="{FF2B5EF4-FFF2-40B4-BE49-F238E27FC236}">
                <a16:creationId xmlns:a16="http://schemas.microsoft.com/office/drawing/2014/main" id="{9688E60E-451D-1900-E87C-219ACD9C0053}"/>
              </a:ext>
            </a:extLst>
          </p:cNvPr>
          <p:cNvSpPr txBox="1"/>
          <p:nvPr/>
        </p:nvSpPr>
        <p:spPr>
          <a:xfrm>
            <a:off x="162127" y="1157118"/>
            <a:ext cx="11867745" cy="5033557"/>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i="0" u="none" strike="noStrike" baseline="0" dirty="0">
                <a:latin typeface="LMRoman10-Bold-Identity-H"/>
              </a:rPr>
              <a:t>Milestone 2 (in-domain Wikipedia evaluation, 10 languages)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Rule-based: 0.89 accuracy.</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Char n-gram logistic regression: </a:t>
            </a:r>
            <a:r>
              <a:rPr lang="en-US" b="1" i="0" u="none" strike="noStrike" baseline="0" dirty="0">
                <a:latin typeface="LMRoman10-Bold-Identity-H"/>
              </a:rPr>
              <a:t>0.968 accuracy </a:t>
            </a:r>
            <a:r>
              <a:rPr lang="en-US" b="0" i="0" u="none" strike="noStrike" baseline="0" dirty="0">
                <a:latin typeface="LMRoman10-Regular-Identity-H"/>
              </a:rPr>
              <a:t>(best overall) with near-perfect recall on several classes.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XLM-R fine-tuning: 0.966 accuracy; similar confusion profile, slightly </a:t>
            </a:r>
            <a:r>
              <a:rPr lang="en-US" sz="1800" b="0" i="0" u="none" strike="noStrike" baseline="0" dirty="0">
                <a:latin typeface="LMRoman10-Regular-Identity-H"/>
              </a:rPr>
              <a:t>better French/Swedish recall.</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Insight: n-gram model offers best accuracy–cost balance; rules remain </a:t>
            </a:r>
            <a:r>
              <a:rPr lang="en-US" sz="1800" b="0" i="0" u="none" strike="noStrike" baseline="0" dirty="0">
                <a:latin typeface="LMRoman10-Regular-Identity-H"/>
              </a:rPr>
              <a:t>useful for diagnostics; XLM-R for harder domains.</a:t>
            </a:r>
          </a:p>
          <a:p>
            <a:pPr marL="285750" indent="-285750" algn="l">
              <a:lnSpc>
                <a:spcPct val="150000"/>
              </a:lnSpc>
              <a:buFont typeface="Arial" panose="020B0604020202020204" pitchFamily="34" charset="0"/>
              <a:buChar char="•"/>
            </a:pPr>
            <a:r>
              <a:rPr lang="en-US" sz="1800" b="1" i="0" u="none" strike="noStrike" baseline="0" dirty="0">
                <a:latin typeface="LMRoman10-Bold-Identity-H"/>
              </a:rPr>
              <a:t>Q1 fastText OOD study (hate speech/social media, 5 languages)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Wikipedia (ID) accuracy: 0.998; OOD combined accuracy: </a:t>
            </a:r>
            <a:r>
              <a:rPr lang="en-US" b="1" i="0" u="none" strike="noStrike" baseline="0" dirty="0">
                <a:latin typeface="LMRoman10-Bold-Identity-H"/>
              </a:rPr>
              <a:t>0.9863 </a:t>
            </a:r>
            <a:r>
              <a:rPr lang="en-US" sz="1800" b="0" i="0" u="none" strike="noStrike" baseline="0" dirty="0">
                <a:latin typeface="LMRoman10-Regular-Identity-H"/>
              </a:rPr>
              <a:t>(–0.0117 drop).</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Per-language OOD accuracy: 0.9959 (kk), 0.9840 (lv), 1.0000 (sv, </a:t>
            </a:r>
            <a:r>
              <a:rPr lang="en-US" sz="1800" b="0" i="0" u="none" strike="noStrike" baseline="0" dirty="0">
                <a:latin typeface="LMRoman10-Regular-Identity-H"/>
              </a:rPr>
              <a:t>ur), 0.9996 (yo).</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OOV rates highlight brittleness: Latvian 24.1% OOV (469k unseen </a:t>
            </a:r>
            <a:r>
              <a:rPr lang="en-US" sz="1800" b="0" i="0" u="none" strike="noStrike" baseline="0" dirty="0">
                <a:latin typeface="LMRoman10-Regular-Identity-H"/>
              </a:rPr>
              <a:t>terms); Yoruba 37.9% OOV (20,801 unseen terms).</a:t>
            </a:r>
          </a:p>
          <a:p>
            <a:pPr marL="742950" lvl="1" indent="-285750">
              <a:lnSpc>
                <a:spcPct val="150000"/>
              </a:lnSpc>
              <a:buFont typeface="Courier New" panose="02070309020205020404" pitchFamily="49" charset="0"/>
              <a:buChar char="o"/>
            </a:pPr>
            <a:r>
              <a:rPr lang="en-US" b="0" i="0" u="none" strike="noStrike" baseline="0" dirty="0">
                <a:latin typeface="LMRoman10-Regular-Identity-H"/>
              </a:rPr>
              <a:t>Insight: headline metrics mask coverage fragility; next slide </a:t>
            </a:r>
            <a:r>
              <a:rPr lang="en-US" b="0" i="0" u="none" strike="noStrike" baseline="0" dirty="0">
                <a:solidFill>
                  <a:schemeClr val="tx1">
                    <a:lumMod val="95000"/>
                    <a:lumOff val="5000"/>
                  </a:schemeClr>
                </a:solidFill>
                <a:latin typeface="LMRoman10-Regular-Identity-H"/>
              </a:rPr>
              <a:t>pairs fastText with </a:t>
            </a:r>
            <a:r>
              <a:rPr lang="en-US" sz="1800" b="0" i="0" u="none" strike="noStrike" baseline="0" dirty="0">
                <a:solidFill>
                  <a:schemeClr val="tx1">
                    <a:lumMod val="95000"/>
                    <a:lumOff val="5000"/>
                  </a:schemeClr>
                </a:solidFill>
                <a:latin typeface="LMRoman10-Regular-Identity-H"/>
              </a:rPr>
              <a:t>character-level features and reports macro metrics for OOD robustness.</a:t>
            </a:r>
            <a:endParaRPr lang="en-US" dirty="0">
              <a:solidFill>
                <a:schemeClr val="tx1">
                  <a:lumMod val="95000"/>
                  <a:lumOff val="5000"/>
                </a:schemeClr>
              </a:solidFill>
            </a:endParaRPr>
          </a:p>
        </p:txBody>
      </p:sp>
    </p:spTree>
    <p:extLst>
      <p:ext uri="{BB962C8B-B14F-4D97-AF65-F5344CB8AC3E}">
        <p14:creationId xmlns:p14="http://schemas.microsoft.com/office/powerpoint/2010/main" val="1216569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B5466-C97E-7190-1B34-A1409E87D98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BF19BD9B-A181-B55B-1B9D-E80DD494148E}"/>
              </a:ext>
            </a:extLst>
          </p:cNvPr>
          <p:cNvSpPr>
            <a:spLocks noGrp="1"/>
          </p:cNvSpPr>
          <p:nvPr>
            <p:ph type="title"/>
            <p:custDataLst>
              <p:tags r:id="rId1"/>
            </p:custDataLst>
          </p:nvPr>
        </p:nvSpPr>
        <p:spPr>
          <a:xfrm>
            <a:off x="2862399" y="0"/>
            <a:ext cx="9092895" cy="962025"/>
          </a:xfrm>
        </p:spPr>
        <p:txBody>
          <a:bodyPr/>
          <a:lstStyle/>
          <a:p>
            <a:r>
              <a:rPr lang="en-US" dirty="0"/>
              <a:t>Detailed OOD robustness (fastText vs. character n-grams, 5 languages)</a:t>
            </a:r>
            <a:endParaRPr lang="de-AT" dirty="0"/>
          </a:p>
        </p:txBody>
      </p:sp>
      <p:sp>
        <p:nvSpPr>
          <p:cNvPr id="2" name="Fußzeilenplatzhalter 1">
            <a:extLst>
              <a:ext uri="{FF2B5EF4-FFF2-40B4-BE49-F238E27FC236}">
                <a16:creationId xmlns:a16="http://schemas.microsoft.com/office/drawing/2014/main" id="{D4922050-E448-46A2-C16D-3A3B5A4059D6}"/>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CF06C849-1C86-733D-5CD8-EF4128DFAC85}"/>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6</a:t>
            </a:fld>
            <a:endParaRPr lang="de-AT" dirty="0"/>
          </a:p>
        </p:txBody>
      </p:sp>
      <p:sp>
        <p:nvSpPr>
          <p:cNvPr id="9" name="TextBox 8">
            <a:extLst>
              <a:ext uri="{FF2B5EF4-FFF2-40B4-BE49-F238E27FC236}">
                <a16:creationId xmlns:a16="http://schemas.microsoft.com/office/drawing/2014/main" id="{D0FEB864-9F3D-1C24-3DC7-DECE1C59EAF1}"/>
              </a:ext>
            </a:extLst>
          </p:cNvPr>
          <p:cNvSpPr txBox="1"/>
          <p:nvPr/>
        </p:nvSpPr>
        <p:spPr>
          <a:xfrm>
            <a:off x="470694" y="1326822"/>
            <a:ext cx="11250611" cy="420435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1" i="0" dirty="0">
                <a:solidFill>
                  <a:srgbClr val="1F2328"/>
                </a:solidFill>
                <a:effectLst/>
                <a:latin typeface="-apple-system"/>
              </a:rPr>
              <a:t>Macro OOD accuracy / F1 (mean of per-language F1s):</a:t>
            </a:r>
            <a:r>
              <a:rPr lang="en-US" b="0" i="0" dirty="0">
                <a:solidFill>
                  <a:srgbClr val="1F2328"/>
                </a:solidFill>
                <a:effectLst/>
                <a:latin typeface="-apple-system"/>
              </a:rPr>
              <a:t> fastText 0.9859 / 0.6659; char n-gram 0.9800 / 0.5058; fastText + char n-gram 0.9877 / 0.7991.</a:t>
            </a:r>
          </a:p>
          <a:p>
            <a:pPr marL="285750" indent="-285750" algn="l">
              <a:lnSpc>
                <a:spcPct val="150000"/>
              </a:lnSpc>
              <a:buFont typeface="Arial" panose="020B0604020202020204" pitchFamily="34" charset="0"/>
              <a:buChar char="•"/>
            </a:pPr>
            <a:r>
              <a:rPr lang="en-US" b="1" i="0" dirty="0">
                <a:solidFill>
                  <a:srgbClr val="1F2328"/>
                </a:solidFill>
                <a:effectLst/>
                <a:latin typeface="-apple-system"/>
              </a:rPr>
              <a:t>Per-language macro F1 (OOD):</a:t>
            </a:r>
            <a:r>
              <a:rPr lang="en-US" b="0" i="0" dirty="0">
                <a:solidFill>
                  <a:srgbClr val="1F2328"/>
                </a:solidFill>
                <a:effectLst/>
                <a:latin typeface="-apple-system"/>
              </a:rPr>
              <a:t> fastText vs. char n-gram vs. combined</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Kazakh: 0.4989 vs. 0.5000 vs. 0.4993.</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Latvian: 0.3306 vs. 0.1976 vs. 0.4963 (largest robustness gain from char features).</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Swedish: 1.0000 vs. 0.4994 vs. 1.0000.</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Urdu: 1.0000 vs. 1.0000 vs. 1.0000.</a:t>
            </a:r>
          </a:p>
          <a:p>
            <a:pPr marL="742950" lvl="1" indent="-285750" algn="l">
              <a:lnSpc>
                <a:spcPct val="150000"/>
              </a:lnSpc>
              <a:buFont typeface="Arial" panose="020B0604020202020204" pitchFamily="34" charset="0"/>
              <a:buChar char="•"/>
            </a:pPr>
            <a:r>
              <a:rPr lang="en-US" b="0" i="0" dirty="0">
                <a:solidFill>
                  <a:srgbClr val="1F2328"/>
                </a:solidFill>
                <a:effectLst/>
                <a:latin typeface="-apple-system"/>
              </a:rPr>
              <a:t>Yoruba: 0.4999 vs. 0.3318 vs. 1.0000 (character features resolve OOV-driven collapse).</a:t>
            </a:r>
          </a:p>
          <a:p>
            <a:pPr marL="285750" indent="-285750" algn="l">
              <a:lnSpc>
                <a:spcPct val="150000"/>
              </a:lnSpc>
              <a:buFont typeface="Arial" panose="020B0604020202020204" pitchFamily="34" charset="0"/>
              <a:buChar char="•"/>
            </a:pPr>
            <a:r>
              <a:rPr lang="en-US" b="1" i="0" dirty="0">
                <a:solidFill>
                  <a:srgbClr val="1F2328"/>
                </a:solidFill>
                <a:effectLst/>
                <a:latin typeface="-apple-system"/>
              </a:rPr>
              <a:t>Slide takeaway:</a:t>
            </a:r>
            <a:r>
              <a:rPr lang="en-US" b="0" i="0" dirty="0">
                <a:solidFill>
                  <a:srgbClr val="1F2328"/>
                </a:solidFill>
                <a:effectLst/>
                <a:latin typeface="-apple-system"/>
              </a:rPr>
              <a:t> macro metrics surface the failure modes hidden by headline accuracy; combining fastText with character n-grams consistently improves OOD robustness.</a:t>
            </a:r>
          </a:p>
        </p:txBody>
      </p:sp>
    </p:spTree>
    <p:extLst>
      <p:ext uri="{BB962C8B-B14F-4D97-AF65-F5344CB8AC3E}">
        <p14:creationId xmlns:p14="http://schemas.microsoft.com/office/powerpoint/2010/main" val="355519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9610-159A-A37C-4C1E-A4AB4CEF584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2778B39-9931-4BEF-D8CD-EC7B1C39396C}"/>
              </a:ext>
            </a:extLst>
          </p:cNvPr>
          <p:cNvSpPr>
            <a:spLocks noGrp="1"/>
          </p:cNvSpPr>
          <p:nvPr>
            <p:ph type="title"/>
            <p:custDataLst>
              <p:tags r:id="rId1"/>
            </p:custDataLst>
          </p:nvPr>
        </p:nvSpPr>
        <p:spPr>
          <a:xfrm>
            <a:off x="166879" y="1159100"/>
            <a:ext cx="1932246" cy="1156081"/>
          </a:xfrm>
        </p:spPr>
        <p:txBody>
          <a:bodyPr anchor="t">
            <a:normAutofit fontScale="90000"/>
          </a:bodyPr>
          <a:lstStyle/>
          <a:p>
            <a:r>
              <a:rPr lang="en-US" dirty="0"/>
              <a:t>Comparative macro metrics plot</a:t>
            </a:r>
            <a:endParaRPr lang="de-AT" dirty="0"/>
          </a:p>
        </p:txBody>
      </p:sp>
      <p:pic>
        <p:nvPicPr>
          <p:cNvPr id="6" name="Picture 5">
            <a:extLst>
              <a:ext uri="{FF2B5EF4-FFF2-40B4-BE49-F238E27FC236}">
                <a16:creationId xmlns:a16="http://schemas.microsoft.com/office/drawing/2014/main" id="{5AC8BE52-5CA0-EB3F-9C6A-E3B056DD0C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92664" y="0"/>
            <a:ext cx="9566698" cy="6385768"/>
          </a:xfrm>
          <a:prstGeom prst="rect">
            <a:avLst/>
          </a:prstGeom>
          <a:noFill/>
        </p:spPr>
      </p:pic>
      <p:sp>
        <p:nvSpPr>
          <p:cNvPr id="2" name="Fußzeilenplatzhalter 1">
            <a:extLst>
              <a:ext uri="{FF2B5EF4-FFF2-40B4-BE49-F238E27FC236}">
                <a16:creationId xmlns:a16="http://schemas.microsoft.com/office/drawing/2014/main" id="{0E4E2DE5-7E77-85C3-BF66-557E6198DE0B}"/>
              </a:ext>
            </a:extLst>
          </p:cNvPr>
          <p:cNvSpPr>
            <a:spLocks noGrp="1"/>
          </p:cNvSpPr>
          <p:nvPr>
            <p:ph type="ftr" sz="quarter" idx="14"/>
            <p:custDataLst>
              <p:tags r:id="rId2"/>
            </p:custDataLst>
          </p:nvPr>
        </p:nvSpPr>
        <p:spPr>
          <a:xfrm>
            <a:off x="461963" y="6385768"/>
            <a:ext cx="10134600" cy="288000"/>
          </a:xfrm>
        </p:spPr>
        <p:txBody>
          <a:bodyPr anchor="ctr">
            <a:normAutofit/>
          </a:bodyPr>
          <a:lstStyle/>
          <a:p>
            <a:pPr>
              <a:spcAft>
                <a:spcPts val="600"/>
              </a:spcAft>
            </a:pPr>
            <a:r>
              <a:rPr lang="en-US" dirty="0"/>
              <a:t>Final Presentation Group 7</a:t>
            </a:r>
            <a:r>
              <a:rPr lang="de-AT" dirty="0"/>
              <a:t> | 16th January 2026</a:t>
            </a:r>
            <a:endParaRPr lang="de-AT"/>
          </a:p>
        </p:txBody>
      </p:sp>
      <p:sp>
        <p:nvSpPr>
          <p:cNvPr id="4" name="Foliennummernplatzhalter 3">
            <a:extLst>
              <a:ext uri="{FF2B5EF4-FFF2-40B4-BE49-F238E27FC236}">
                <a16:creationId xmlns:a16="http://schemas.microsoft.com/office/drawing/2014/main" id="{542DF990-904B-6BD9-C783-46885670766C}"/>
              </a:ext>
            </a:extLst>
          </p:cNvPr>
          <p:cNvSpPr>
            <a:spLocks noGrp="1"/>
          </p:cNvSpPr>
          <p:nvPr>
            <p:ph type="sldNum" sz="quarter" idx="15"/>
            <p:custDataLst>
              <p:tags r:id="rId3"/>
            </p:custDataLst>
          </p:nvPr>
        </p:nvSpPr>
        <p:spPr>
          <a:xfrm>
            <a:off x="10885488" y="6385768"/>
            <a:ext cx="827086" cy="288000"/>
          </a:xfrm>
        </p:spPr>
        <p:txBody>
          <a:bodyPr anchor="ctr">
            <a:normAutofit/>
          </a:bodyPr>
          <a:lstStyle/>
          <a:p>
            <a:pPr>
              <a:spcAft>
                <a:spcPts val="600"/>
              </a:spcAft>
            </a:pPr>
            <a:fld id="{418F7AD7-DC47-44A0-A9D7-F1C17BFD6F09}" type="slidenum">
              <a:rPr lang="de-AT" smtClean="0"/>
              <a:pPr>
                <a:spcAft>
                  <a:spcPts val="600"/>
                </a:spcAft>
              </a:pPr>
              <a:t>7</a:t>
            </a:fld>
            <a:endParaRPr lang="de-AT"/>
          </a:p>
        </p:txBody>
      </p:sp>
    </p:spTree>
    <p:extLst>
      <p:ext uri="{BB962C8B-B14F-4D97-AF65-F5344CB8AC3E}">
        <p14:creationId xmlns:p14="http://schemas.microsoft.com/office/powerpoint/2010/main" val="1366737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DFC09-BB19-0DE6-047B-F73360FA39C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09DBA61-C4A2-06AB-AF3F-A9FE377666BA}"/>
              </a:ext>
            </a:extLst>
          </p:cNvPr>
          <p:cNvSpPr>
            <a:spLocks noGrp="1"/>
          </p:cNvSpPr>
          <p:nvPr>
            <p:ph type="title"/>
            <p:custDataLst>
              <p:tags r:id="rId1"/>
            </p:custDataLst>
          </p:nvPr>
        </p:nvSpPr>
        <p:spPr>
          <a:xfrm>
            <a:off x="2597285" y="77821"/>
            <a:ext cx="9406647" cy="884204"/>
          </a:xfrm>
        </p:spPr>
        <p:txBody>
          <a:bodyPr/>
          <a:lstStyle/>
          <a:p>
            <a:r>
              <a:rPr lang="en-US" dirty="0"/>
              <a:t>FINAL SOLUTION — fastText Primary + Character N-gram Fallback (Model Design)</a:t>
            </a:r>
            <a:endParaRPr lang="de-AT" dirty="0"/>
          </a:p>
        </p:txBody>
      </p:sp>
      <p:sp>
        <p:nvSpPr>
          <p:cNvPr id="2" name="Fußzeilenplatzhalter 1">
            <a:extLst>
              <a:ext uri="{FF2B5EF4-FFF2-40B4-BE49-F238E27FC236}">
                <a16:creationId xmlns:a16="http://schemas.microsoft.com/office/drawing/2014/main" id="{D06A8E71-7174-B561-87F9-6B06FA624BE5}"/>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DEE2F942-C82A-C38A-2528-BE61D76148A7}"/>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8</a:t>
            </a:fld>
            <a:endParaRPr lang="de-AT" dirty="0"/>
          </a:p>
        </p:txBody>
      </p:sp>
      <p:sp>
        <p:nvSpPr>
          <p:cNvPr id="6" name="TextBox 5">
            <a:extLst>
              <a:ext uri="{FF2B5EF4-FFF2-40B4-BE49-F238E27FC236}">
                <a16:creationId xmlns:a16="http://schemas.microsoft.com/office/drawing/2014/main" id="{69CB61D0-2DD0-61B9-C5F0-09AE34BEF4D2}"/>
              </a:ext>
            </a:extLst>
          </p:cNvPr>
          <p:cNvSpPr txBox="1"/>
          <p:nvPr/>
        </p:nvSpPr>
        <p:spPr>
          <a:xfrm>
            <a:off x="3522846" y="962025"/>
            <a:ext cx="8481086" cy="2492990"/>
          </a:xfrm>
          <a:prstGeom prst="rect">
            <a:avLst/>
          </a:prstGeom>
          <a:noFill/>
        </p:spPr>
        <p:txBody>
          <a:bodyPr wrap="square">
            <a:spAutoFit/>
          </a:bodyPr>
          <a:lstStyle/>
          <a:p>
            <a:pPr algn="l">
              <a:spcAft>
                <a:spcPts val="1200"/>
              </a:spcAft>
            </a:pPr>
            <a:r>
              <a:rPr lang="en-US" b="1" i="0" dirty="0">
                <a:solidFill>
                  <a:srgbClr val="1F2328"/>
                </a:solidFill>
                <a:effectLst/>
                <a:latin typeface="-apple-system"/>
              </a:rPr>
              <a:t>Model design (two-stage routing):</a:t>
            </a:r>
            <a:endParaRPr lang="en-US" b="0" i="0" dirty="0">
              <a:solidFill>
                <a:srgbClr val="1F2328"/>
              </a:solidFill>
              <a:effectLst/>
              <a:latin typeface="-apple-system"/>
            </a:endParaRP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Primary classifier:</a:t>
            </a:r>
            <a:r>
              <a:rPr lang="en-US" b="0" i="0" dirty="0">
                <a:solidFill>
                  <a:srgbClr val="1F2328"/>
                </a:solidFill>
                <a:effectLst/>
                <a:latin typeface="-apple-system"/>
              </a:rPr>
              <a:t> fastText embeddings + logistic regression (fast, strong in-domain accuracy).</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Fallback classifier:</a:t>
            </a:r>
            <a:r>
              <a:rPr lang="en-US" b="0" i="0" dirty="0">
                <a:solidFill>
                  <a:srgbClr val="1F2328"/>
                </a:solidFill>
                <a:effectLst/>
                <a:latin typeface="-apple-system"/>
              </a:rPr>
              <a:t> character n-gram TF–IDF + logistic regression (robust to noisy, misspelled, or transliterated text).</a:t>
            </a:r>
          </a:p>
          <a:p>
            <a:pPr marL="742950" lvl="1" indent="-285750" algn="l">
              <a:spcAft>
                <a:spcPts val="1200"/>
              </a:spcAft>
              <a:buFont typeface="Arial" panose="020B0604020202020204" pitchFamily="34" charset="0"/>
              <a:buChar char="•"/>
            </a:pPr>
            <a:r>
              <a:rPr lang="en-US" b="1" i="0" dirty="0">
                <a:solidFill>
                  <a:srgbClr val="1F2328"/>
                </a:solidFill>
                <a:effectLst/>
                <a:latin typeface="-apple-system"/>
              </a:rPr>
              <a:t>Routing logic:</a:t>
            </a:r>
            <a:r>
              <a:rPr lang="en-US" b="0" i="0" dirty="0">
                <a:solidFill>
                  <a:srgbClr val="1F2328"/>
                </a:solidFill>
                <a:effectLst/>
                <a:latin typeface="-apple-system"/>
              </a:rPr>
              <a:t> compute per-sentence OOV ratio; if </a:t>
            </a:r>
            <a:r>
              <a:rPr lang="en-US" b="1" i="0" dirty="0">
                <a:solidFill>
                  <a:srgbClr val="1F2328"/>
                </a:solidFill>
                <a:effectLst/>
                <a:latin typeface="-apple-system"/>
              </a:rPr>
              <a:t>OOV &gt; 0.3</a:t>
            </a:r>
            <a:r>
              <a:rPr lang="en-US" b="0" i="0" dirty="0">
                <a:solidFill>
                  <a:srgbClr val="1F2328"/>
                </a:solidFill>
                <a:effectLst/>
                <a:latin typeface="-apple-system"/>
              </a:rPr>
              <a:t>, route to the fallback model.</a:t>
            </a:r>
          </a:p>
        </p:txBody>
      </p:sp>
      <p:pic>
        <p:nvPicPr>
          <p:cNvPr id="8" name="Picture 7">
            <a:extLst>
              <a:ext uri="{FF2B5EF4-FFF2-40B4-BE49-F238E27FC236}">
                <a16:creationId xmlns:a16="http://schemas.microsoft.com/office/drawing/2014/main" id="{BCA40FCF-4004-3531-27C8-2F97B2D5BC0F}"/>
              </a:ext>
            </a:extLst>
          </p:cNvPr>
          <p:cNvPicPr>
            <a:picLocks noChangeAspect="1"/>
          </p:cNvPicPr>
          <p:nvPr/>
        </p:nvPicPr>
        <p:blipFill>
          <a:blip r:embed="rId6"/>
          <a:stretch>
            <a:fillRect/>
          </a:stretch>
        </p:blipFill>
        <p:spPr>
          <a:xfrm>
            <a:off x="190457" y="4128354"/>
            <a:ext cx="5905543" cy="1885964"/>
          </a:xfrm>
          <a:prstGeom prst="rect">
            <a:avLst/>
          </a:prstGeom>
        </p:spPr>
      </p:pic>
      <p:pic>
        <p:nvPicPr>
          <p:cNvPr id="11" name="Picture 10">
            <a:extLst>
              <a:ext uri="{FF2B5EF4-FFF2-40B4-BE49-F238E27FC236}">
                <a16:creationId xmlns:a16="http://schemas.microsoft.com/office/drawing/2014/main" id="{96C54190-9C0E-D2A1-24FD-DA51C5112287}"/>
              </a:ext>
            </a:extLst>
          </p:cNvPr>
          <p:cNvPicPr>
            <a:picLocks noChangeAspect="1"/>
          </p:cNvPicPr>
          <p:nvPr/>
        </p:nvPicPr>
        <p:blipFill>
          <a:blip r:embed="rId7"/>
          <a:stretch>
            <a:fillRect/>
          </a:stretch>
        </p:blipFill>
        <p:spPr>
          <a:xfrm>
            <a:off x="5830681" y="3475873"/>
            <a:ext cx="6286546" cy="2724170"/>
          </a:xfrm>
          <a:prstGeom prst="rect">
            <a:avLst/>
          </a:prstGeom>
        </p:spPr>
      </p:pic>
      <p:pic>
        <p:nvPicPr>
          <p:cNvPr id="13" name="Picture 12">
            <a:extLst>
              <a:ext uri="{FF2B5EF4-FFF2-40B4-BE49-F238E27FC236}">
                <a16:creationId xmlns:a16="http://schemas.microsoft.com/office/drawing/2014/main" id="{0767CD95-0A95-E3FC-2B79-D3071C722D88}"/>
              </a:ext>
            </a:extLst>
          </p:cNvPr>
          <p:cNvPicPr>
            <a:picLocks noChangeAspect="1"/>
          </p:cNvPicPr>
          <p:nvPr/>
        </p:nvPicPr>
        <p:blipFill>
          <a:blip r:embed="rId8"/>
          <a:stretch>
            <a:fillRect/>
          </a:stretch>
        </p:blipFill>
        <p:spPr>
          <a:xfrm>
            <a:off x="310088" y="1479670"/>
            <a:ext cx="3371875" cy="2438418"/>
          </a:xfrm>
          <a:prstGeom prst="rect">
            <a:avLst/>
          </a:prstGeom>
        </p:spPr>
      </p:pic>
    </p:spTree>
    <p:extLst>
      <p:ext uri="{BB962C8B-B14F-4D97-AF65-F5344CB8AC3E}">
        <p14:creationId xmlns:p14="http://schemas.microsoft.com/office/powerpoint/2010/main" val="2634272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AD485-76A2-9EDF-715B-36A41A086D34}"/>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9AD0352-E2ED-F79F-A6F4-D90131DD554B}"/>
              </a:ext>
            </a:extLst>
          </p:cNvPr>
          <p:cNvSpPr>
            <a:spLocks noGrp="1"/>
          </p:cNvSpPr>
          <p:nvPr>
            <p:ph type="title"/>
            <p:custDataLst>
              <p:tags r:id="rId1"/>
            </p:custDataLst>
          </p:nvPr>
        </p:nvSpPr>
        <p:spPr>
          <a:xfrm>
            <a:off x="2597285" y="77821"/>
            <a:ext cx="9406647" cy="884204"/>
          </a:xfrm>
        </p:spPr>
        <p:txBody>
          <a:bodyPr/>
          <a:lstStyle/>
          <a:p>
            <a:r>
              <a:rPr lang="en-US" dirty="0"/>
              <a:t>FINAL SOLUTION — fastText Primary + Character N-gram Fallback (Results)</a:t>
            </a:r>
            <a:endParaRPr lang="de-AT" dirty="0"/>
          </a:p>
        </p:txBody>
      </p:sp>
      <p:sp>
        <p:nvSpPr>
          <p:cNvPr id="2" name="Fußzeilenplatzhalter 1">
            <a:extLst>
              <a:ext uri="{FF2B5EF4-FFF2-40B4-BE49-F238E27FC236}">
                <a16:creationId xmlns:a16="http://schemas.microsoft.com/office/drawing/2014/main" id="{66EF9F22-15CA-C909-8D45-182275E1B876}"/>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C694F19-EB54-B5A3-D592-6A9CCD679C79}"/>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9</a:t>
            </a:fld>
            <a:endParaRPr lang="de-AT" dirty="0"/>
          </a:p>
        </p:txBody>
      </p:sp>
      <p:sp>
        <p:nvSpPr>
          <p:cNvPr id="6" name="TextBox 5">
            <a:extLst>
              <a:ext uri="{FF2B5EF4-FFF2-40B4-BE49-F238E27FC236}">
                <a16:creationId xmlns:a16="http://schemas.microsoft.com/office/drawing/2014/main" id="{261F2012-4853-95B7-6151-C08113F9376D}"/>
              </a:ext>
            </a:extLst>
          </p:cNvPr>
          <p:cNvSpPr txBox="1"/>
          <p:nvPr/>
        </p:nvSpPr>
        <p:spPr>
          <a:xfrm>
            <a:off x="4752994" y="2953180"/>
            <a:ext cx="5555664" cy="1295868"/>
          </a:xfrm>
          <a:prstGeom prst="rect">
            <a:avLst/>
          </a:prstGeom>
          <a:noFill/>
        </p:spPr>
        <p:txBody>
          <a:bodyPr wrap="square">
            <a:spAutoFit/>
          </a:bodyPr>
          <a:lstStyle/>
          <a:p>
            <a:pPr algn="l">
              <a:lnSpc>
                <a:spcPct val="150000"/>
              </a:lnSpc>
              <a:spcAft>
                <a:spcPts val="1200"/>
              </a:spcAft>
            </a:pPr>
            <a:r>
              <a:rPr lang="en-US" b="1" i="0" dirty="0">
                <a:solidFill>
                  <a:srgbClr val="1F2328"/>
                </a:solidFill>
                <a:effectLst/>
                <a:latin typeface="-apple-system"/>
              </a:rPr>
              <a:t>Takeaway:</a:t>
            </a:r>
            <a:r>
              <a:rPr lang="en-US" b="0" i="0" dirty="0">
                <a:solidFill>
                  <a:srgbClr val="1F2328"/>
                </a:solidFill>
                <a:effectLst/>
                <a:latin typeface="-apple-system"/>
              </a:rPr>
              <a:t> The final solution is a deployable, OOV-aware pipeline that preserves high accuracy while delivering a large robustness gain on noisy domains.</a:t>
            </a:r>
          </a:p>
        </p:txBody>
      </p:sp>
      <p:pic>
        <p:nvPicPr>
          <p:cNvPr id="8" name="Picture 7">
            <a:extLst>
              <a:ext uri="{FF2B5EF4-FFF2-40B4-BE49-F238E27FC236}">
                <a16:creationId xmlns:a16="http://schemas.microsoft.com/office/drawing/2014/main" id="{C05E5633-A05B-A0C4-0E6E-7B78D6905ADA}"/>
              </a:ext>
            </a:extLst>
          </p:cNvPr>
          <p:cNvPicPr>
            <a:picLocks noChangeAspect="1"/>
          </p:cNvPicPr>
          <p:nvPr/>
        </p:nvPicPr>
        <p:blipFill>
          <a:blip r:embed="rId6"/>
          <a:stretch>
            <a:fillRect/>
          </a:stretch>
        </p:blipFill>
        <p:spPr>
          <a:xfrm>
            <a:off x="254118" y="1424427"/>
            <a:ext cx="3441983" cy="4673261"/>
          </a:xfrm>
          <a:prstGeom prst="rect">
            <a:avLst/>
          </a:prstGeom>
        </p:spPr>
      </p:pic>
      <p:pic>
        <p:nvPicPr>
          <p:cNvPr id="10" name="Picture 9">
            <a:extLst>
              <a:ext uri="{FF2B5EF4-FFF2-40B4-BE49-F238E27FC236}">
                <a16:creationId xmlns:a16="http://schemas.microsoft.com/office/drawing/2014/main" id="{AA456649-868C-CC61-23C3-CFF512379F9A}"/>
              </a:ext>
            </a:extLst>
          </p:cNvPr>
          <p:cNvPicPr>
            <a:picLocks noChangeAspect="1"/>
          </p:cNvPicPr>
          <p:nvPr/>
        </p:nvPicPr>
        <p:blipFill>
          <a:blip r:embed="rId7"/>
          <a:stretch>
            <a:fillRect/>
          </a:stretch>
        </p:blipFill>
        <p:spPr>
          <a:xfrm>
            <a:off x="4416482" y="1281447"/>
            <a:ext cx="3264477" cy="1395846"/>
          </a:xfrm>
          <a:prstGeom prst="rect">
            <a:avLst/>
          </a:prstGeom>
        </p:spPr>
      </p:pic>
      <p:pic>
        <p:nvPicPr>
          <p:cNvPr id="12" name="Picture 11">
            <a:extLst>
              <a:ext uri="{FF2B5EF4-FFF2-40B4-BE49-F238E27FC236}">
                <a16:creationId xmlns:a16="http://schemas.microsoft.com/office/drawing/2014/main" id="{69E5C178-588D-A2C7-C626-867A673877C8}"/>
              </a:ext>
            </a:extLst>
          </p:cNvPr>
          <p:cNvPicPr>
            <a:picLocks noChangeAspect="1"/>
          </p:cNvPicPr>
          <p:nvPr/>
        </p:nvPicPr>
        <p:blipFill>
          <a:blip r:embed="rId8"/>
          <a:stretch>
            <a:fillRect/>
          </a:stretch>
        </p:blipFill>
        <p:spPr>
          <a:xfrm>
            <a:off x="5182276" y="4707028"/>
            <a:ext cx="5924593" cy="1390660"/>
          </a:xfrm>
          <a:prstGeom prst="rect">
            <a:avLst/>
          </a:prstGeom>
        </p:spPr>
      </p:pic>
    </p:spTree>
    <p:extLst>
      <p:ext uri="{BB962C8B-B14F-4D97-AF65-F5344CB8AC3E}">
        <p14:creationId xmlns:p14="http://schemas.microsoft.com/office/powerpoint/2010/main" val="263557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DFC12-8B6F-928A-B7F5-FA051D35ED79}"/>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0410608-C886-8405-69FE-3F6E4CD95C84}"/>
              </a:ext>
            </a:extLst>
          </p:cNvPr>
          <p:cNvSpPr>
            <a:spLocks noGrp="1"/>
          </p:cNvSpPr>
          <p:nvPr>
            <p:ph type="title"/>
            <p:custDataLst>
              <p:tags r:id="rId1"/>
            </p:custDataLst>
          </p:nvPr>
        </p:nvSpPr>
        <p:spPr>
          <a:xfrm>
            <a:off x="2691483" y="374976"/>
            <a:ext cx="9101713" cy="484500"/>
          </a:xfrm>
        </p:spPr>
        <p:txBody>
          <a:bodyPr/>
          <a:lstStyle/>
          <a:p>
            <a:r>
              <a:rPr lang="en-US" dirty="0"/>
              <a:t>Recommendations for production deployment</a:t>
            </a:r>
            <a:endParaRPr lang="de-AT" dirty="0"/>
          </a:p>
        </p:txBody>
      </p:sp>
      <p:sp>
        <p:nvSpPr>
          <p:cNvPr id="2" name="Fußzeilenplatzhalter 1">
            <a:extLst>
              <a:ext uri="{FF2B5EF4-FFF2-40B4-BE49-F238E27FC236}">
                <a16:creationId xmlns:a16="http://schemas.microsoft.com/office/drawing/2014/main" id="{3D203AF8-9E60-3552-1FB0-AD00099754F8}"/>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97FCBC2C-89EC-2FBE-F5F6-F89CF7E70C6D}"/>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10</a:t>
            </a:fld>
            <a:endParaRPr lang="de-AT" dirty="0"/>
          </a:p>
        </p:txBody>
      </p:sp>
      <p:sp>
        <p:nvSpPr>
          <p:cNvPr id="6" name="TextBox 5">
            <a:extLst>
              <a:ext uri="{FF2B5EF4-FFF2-40B4-BE49-F238E27FC236}">
                <a16:creationId xmlns:a16="http://schemas.microsoft.com/office/drawing/2014/main" id="{64C2A06E-76D9-BBB5-9CA8-7FB9EBC0FFC7}"/>
              </a:ext>
            </a:extLst>
          </p:cNvPr>
          <p:cNvSpPr txBox="1"/>
          <p:nvPr/>
        </p:nvSpPr>
        <p:spPr>
          <a:xfrm>
            <a:off x="1245024" y="1185737"/>
            <a:ext cx="10054007" cy="4873770"/>
          </a:xfrm>
          <a:prstGeom prst="rect">
            <a:avLst/>
          </a:prstGeom>
          <a:noFill/>
        </p:spPr>
        <p:txBody>
          <a:bodyPr wrap="square">
            <a:spAutoFit/>
          </a:bodyPr>
          <a:lstStyle/>
          <a:p>
            <a:pPr>
              <a:lnSpc>
                <a:spcPts val="2500"/>
              </a:lnSpc>
            </a:pPr>
            <a:r>
              <a:rPr lang="en-US" dirty="0"/>
              <a:t>1. </a:t>
            </a:r>
            <a:r>
              <a:rPr lang="en-US" b="1" dirty="0"/>
              <a:t>Primary baseline: fastText + character n-gram ensemble </a:t>
            </a:r>
            <a:r>
              <a:rPr lang="en-US" dirty="0"/>
              <a:t>(RECOMMENDED)</a:t>
            </a:r>
          </a:p>
          <a:p>
            <a:pPr marL="742950" lvl="1" indent="-285750">
              <a:lnSpc>
                <a:spcPts val="2500"/>
              </a:lnSpc>
              <a:buFont typeface="Arial" panose="020B0604020202020204" pitchFamily="34" charset="0"/>
              <a:buChar char="•"/>
            </a:pPr>
            <a:r>
              <a:rPr lang="en-US" dirty="0"/>
              <a:t>Use our final solution as production system for OOD-robust language ID.</a:t>
            </a:r>
          </a:p>
          <a:p>
            <a:pPr marL="742950" lvl="1" indent="-285750">
              <a:lnSpc>
                <a:spcPts val="2500"/>
              </a:lnSpc>
              <a:buFont typeface="Arial" panose="020B0604020202020204" pitchFamily="34" charset="0"/>
              <a:buChar char="•"/>
            </a:pPr>
            <a:r>
              <a:rPr lang="en-US" dirty="0"/>
              <a:t>Best accuracy–cost trade-off with built-in robustness.</a:t>
            </a:r>
          </a:p>
          <a:p>
            <a:pPr marL="742950" lvl="1" indent="-285750">
              <a:lnSpc>
                <a:spcPts val="2500"/>
              </a:lnSpc>
              <a:buFont typeface="Arial" panose="020B0604020202020204" pitchFamily="34" charset="0"/>
              <a:buChar char="•"/>
            </a:pPr>
            <a:r>
              <a:rPr lang="en-US" dirty="0"/>
              <a:t>Supports 5 languages now; extensible to more with additional fastText models.</a:t>
            </a:r>
          </a:p>
          <a:p>
            <a:pPr>
              <a:lnSpc>
                <a:spcPts val="2500"/>
              </a:lnSpc>
            </a:pPr>
            <a:r>
              <a:rPr lang="en-US" dirty="0"/>
              <a:t>2. </a:t>
            </a:r>
            <a:r>
              <a:rPr lang="en-US" b="1" dirty="0"/>
              <a:t>Secondary baseline: Character n-gram logistic regression </a:t>
            </a:r>
            <a:r>
              <a:rPr lang="en-US" dirty="0"/>
              <a:t>(if fastText models not available)</a:t>
            </a:r>
          </a:p>
          <a:p>
            <a:pPr marL="742950" lvl="1" indent="-285750">
              <a:lnSpc>
                <a:spcPts val="2500"/>
              </a:lnSpc>
              <a:buFont typeface="Arial" panose="020B0604020202020204" pitchFamily="34" charset="0"/>
              <a:buChar char="•"/>
            </a:pPr>
            <a:r>
              <a:rPr lang="en-US" dirty="0"/>
              <a:t>Best accuracy–cost trade-off for in-domain scenarios.</a:t>
            </a:r>
          </a:p>
          <a:p>
            <a:pPr marL="742950" lvl="1" indent="-285750">
              <a:lnSpc>
                <a:spcPts val="2500"/>
              </a:lnSpc>
              <a:buFont typeface="Arial" panose="020B0604020202020204" pitchFamily="34" charset="0"/>
              <a:buChar char="•"/>
            </a:pPr>
            <a:r>
              <a:rPr lang="en-US" dirty="0"/>
              <a:t>Works on CPU, minimal dependencies.</a:t>
            </a:r>
          </a:p>
          <a:p>
            <a:pPr marL="742950" lvl="1" indent="-285750">
              <a:lnSpc>
                <a:spcPts val="2500"/>
              </a:lnSpc>
              <a:buFont typeface="Arial" panose="020B0604020202020204" pitchFamily="34" charset="0"/>
              <a:buChar char="•"/>
            </a:pPr>
            <a:r>
              <a:rPr lang="en-US" dirty="0"/>
              <a:t>Scales to new languages without retraining.</a:t>
            </a:r>
          </a:p>
          <a:p>
            <a:pPr marL="742950" lvl="1" indent="-285750">
              <a:lnSpc>
                <a:spcPts val="2500"/>
              </a:lnSpc>
              <a:buFont typeface="Arial" panose="020B0604020202020204" pitchFamily="34" charset="0"/>
              <a:buChar char="•"/>
            </a:pPr>
            <a:r>
              <a:rPr lang="en-US" dirty="0"/>
              <a:t>Interpretable features (actual character sequences).</a:t>
            </a:r>
          </a:p>
          <a:p>
            <a:pPr>
              <a:lnSpc>
                <a:spcPts val="2500"/>
              </a:lnSpc>
            </a:pPr>
            <a:r>
              <a:rPr lang="en-US" dirty="0"/>
              <a:t>3. </a:t>
            </a:r>
            <a:r>
              <a:rPr lang="en-US" b="1" dirty="0"/>
              <a:t>For domain-shifted data:</a:t>
            </a:r>
          </a:p>
          <a:p>
            <a:pPr marL="742950" lvl="1" indent="-285750">
              <a:lnSpc>
                <a:spcPts val="2500"/>
              </a:lnSpc>
              <a:buFont typeface="Arial" panose="020B0604020202020204" pitchFamily="34" charset="0"/>
              <a:buChar char="•"/>
            </a:pPr>
            <a:r>
              <a:rPr lang="en-US" dirty="0"/>
              <a:t>Use the final solution (fastText + character n-gram ensemble).</a:t>
            </a:r>
          </a:p>
          <a:p>
            <a:pPr marL="742950" lvl="1" indent="-285750">
              <a:lnSpc>
                <a:spcPts val="2500"/>
              </a:lnSpc>
              <a:buFont typeface="Arial" panose="020B0604020202020204" pitchFamily="34" charset="0"/>
              <a:buChar char="•"/>
            </a:pPr>
            <a:r>
              <a:rPr lang="en-US" dirty="0"/>
              <a:t>Or use XLM-R if GPU resources are available and ultra-high robustness is needed.</a:t>
            </a:r>
          </a:p>
          <a:p>
            <a:pPr>
              <a:lnSpc>
                <a:spcPts val="2500"/>
              </a:lnSpc>
            </a:pPr>
            <a:r>
              <a:rPr lang="en-US" dirty="0"/>
              <a:t>4. </a:t>
            </a:r>
            <a:r>
              <a:rPr lang="en-US" b="1" dirty="0"/>
              <a:t>For real-time, low-latency applications:</a:t>
            </a:r>
          </a:p>
          <a:p>
            <a:pPr marL="742950" lvl="1" indent="-285750">
              <a:lnSpc>
                <a:spcPts val="2500"/>
              </a:lnSpc>
              <a:buFont typeface="Arial" panose="020B0604020202020204" pitchFamily="34" charset="0"/>
              <a:buChar char="•"/>
            </a:pPr>
            <a:r>
              <a:rPr lang="en-US" dirty="0"/>
              <a:t>Character n-grams alone (&lt;5 ms per sentence).</a:t>
            </a:r>
          </a:p>
          <a:p>
            <a:pPr marL="742950" lvl="1" indent="-285750">
              <a:lnSpc>
                <a:spcPts val="2500"/>
              </a:lnSpc>
              <a:buFont typeface="Arial" panose="020B0604020202020204" pitchFamily="34" charset="0"/>
              <a:buChar char="•"/>
            </a:pPr>
            <a:r>
              <a:rPr lang="fi-FI" dirty="0"/>
              <a:t>Avoid XLM-R (300+ ms on CPU).</a:t>
            </a:r>
            <a:endParaRPr lang="en-US" dirty="0"/>
          </a:p>
        </p:txBody>
      </p:sp>
    </p:spTree>
    <p:extLst>
      <p:ext uri="{BB962C8B-B14F-4D97-AF65-F5344CB8AC3E}">
        <p14:creationId xmlns:p14="http://schemas.microsoft.com/office/powerpoint/2010/main" val="3628048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80E74-0D46-D81B-AD88-A4502229343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F4B27A7-90C1-CE4F-3884-4BC0BFA2E6E8}"/>
              </a:ext>
            </a:extLst>
          </p:cNvPr>
          <p:cNvSpPr>
            <a:spLocks noGrp="1"/>
          </p:cNvSpPr>
          <p:nvPr>
            <p:ph type="title"/>
            <p:custDataLst>
              <p:tags r:id="rId1"/>
            </p:custDataLst>
          </p:nvPr>
        </p:nvSpPr>
        <p:spPr>
          <a:xfrm>
            <a:off x="2691483" y="374976"/>
            <a:ext cx="4298977" cy="484500"/>
          </a:xfrm>
        </p:spPr>
        <p:txBody>
          <a:bodyPr/>
          <a:lstStyle/>
          <a:p>
            <a:r>
              <a:rPr lang="en-US" dirty="0"/>
              <a:t>Potential future work</a:t>
            </a:r>
            <a:endParaRPr lang="de-AT" dirty="0"/>
          </a:p>
        </p:txBody>
      </p:sp>
      <p:sp>
        <p:nvSpPr>
          <p:cNvPr id="2" name="Fußzeilenplatzhalter 1">
            <a:extLst>
              <a:ext uri="{FF2B5EF4-FFF2-40B4-BE49-F238E27FC236}">
                <a16:creationId xmlns:a16="http://schemas.microsoft.com/office/drawing/2014/main" id="{289EB8DB-8A40-007E-DB6A-A2E4A7C15930}"/>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36893012-F4FD-1781-6BA3-F41FB8BB5753}"/>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11</a:t>
            </a:fld>
            <a:endParaRPr lang="de-AT" dirty="0"/>
          </a:p>
        </p:txBody>
      </p:sp>
      <p:sp>
        <p:nvSpPr>
          <p:cNvPr id="6" name="TextBox 5">
            <a:extLst>
              <a:ext uri="{FF2B5EF4-FFF2-40B4-BE49-F238E27FC236}">
                <a16:creationId xmlns:a16="http://schemas.microsoft.com/office/drawing/2014/main" id="{86EF322E-47CC-FF8E-FDAD-307ACA97BA57}"/>
              </a:ext>
            </a:extLst>
          </p:cNvPr>
          <p:cNvSpPr txBox="1"/>
          <p:nvPr/>
        </p:nvSpPr>
        <p:spPr>
          <a:xfrm>
            <a:off x="1446116" y="1954237"/>
            <a:ext cx="9299767" cy="2949525"/>
          </a:xfrm>
          <a:prstGeom prst="rect">
            <a:avLst/>
          </a:prstGeom>
          <a:noFill/>
        </p:spPr>
        <p:txBody>
          <a:bodyPr wrap="square">
            <a:spAutoFit/>
          </a:bodyPr>
          <a:lstStyle/>
          <a:p>
            <a:pPr marL="285750" indent="-285750">
              <a:lnSpc>
                <a:spcPct val="150000"/>
              </a:lnSpc>
              <a:buFontTx/>
              <a:buChar char="-"/>
            </a:pPr>
            <a:r>
              <a:rPr lang="en-US" dirty="0"/>
              <a:t>Extend the final solution to all 10 languages (currently covers 5). </a:t>
            </a:r>
          </a:p>
          <a:p>
            <a:pPr marL="285750" indent="-285750">
              <a:lnSpc>
                <a:spcPct val="150000"/>
              </a:lnSpc>
              <a:buFontTx/>
              <a:buChar char="-"/>
            </a:pPr>
            <a:r>
              <a:rPr lang="en-US" dirty="0"/>
              <a:t>Add confidence scores to the predictions (not just class labels) to surface uncertainty. </a:t>
            </a:r>
          </a:p>
          <a:p>
            <a:pPr marL="285750" indent="-285750">
              <a:lnSpc>
                <a:spcPct val="150000"/>
              </a:lnSpc>
              <a:buFontTx/>
              <a:buChar char="-"/>
            </a:pPr>
            <a:r>
              <a:rPr lang="en-US" dirty="0"/>
              <a:t>Integrate with downstream NLP tasks (e.g., sentiment analysis, machine translation). </a:t>
            </a:r>
          </a:p>
          <a:p>
            <a:pPr marL="285750" indent="-285750">
              <a:lnSpc>
                <a:spcPct val="150000"/>
              </a:lnSpc>
              <a:buFontTx/>
              <a:buChar char="-"/>
            </a:pPr>
            <a:r>
              <a:rPr lang="en-US" dirty="0"/>
              <a:t>Develop language ID for endangered or minority languages. </a:t>
            </a:r>
          </a:p>
          <a:p>
            <a:pPr marL="285750" indent="-285750">
              <a:lnSpc>
                <a:spcPct val="150000"/>
              </a:lnSpc>
              <a:buFontTx/>
              <a:buChar char="-"/>
            </a:pPr>
            <a:r>
              <a:rPr lang="en-US" dirty="0"/>
              <a:t>Explore domain adaptation: fine-tune the character n-gram model on new domains with minimal labeled data. </a:t>
            </a:r>
          </a:p>
          <a:p>
            <a:pPr marL="285750" indent="-285750">
              <a:lnSpc>
                <a:spcPct val="150000"/>
              </a:lnSpc>
              <a:buFontTx/>
              <a:buChar char="-"/>
            </a:pPr>
            <a:r>
              <a:rPr lang="en-US" dirty="0"/>
              <a:t>Investigate code-switched text (sentences mixing multiple languages).</a:t>
            </a:r>
          </a:p>
        </p:txBody>
      </p:sp>
    </p:spTree>
    <p:extLst>
      <p:ext uri="{BB962C8B-B14F-4D97-AF65-F5344CB8AC3E}">
        <p14:creationId xmlns:p14="http://schemas.microsoft.com/office/powerpoint/2010/main" val="991841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ACFA-3343-CD96-4D8A-191EAF82FD3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7579267-95D4-01DC-E624-4699390A8078}"/>
              </a:ext>
            </a:extLst>
          </p:cNvPr>
          <p:cNvSpPr>
            <a:spLocks noGrp="1"/>
          </p:cNvSpPr>
          <p:nvPr>
            <p:ph type="title"/>
            <p:custDataLst>
              <p:tags r:id="rId1"/>
            </p:custDataLst>
          </p:nvPr>
        </p:nvSpPr>
        <p:spPr>
          <a:xfrm>
            <a:off x="4672903" y="486484"/>
            <a:ext cx="2846192" cy="484500"/>
          </a:xfrm>
        </p:spPr>
        <p:txBody>
          <a:bodyPr/>
          <a:lstStyle/>
          <a:p>
            <a:r>
              <a:rPr lang="en-US" dirty="0"/>
              <a:t>Key Takeaway</a:t>
            </a:r>
            <a:endParaRPr lang="de-AT" dirty="0"/>
          </a:p>
        </p:txBody>
      </p:sp>
      <p:sp>
        <p:nvSpPr>
          <p:cNvPr id="2" name="Fußzeilenplatzhalter 1">
            <a:extLst>
              <a:ext uri="{FF2B5EF4-FFF2-40B4-BE49-F238E27FC236}">
                <a16:creationId xmlns:a16="http://schemas.microsoft.com/office/drawing/2014/main" id="{533D3136-A7B5-46A0-90E9-E9770BDA54C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7A126F60-9CE6-AE3F-5AD9-631EDCC7B33A}"/>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12</a:t>
            </a:fld>
            <a:endParaRPr lang="de-AT" dirty="0"/>
          </a:p>
        </p:txBody>
      </p:sp>
      <p:sp>
        <p:nvSpPr>
          <p:cNvPr id="6" name="TextBox 5">
            <a:extLst>
              <a:ext uri="{FF2B5EF4-FFF2-40B4-BE49-F238E27FC236}">
                <a16:creationId xmlns:a16="http://schemas.microsoft.com/office/drawing/2014/main" id="{250F7178-C7B7-5C2F-84C8-809DB7064CF6}"/>
              </a:ext>
            </a:extLst>
          </p:cNvPr>
          <p:cNvSpPr txBox="1"/>
          <p:nvPr/>
        </p:nvSpPr>
        <p:spPr>
          <a:xfrm>
            <a:off x="1446115" y="2369735"/>
            <a:ext cx="9299767" cy="2118529"/>
          </a:xfrm>
          <a:prstGeom prst="rect">
            <a:avLst/>
          </a:prstGeom>
          <a:noFill/>
        </p:spPr>
        <p:txBody>
          <a:bodyPr wrap="square">
            <a:spAutoFit/>
          </a:bodyPr>
          <a:lstStyle/>
          <a:p>
            <a:pPr>
              <a:lnSpc>
                <a:spcPct val="150000"/>
              </a:lnSpc>
            </a:pPr>
            <a:r>
              <a:rPr lang="en-US" b="1" dirty="0"/>
              <a:t>Language identification is a solved problem for in-domain, high-resource settings. Our contribution is showing how to make it robust to real-world noise: pair embeddings with character backups, route based on OOV, and always audit per-language metrics. This final solution is a blueprint for practitioners building multilingual NLP systems.</a:t>
            </a:r>
            <a:endParaRPr lang="en-US" dirty="0"/>
          </a:p>
        </p:txBody>
      </p:sp>
    </p:spTree>
    <p:extLst>
      <p:ext uri="{BB962C8B-B14F-4D97-AF65-F5344CB8AC3E}">
        <p14:creationId xmlns:p14="http://schemas.microsoft.com/office/powerpoint/2010/main" val="3432329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55142-538A-0941-6BC0-0E37FC64EDF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D32C411-DB26-4881-389B-4DE534537D98}"/>
              </a:ext>
            </a:extLst>
          </p:cNvPr>
          <p:cNvSpPr>
            <a:spLocks noGrp="1"/>
          </p:cNvSpPr>
          <p:nvPr>
            <p:ph type="title"/>
            <p:custDataLst>
              <p:tags r:id="rId1"/>
            </p:custDataLst>
          </p:nvPr>
        </p:nvSpPr>
        <p:spPr>
          <a:xfrm>
            <a:off x="4747102" y="3186750"/>
            <a:ext cx="1564322" cy="484500"/>
          </a:xfrm>
        </p:spPr>
        <p:txBody>
          <a:bodyPr/>
          <a:lstStyle/>
          <a:p>
            <a:r>
              <a:rPr lang="en-US" dirty="0"/>
              <a:t>Backup</a:t>
            </a:r>
            <a:endParaRPr lang="de-AT" dirty="0"/>
          </a:p>
        </p:txBody>
      </p:sp>
      <p:sp>
        <p:nvSpPr>
          <p:cNvPr id="2" name="Fußzeilenplatzhalter 1">
            <a:extLst>
              <a:ext uri="{FF2B5EF4-FFF2-40B4-BE49-F238E27FC236}">
                <a16:creationId xmlns:a16="http://schemas.microsoft.com/office/drawing/2014/main" id="{76BDD6F1-D542-3D55-6E34-CE5D34C05467}"/>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3E6F2AB6-52E6-C75D-2E7C-DCCB4A0D5991}"/>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13</a:t>
            </a:fld>
            <a:endParaRPr lang="de-AT" dirty="0"/>
          </a:p>
        </p:txBody>
      </p:sp>
    </p:spTree>
    <p:extLst>
      <p:ext uri="{BB962C8B-B14F-4D97-AF65-F5344CB8AC3E}">
        <p14:creationId xmlns:p14="http://schemas.microsoft.com/office/powerpoint/2010/main" val="3953418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2DF4-94D7-D710-E219-5B93C1F4935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69DA9BA-4295-36EB-F051-FA6EABEFBC2E}"/>
              </a:ext>
            </a:extLst>
          </p:cNvPr>
          <p:cNvSpPr>
            <a:spLocks noGrp="1"/>
          </p:cNvSpPr>
          <p:nvPr>
            <p:ph type="title"/>
            <p:custDataLst>
              <p:tags r:id="rId1"/>
            </p:custDataLst>
          </p:nvPr>
        </p:nvSpPr>
        <p:spPr>
          <a:xfrm>
            <a:off x="2444885" y="472232"/>
            <a:ext cx="9747115" cy="484500"/>
          </a:xfrm>
        </p:spPr>
        <p:txBody>
          <a:bodyPr/>
          <a:lstStyle/>
          <a:p>
            <a:r>
              <a:rPr lang="en-US" dirty="0"/>
              <a:t>Deployment considerations: latency vs. hardware</a:t>
            </a:r>
            <a:endParaRPr lang="de-AT" dirty="0"/>
          </a:p>
        </p:txBody>
      </p:sp>
      <p:sp>
        <p:nvSpPr>
          <p:cNvPr id="2" name="Fußzeilenplatzhalter 1">
            <a:extLst>
              <a:ext uri="{FF2B5EF4-FFF2-40B4-BE49-F238E27FC236}">
                <a16:creationId xmlns:a16="http://schemas.microsoft.com/office/drawing/2014/main" id="{FE6F68D7-018B-12AC-B124-FABFA9668188}"/>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5A3B3EC1-A0D8-8056-60E7-E257D50F6CF2}"/>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14</a:t>
            </a:fld>
            <a:endParaRPr lang="de-AT" dirty="0"/>
          </a:p>
        </p:txBody>
      </p:sp>
      <p:sp>
        <p:nvSpPr>
          <p:cNvPr id="7" name="TextBox 6">
            <a:extLst>
              <a:ext uri="{FF2B5EF4-FFF2-40B4-BE49-F238E27FC236}">
                <a16:creationId xmlns:a16="http://schemas.microsoft.com/office/drawing/2014/main" id="{0C56F0C9-A6E0-AF5C-297C-6A988A385BD0}"/>
              </a:ext>
            </a:extLst>
          </p:cNvPr>
          <p:cNvSpPr txBox="1"/>
          <p:nvPr/>
        </p:nvSpPr>
        <p:spPr>
          <a:xfrm>
            <a:off x="589908" y="1315156"/>
            <a:ext cx="11012183" cy="4712187"/>
          </a:xfrm>
          <a:prstGeom prst="rect">
            <a:avLst/>
          </a:prstGeom>
          <a:noFill/>
        </p:spPr>
        <p:txBody>
          <a:bodyPr wrap="square">
            <a:spAutoFit/>
          </a:bodyPr>
          <a:lstStyle/>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Character n-gram (TF–IDF + logistic regression)</a:t>
            </a:r>
            <a:endParaRPr lang="en-US" b="0" i="0" dirty="0">
              <a:solidFill>
                <a:srgbClr val="1F2328"/>
              </a:solidFill>
              <a:effectLst/>
              <a:latin typeface="-apple-system"/>
            </a:endParaRP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Hardware:</a:t>
            </a:r>
            <a:r>
              <a:rPr lang="en-US" b="0" i="0" dirty="0">
                <a:solidFill>
                  <a:srgbClr val="1F2328"/>
                </a:solidFill>
                <a:effectLst/>
                <a:latin typeface="-apple-system"/>
              </a:rPr>
              <a:t> CPU-only; 10–20 MB model fits in laptop memory.</a:t>
            </a: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Latency:</a:t>
            </a:r>
            <a:r>
              <a:rPr lang="en-US" b="0" i="0" dirty="0">
                <a:solidFill>
                  <a:srgbClr val="1F2328"/>
                </a:solidFill>
                <a:effectLst/>
                <a:latin typeface="-apple-system"/>
              </a:rPr>
              <a:t> ~&lt;5 ms/sentence on a single core; scales linearly with batch size, dominated by feature extraction.</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XLM-R fine-tuning</a:t>
            </a:r>
            <a:endParaRPr lang="en-US" b="0" i="0" dirty="0">
              <a:solidFill>
                <a:srgbClr val="1F2328"/>
              </a:solidFill>
              <a:effectLst/>
              <a:latin typeface="-apple-system"/>
            </a:endParaRP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Hardware:</a:t>
            </a:r>
            <a:r>
              <a:rPr lang="en-US" b="0" i="0" dirty="0">
                <a:solidFill>
                  <a:srgbClr val="1F2328"/>
                </a:solidFill>
                <a:effectLst/>
                <a:latin typeface="-apple-system"/>
              </a:rPr>
              <a:t> GPU recommended; </a:t>
            </a:r>
            <a:r>
              <a:rPr lang="en-US" b="0" i="0" dirty="0">
                <a:solidFill>
                  <a:srgbClr val="1F2328"/>
                </a:solidFill>
                <a:effectLst/>
                <a:latin typeface="Monaspace Neon"/>
              </a:rPr>
              <a:t>base</a:t>
            </a:r>
            <a:r>
              <a:rPr lang="en-US" b="0" i="0" dirty="0">
                <a:solidFill>
                  <a:srgbClr val="1F2328"/>
                </a:solidFill>
                <a:effectLst/>
                <a:latin typeface="-apple-system"/>
              </a:rPr>
              <a:t> needs ~1–2 GB VRAM for inference (more for batch &gt;16). CPU-only runs are slow.</a:t>
            </a:r>
          </a:p>
          <a:p>
            <a:pPr marL="742950" lvl="1" indent="-285750" algn="l">
              <a:lnSpc>
                <a:spcPct val="150000"/>
              </a:lnSpc>
              <a:spcAft>
                <a:spcPts val="1200"/>
              </a:spcAft>
              <a:buFont typeface="Courier New" panose="02070309020205020404" pitchFamily="49" charset="0"/>
              <a:buChar char="o"/>
            </a:pPr>
            <a:r>
              <a:rPr lang="en-US" b="1" i="0" dirty="0">
                <a:solidFill>
                  <a:srgbClr val="1F2328"/>
                </a:solidFill>
                <a:effectLst/>
                <a:latin typeface="-apple-system"/>
              </a:rPr>
              <a:t>Latency:</a:t>
            </a:r>
            <a:r>
              <a:rPr lang="en-US" b="0" i="0" dirty="0">
                <a:solidFill>
                  <a:srgbClr val="1F2328"/>
                </a:solidFill>
                <a:effectLst/>
                <a:latin typeface="-apple-system"/>
              </a:rPr>
              <a:t> ~30–80 ms/sentence on an A10/T4 GPU; 300 ms+ on CPU without quantization or distillation.</a:t>
            </a:r>
          </a:p>
          <a:p>
            <a:pPr marL="285750" indent="-285750" algn="l">
              <a:lnSpc>
                <a:spcPct val="150000"/>
              </a:lnSpc>
              <a:spcAft>
                <a:spcPts val="1200"/>
              </a:spcAft>
              <a:buFont typeface="Arial" panose="020B0604020202020204" pitchFamily="34" charset="0"/>
              <a:buChar char="•"/>
            </a:pPr>
            <a:r>
              <a:rPr lang="en-US" b="1" i="0" dirty="0">
                <a:solidFill>
                  <a:srgbClr val="1F2328"/>
                </a:solidFill>
                <a:effectLst/>
                <a:latin typeface="-apple-system"/>
              </a:rPr>
              <a:t>Deployment takeaway:</a:t>
            </a:r>
            <a:r>
              <a:rPr lang="en-US" b="0" i="0" dirty="0">
                <a:solidFill>
                  <a:srgbClr val="1F2328"/>
                </a:solidFill>
                <a:effectLst/>
                <a:latin typeface="-apple-system"/>
              </a:rPr>
              <a:t> Default to the n-gram model for general serving and on-CPU environments; reserve XLM-R for domain-shifted or robustness-critical deployments where the added latency and GPU cost are acceptable.</a:t>
            </a:r>
          </a:p>
        </p:txBody>
      </p:sp>
    </p:spTree>
    <p:extLst>
      <p:ext uri="{BB962C8B-B14F-4D97-AF65-F5344CB8AC3E}">
        <p14:creationId xmlns:p14="http://schemas.microsoft.com/office/powerpoint/2010/main" val="440174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800B-F23D-8C7E-2ADF-C2DA4CF3F36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EE5BC03-CE6A-2654-69E3-D18DC1E03743}"/>
              </a:ext>
            </a:extLst>
          </p:cNvPr>
          <p:cNvSpPr>
            <a:spLocks noGrp="1"/>
          </p:cNvSpPr>
          <p:nvPr>
            <p:ph type="title"/>
            <p:custDataLst>
              <p:tags r:id="rId1"/>
            </p:custDataLst>
          </p:nvPr>
        </p:nvSpPr>
        <p:spPr>
          <a:xfrm>
            <a:off x="2862399" y="477525"/>
            <a:ext cx="7213093" cy="484500"/>
          </a:xfrm>
        </p:spPr>
        <p:txBody>
          <a:bodyPr/>
          <a:lstStyle/>
          <a:p>
            <a:r>
              <a:rPr lang="en-US" dirty="0"/>
              <a:t>Error analysis highlights</a:t>
            </a:r>
            <a:endParaRPr lang="de-AT" dirty="0"/>
          </a:p>
        </p:txBody>
      </p:sp>
      <p:sp>
        <p:nvSpPr>
          <p:cNvPr id="2" name="Fußzeilenplatzhalter 1">
            <a:extLst>
              <a:ext uri="{FF2B5EF4-FFF2-40B4-BE49-F238E27FC236}">
                <a16:creationId xmlns:a16="http://schemas.microsoft.com/office/drawing/2014/main" id="{9B034503-79DD-5CDF-A081-EF5360910ED9}"/>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64CFF05F-9E51-8B8E-DEB4-FC2A2BC99F3A}"/>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15</a:t>
            </a:fld>
            <a:endParaRPr lang="de-AT" dirty="0"/>
          </a:p>
        </p:txBody>
      </p:sp>
      <p:sp>
        <p:nvSpPr>
          <p:cNvPr id="7" name="TextBox 6">
            <a:extLst>
              <a:ext uri="{FF2B5EF4-FFF2-40B4-BE49-F238E27FC236}">
                <a16:creationId xmlns:a16="http://schemas.microsoft.com/office/drawing/2014/main" id="{134FA555-1918-AAD1-8DD6-14C94F10EEEF}"/>
              </a:ext>
            </a:extLst>
          </p:cNvPr>
          <p:cNvSpPr txBox="1"/>
          <p:nvPr/>
        </p:nvSpPr>
        <p:spPr>
          <a:xfrm>
            <a:off x="660611" y="1950967"/>
            <a:ext cx="10870777" cy="2956066"/>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0" i="0" u="none" strike="noStrike" baseline="0" dirty="0">
                <a:latin typeface="LMRoman10-Regular-Identity-H"/>
              </a:rPr>
              <a:t>Rule-based errors: Latin-script overlap drags Kazakh/Latvian/Yoruba into German; numeric lists lack cues.</a:t>
            </a:r>
          </a:p>
          <a:p>
            <a:pPr marL="285750" indent="-285750">
              <a:lnSpc>
                <a:spcPct val="150000"/>
              </a:lnSpc>
              <a:buFont typeface="Arial" panose="020B0604020202020204" pitchFamily="34" charset="0"/>
              <a:buChar char="•"/>
            </a:pPr>
            <a:r>
              <a:rPr lang="en-US" sz="1800" b="0" i="0" u="none" strike="noStrike" baseline="0" dirty="0">
                <a:latin typeface="LMRoman10-Regular-Identity-H"/>
              </a:rPr>
              <a:t>Char n-gram errors: confusions among orthographically similar pairs (English </a:t>
            </a:r>
            <a:r>
              <a:rPr lang="en-US" dirty="0">
                <a:solidFill>
                  <a:srgbClr val="1F2328"/>
                </a:solidFill>
                <a:latin typeface="-apple-system"/>
              </a:rPr>
              <a:t>↔</a:t>
            </a:r>
            <a:r>
              <a:rPr lang="en-US" sz="1800" b="0" i="0" u="none" strike="noStrike" baseline="0" dirty="0">
                <a:latin typeface="LMRoman10-Regular-Identity-H"/>
              </a:rPr>
              <a:t> Yoruba, Swedish</a:t>
            </a:r>
            <a:r>
              <a:rPr lang="en-US" dirty="0">
                <a:latin typeface="LMRoman10-Regular-Identity-H"/>
              </a:rPr>
              <a:t> </a:t>
            </a:r>
            <a:r>
              <a:rPr lang="en-US" dirty="0">
                <a:solidFill>
                  <a:srgbClr val="1F2328"/>
                </a:solidFill>
                <a:latin typeface="-apple-system"/>
              </a:rPr>
              <a:t>↔</a:t>
            </a:r>
            <a:r>
              <a:rPr lang="en-US" sz="1800" b="0" i="0" u="none" strike="noStrike" baseline="0" dirty="0">
                <a:latin typeface="LMRoman10-Regular-Identity-H"/>
              </a:rPr>
              <a:t> English) and short numeric snippets.</a:t>
            </a:r>
          </a:p>
          <a:p>
            <a:pPr marL="285750" indent="-285750" algn="l">
              <a:lnSpc>
                <a:spcPct val="150000"/>
              </a:lnSpc>
              <a:buFont typeface="Arial" panose="020B0604020202020204" pitchFamily="34" charset="0"/>
              <a:buChar char="•"/>
            </a:pPr>
            <a:r>
              <a:rPr lang="en-US" sz="1800" b="0" i="0" u="none" strike="noStrike" baseline="0" dirty="0">
                <a:latin typeface="LMRoman10-Regular-Identity-H"/>
              </a:rPr>
              <a:t>XLM-R errors: swaps between Swahili/Wolof and German for borrowed vocabulary sentences; over-indexing on high-resource patterns.</a:t>
            </a:r>
          </a:p>
          <a:p>
            <a:pPr marL="285750" indent="-285750" algn="l">
              <a:lnSpc>
                <a:spcPct val="150000"/>
              </a:lnSpc>
              <a:buFont typeface="Arial" panose="020B0604020202020204" pitchFamily="34" charset="0"/>
              <a:buChar char="•"/>
            </a:pPr>
            <a:r>
              <a:rPr lang="en-US" sz="1800" b="0" i="0" u="none" strike="noStrike" baseline="0" dirty="0">
                <a:latin typeface="LMRoman10-Regular-Identity-H"/>
              </a:rPr>
              <a:t>fastText OOD errors: short or transliterated posts (e.g., two-token Kazakh) mislabeled as Yoruba; OOV-driven fragility despite high accuracy.</a:t>
            </a:r>
            <a:endParaRPr lang="en-US" dirty="0"/>
          </a:p>
        </p:txBody>
      </p:sp>
      <p:sp>
        <p:nvSpPr>
          <p:cNvPr id="6" name="TextBox 5">
            <a:extLst>
              <a:ext uri="{FF2B5EF4-FFF2-40B4-BE49-F238E27FC236}">
                <a16:creationId xmlns:a16="http://schemas.microsoft.com/office/drawing/2014/main" id="{8B77CF68-5CB6-59E0-FABF-007955D650B2}"/>
              </a:ext>
            </a:extLst>
          </p:cNvPr>
          <p:cNvSpPr txBox="1"/>
          <p:nvPr/>
        </p:nvSpPr>
        <p:spPr>
          <a:xfrm>
            <a:off x="592165" y="4907033"/>
            <a:ext cx="1835725" cy="1077218"/>
          </a:xfrm>
          <a:prstGeom prst="rect">
            <a:avLst/>
          </a:prstGeom>
          <a:noFill/>
        </p:spPr>
        <p:txBody>
          <a:bodyPr wrap="square">
            <a:spAutoFit/>
          </a:bodyPr>
          <a:lstStyle/>
          <a:p>
            <a:r>
              <a:rPr lang="en-US" sz="3200" b="0" i="0" u="none" strike="noStrike" kern="1200" baseline="0" dirty="0">
                <a:solidFill>
                  <a:schemeClr val="tx1"/>
                </a:solidFill>
                <a:latin typeface="Arial" panose="020B0604020202020204" pitchFamily="34" charset="0"/>
                <a:ea typeface="+mn-ea"/>
                <a:cs typeface="+mn-cs"/>
              </a:rPr>
              <a:t>Qalyptau kut </a:t>
            </a:r>
            <a:r>
              <a:rPr lang="en-US" sz="3200" b="0" i="0" u="none" strike="noStrike" kern="1200" baseline="0" dirty="0" err="1">
                <a:solidFill>
                  <a:schemeClr val="tx1"/>
                </a:solidFill>
                <a:latin typeface="Arial" panose="020B0604020202020204" pitchFamily="34" charset="0"/>
                <a:ea typeface="+mn-ea"/>
                <a:cs typeface="+mn-cs"/>
              </a:rPr>
              <a:t>kut</a:t>
            </a:r>
            <a:r>
              <a:rPr lang="en-US" sz="3200" b="0" i="0" u="none" strike="noStrike" kern="1200" baseline="0" dirty="0">
                <a:solidFill>
                  <a:schemeClr val="tx1"/>
                </a:solidFill>
                <a:latin typeface="Arial" panose="020B0604020202020204" pitchFamily="34" charset="0"/>
                <a:ea typeface="+mn-ea"/>
                <a:cs typeface="+mn-cs"/>
              </a:rPr>
              <a:t>!</a:t>
            </a:r>
            <a:endParaRPr lang="en-US" sz="3200" dirty="0"/>
          </a:p>
        </p:txBody>
      </p:sp>
      <p:sp>
        <p:nvSpPr>
          <p:cNvPr id="9" name="TextBox 8">
            <a:extLst>
              <a:ext uri="{FF2B5EF4-FFF2-40B4-BE49-F238E27FC236}">
                <a16:creationId xmlns:a16="http://schemas.microsoft.com/office/drawing/2014/main" id="{FBD52E5E-A8F1-14D2-2F38-9DCBD5E91318}"/>
              </a:ext>
            </a:extLst>
          </p:cNvPr>
          <p:cNvSpPr txBox="1"/>
          <p:nvPr/>
        </p:nvSpPr>
        <p:spPr>
          <a:xfrm>
            <a:off x="3846786" y="4907033"/>
            <a:ext cx="3216165" cy="1077218"/>
          </a:xfrm>
          <a:prstGeom prst="rect">
            <a:avLst/>
          </a:prstGeom>
          <a:noFill/>
        </p:spPr>
        <p:txBody>
          <a:bodyPr wrap="square">
            <a:spAutoFit/>
          </a:bodyPr>
          <a:lstStyle/>
          <a:p>
            <a:r>
              <a:rPr lang="en-US" sz="3200" b="0" i="0" u="none" strike="noStrike" baseline="0" dirty="0">
                <a:latin typeface="LMRoman10-Regular-Identity-H"/>
              </a:rPr>
              <a:t>Telefoni yangu ina simu mitatu</a:t>
            </a:r>
            <a:endParaRPr lang="en-US" sz="3200" dirty="0"/>
          </a:p>
        </p:txBody>
      </p:sp>
    </p:spTree>
    <p:extLst>
      <p:ext uri="{BB962C8B-B14F-4D97-AF65-F5344CB8AC3E}">
        <p14:creationId xmlns:p14="http://schemas.microsoft.com/office/powerpoint/2010/main" val="1566405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96FDA-0DBF-CF8D-1ED3-D9FAB6FCC5C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E0FB7DA-171C-703D-9129-0671EAA66BD0}"/>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E93FBA75-CE5E-F951-CB13-1971BF599283}"/>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08024D4C-8EBB-CEE0-60F2-1C47890B9A64}"/>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16</a:t>
            </a:fld>
            <a:endParaRPr lang="de-AT" dirty="0"/>
          </a:p>
        </p:txBody>
      </p:sp>
      <p:sp>
        <p:nvSpPr>
          <p:cNvPr id="6" name="TextBox 5">
            <a:extLst>
              <a:ext uri="{FF2B5EF4-FFF2-40B4-BE49-F238E27FC236}">
                <a16:creationId xmlns:a16="http://schemas.microsoft.com/office/drawing/2014/main" id="{37A9350D-F95B-4E9D-52DD-DD89CD921202}"/>
              </a:ext>
            </a:extLst>
          </p:cNvPr>
          <p:cNvSpPr txBox="1"/>
          <p:nvPr/>
        </p:nvSpPr>
        <p:spPr>
          <a:xfrm>
            <a:off x="167802" y="1573968"/>
            <a:ext cx="3450888" cy="2956066"/>
          </a:xfrm>
          <a:prstGeom prst="rect">
            <a:avLst/>
          </a:prstGeom>
          <a:noFill/>
        </p:spPr>
        <p:txBody>
          <a:bodyPr wrap="square">
            <a:spAutoFit/>
          </a:bodyPr>
          <a:lstStyle/>
          <a:p>
            <a:pPr>
              <a:lnSpc>
                <a:spcPct val="150000"/>
              </a:lnSpc>
            </a:pPr>
            <a:r>
              <a:rPr lang="en-US" b="1" i="0" dirty="0">
                <a:solidFill>
                  <a:srgbClr val="1F2328"/>
                </a:solidFill>
                <a:effectLst/>
                <a:latin typeface="-apple-system"/>
              </a:rPr>
              <a:t>Rule-based heuristics:</a:t>
            </a:r>
            <a:r>
              <a:rPr lang="en-US" b="0" i="0" dirty="0">
                <a:solidFill>
                  <a:srgbClr val="1F2328"/>
                </a:solidFill>
                <a:effectLst/>
                <a:latin typeface="-apple-system"/>
              </a:rPr>
              <a:t> confusion remains concentrated among closely related Latin-script languages, with Kazakh/Latvian/Yoruba bleeding into German but strong precision on Urdu thanks to script cues.</a:t>
            </a:r>
            <a:endParaRPr lang="en-US" dirty="0"/>
          </a:p>
        </p:txBody>
      </p:sp>
      <p:pic>
        <p:nvPicPr>
          <p:cNvPr id="9" name="Picture 8" descr="A screenshot of a graph">
            <a:extLst>
              <a:ext uri="{FF2B5EF4-FFF2-40B4-BE49-F238E27FC236}">
                <a16:creationId xmlns:a16="http://schemas.microsoft.com/office/drawing/2014/main" id="{F958076E-670C-978C-E7E6-792639A63A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75257" y="766572"/>
            <a:ext cx="7223774" cy="5394971"/>
          </a:xfrm>
          <a:prstGeom prst="rect">
            <a:avLst/>
          </a:prstGeom>
        </p:spPr>
      </p:pic>
    </p:spTree>
    <p:extLst>
      <p:ext uri="{BB962C8B-B14F-4D97-AF65-F5344CB8AC3E}">
        <p14:creationId xmlns:p14="http://schemas.microsoft.com/office/powerpoint/2010/main" val="788917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7A72-3FAC-D949-9DE0-2E84C86A492E}"/>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D159C4B-17BB-8A2E-03B1-E76BB7227151}"/>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8D6DA77E-4457-7A89-300A-9CCAE15FAB35}"/>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48459165-5CE9-75C6-1FB7-83C271C2BCAF}"/>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17</a:t>
            </a:fld>
            <a:endParaRPr lang="de-AT" dirty="0"/>
          </a:p>
        </p:txBody>
      </p:sp>
      <p:sp>
        <p:nvSpPr>
          <p:cNvPr id="7" name="TextBox 6">
            <a:extLst>
              <a:ext uri="{FF2B5EF4-FFF2-40B4-BE49-F238E27FC236}">
                <a16:creationId xmlns:a16="http://schemas.microsoft.com/office/drawing/2014/main" id="{F1CC574F-E67D-5AFC-2344-CCB0159B5DC3}"/>
              </a:ext>
            </a:extLst>
          </p:cNvPr>
          <p:cNvSpPr txBox="1"/>
          <p:nvPr/>
        </p:nvSpPr>
        <p:spPr>
          <a:xfrm>
            <a:off x="362354" y="1505104"/>
            <a:ext cx="3742718" cy="2540567"/>
          </a:xfrm>
          <a:prstGeom prst="rect">
            <a:avLst/>
          </a:prstGeom>
          <a:noFill/>
        </p:spPr>
        <p:txBody>
          <a:bodyPr wrap="square">
            <a:spAutoFit/>
          </a:bodyPr>
          <a:lstStyle/>
          <a:p>
            <a:pPr>
              <a:lnSpc>
                <a:spcPct val="150000"/>
              </a:lnSpc>
            </a:pPr>
            <a:r>
              <a:rPr lang="en-US" b="1" i="0" dirty="0">
                <a:solidFill>
                  <a:srgbClr val="1F2328"/>
                </a:solidFill>
                <a:effectLst/>
                <a:latin typeface="-apple-system"/>
              </a:rPr>
              <a:t>Character n-gram logistic regression:</a:t>
            </a:r>
            <a:r>
              <a:rPr lang="en-US" b="0" i="0" dirty="0">
                <a:solidFill>
                  <a:srgbClr val="1F2328"/>
                </a:solidFill>
                <a:effectLst/>
                <a:latin typeface="-apple-system"/>
              </a:rPr>
              <a:t> errors shrink markedly; primary confusions cluster around English ↔ Swedish and occasional Yoruba overlap, while Cyrillic Kazakh is cleanly separated.</a:t>
            </a:r>
            <a:endParaRPr lang="en-US" dirty="0"/>
          </a:p>
        </p:txBody>
      </p:sp>
      <p:pic>
        <p:nvPicPr>
          <p:cNvPr id="10" name="Picture 9" descr="A screenshot of a graph&#10;&#10;AI-generated content may be incorrect.">
            <a:extLst>
              <a:ext uri="{FF2B5EF4-FFF2-40B4-BE49-F238E27FC236}">
                <a16:creationId xmlns:a16="http://schemas.microsoft.com/office/drawing/2014/main" id="{F871EE54-5B42-D475-FA56-137E0C4B61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8800" y="731514"/>
            <a:ext cx="7223774" cy="5394971"/>
          </a:xfrm>
          <a:prstGeom prst="rect">
            <a:avLst/>
          </a:prstGeom>
        </p:spPr>
      </p:pic>
    </p:spTree>
    <p:extLst>
      <p:ext uri="{BB962C8B-B14F-4D97-AF65-F5344CB8AC3E}">
        <p14:creationId xmlns:p14="http://schemas.microsoft.com/office/powerpoint/2010/main" val="3916768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88EF-4CF8-6428-A82E-9D2A41F72A9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AFFA363-EE93-2392-A167-D639483DE1D3}"/>
              </a:ext>
            </a:extLst>
          </p:cNvPr>
          <p:cNvSpPr>
            <a:spLocks noGrp="1"/>
          </p:cNvSpPr>
          <p:nvPr>
            <p:ph type="title"/>
            <p:custDataLst>
              <p:tags r:id="rId1"/>
            </p:custDataLst>
          </p:nvPr>
        </p:nvSpPr>
        <p:spPr>
          <a:xfrm>
            <a:off x="3009089" y="275936"/>
            <a:ext cx="8256316" cy="392589"/>
          </a:xfrm>
        </p:spPr>
        <p:txBody>
          <a:bodyPr/>
          <a:lstStyle/>
          <a:p>
            <a:r>
              <a:rPr lang="en-US" sz="2400" dirty="0"/>
              <a:t>Visual confusion matrices (10-language Wikipedia split)</a:t>
            </a:r>
            <a:endParaRPr lang="de-AT" sz="2400" dirty="0"/>
          </a:p>
        </p:txBody>
      </p:sp>
      <p:sp>
        <p:nvSpPr>
          <p:cNvPr id="2" name="Fußzeilenplatzhalter 1">
            <a:extLst>
              <a:ext uri="{FF2B5EF4-FFF2-40B4-BE49-F238E27FC236}">
                <a16:creationId xmlns:a16="http://schemas.microsoft.com/office/drawing/2014/main" id="{22C6FC5E-9E39-576D-AF79-0BB2B92AA442}"/>
              </a:ext>
            </a:extLst>
          </p:cNvPr>
          <p:cNvSpPr>
            <a:spLocks noGrp="1"/>
          </p:cNvSpPr>
          <p:nvPr>
            <p:ph type="ftr" sz="quarter" idx="14"/>
            <p:custDataLst>
              <p:tags r:id="rId2"/>
            </p:custDataLst>
          </p:nvPr>
        </p:nvSpPr>
        <p:spPr>
          <a:xfrm>
            <a:off x="461963" y="6385768"/>
            <a:ext cx="10134600" cy="288000"/>
          </a:xfrm>
        </p:spPr>
        <p:txBody>
          <a:bodyPr/>
          <a:lstStyle/>
          <a:p>
            <a:r>
              <a:rPr lang="en-US" dirty="0"/>
              <a:t>Final Presentation Group 7</a:t>
            </a:r>
            <a:r>
              <a:rPr lang="de-AT" dirty="0"/>
              <a:t> | 16th January 2026</a:t>
            </a:r>
          </a:p>
        </p:txBody>
      </p:sp>
      <p:sp>
        <p:nvSpPr>
          <p:cNvPr id="4" name="Foliennummernplatzhalter 3">
            <a:extLst>
              <a:ext uri="{FF2B5EF4-FFF2-40B4-BE49-F238E27FC236}">
                <a16:creationId xmlns:a16="http://schemas.microsoft.com/office/drawing/2014/main" id="{FE99AAF6-509A-C53E-73A5-283D977CC2FE}"/>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18</a:t>
            </a:fld>
            <a:endParaRPr lang="de-AT" dirty="0"/>
          </a:p>
        </p:txBody>
      </p:sp>
      <p:sp>
        <p:nvSpPr>
          <p:cNvPr id="6" name="TextBox 5">
            <a:extLst>
              <a:ext uri="{FF2B5EF4-FFF2-40B4-BE49-F238E27FC236}">
                <a16:creationId xmlns:a16="http://schemas.microsoft.com/office/drawing/2014/main" id="{B33C11F6-A095-9942-D9F1-C87B4880089B}"/>
              </a:ext>
            </a:extLst>
          </p:cNvPr>
          <p:cNvSpPr txBox="1"/>
          <p:nvPr/>
        </p:nvSpPr>
        <p:spPr>
          <a:xfrm>
            <a:off x="461963" y="1508186"/>
            <a:ext cx="3137271" cy="2125069"/>
          </a:xfrm>
          <a:prstGeom prst="rect">
            <a:avLst/>
          </a:prstGeom>
          <a:noFill/>
        </p:spPr>
        <p:txBody>
          <a:bodyPr wrap="square">
            <a:spAutoFit/>
          </a:bodyPr>
          <a:lstStyle/>
          <a:p>
            <a:pPr>
              <a:lnSpc>
                <a:spcPct val="150000"/>
              </a:lnSpc>
            </a:pPr>
            <a:r>
              <a:rPr lang="en-US" b="1" i="0" dirty="0">
                <a:solidFill>
                  <a:srgbClr val="1F2328"/>
                </a:solidFill>
                <a:effectLst/>
                <a:latin typeface="-apple-system"/>
              </a:rPr>
              <a:t>XLM-R fine-tuning:</a:t>
            </a:r>
            <a:r>
              <a:rPr lang="en-US" b="0" i="0" dirty="0">
                <a:solidFill>
                  <a:srgbClr val="1F2328"/>
                </a:solidFill>
                <a:effectLst/>
                <a:latin typeface="-apple-system"/>
              </a:rPr>
              <a:t> comparable to the n-gram model with slightly better French/Swedish separation and minimal cross-script leakage.</a:t>
            </a:r>
            <a:endParaRPr lang="en-US" dirty="0"/>
          </a:p>
        </p:txBody>
      </p:sp>
      <p:pic>
        <p:nvPicPr>
          <p:cNvPr id="9" name="Picture 8" descr="A screenshot of a graph">
            <a:extLst>
              <a:ext uri="{FF2B5EF4-FFF2-40B4-BE49-F238E27FC236}">
                <a16:creationId xmlns:a16="http://schemas.microsoft.com/office/drawing/2014/main" id="{5AACF984-666D-C15A-BF23-69481A9856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1823" y="759156"/>
            <a:ext cx="7223774" cy="5394971"/>
          </a:xfrm>
          <a:prstGeom prst="rect">
            <a:avLst/>
          </a:prstGeom>
        </p:spPr>
      </p:pic>
    </p:spTree>
    <p:extLst>
      <p:ext uri="{BB962C8B-B14F-4D97-AF65-F5344CB8AC3E}">
        <p14:creationId xmlns:p14="http://schemas.microsoft.com/office/powerpoint/2010/main" val="1903360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3C6A0-6C73-2BA4-09F7-E0CA8369833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4D3B281-B99F-5EE3-C151-D61F63A49430}"/>
              </a:ext>
            </a:extLst>
          </p:cNvPr>
          <p:cNvSpPr>
            <a:spLocks noGrp="1"/>
          </p:cNvSpPr>
          <p:nvPr>
            <p:ph type="title"/>
            <p:custDataLst>
              <p:tags r:id="rId1"/>
            </p:custDataLst>
          </p:nvPr>
        </p:nvSpPr>
        <p:spPr>
          <a:xfrm>
            <a:off x="3009089" y="275936"/>
            <a:ext cx="8256316" cy="392589"/>
          </a:xfrm>
        </p:spPr>
        <p:txBody>
          <a:bodyPr/>
          <a:lstStyle/>
          <a:p>
            <a:r>
              <a:rPr lang="en-US" sz="2400" dirty="0"/>
              <a:t>fastText OOV coverage diagnostics</a:t>
            </a:r>
            <a:endParaRPr lang="de-AT" sz="2400" dirty="0"/>
          </a:p>
        </p:txBody>
      </p:sp>
      <p:sp>
        <p:nvSpPr>
          <p:cNvPr id="2" name="Fußzeilenplatzhalter 1">
            <a:extLst>
              <a:ext uri="{FF2B5EF4-FFF2-40B4-BE49-F238E27FC236}">
                <a16:creationId xmlns:a16="http://schemas.microsoft.com/office/drawing/2014/main" id="{846F058F-0726-AD61-04F4-5CBDE594B573}"/>
              </a:ext>
            </a:extLst>
          </p:cNvPr>
          <p:cNvSpPr>
            <a:spLocks noGrp="1"/>
          </p:cNvSpPr>
          <p:nvPr>
            <p:ph type="ftr" sz="quarter" idx="14"/>
            <p:custDataLst>
              <p:tags r:id="rId2"/>
            </p:custDataLst>
          </p:nvPr>
        </p:nvSpPr>
        <p:spPr>
          <a:xfrm>
            <a:off x="461963" y="6385768"/>
            <a:ext cx="10134600" cy="288000"/>
          </a:xfrm>
        </p:spPr>
        <p:txBody>
          <a:bodyPr/>
          <a:lstStyle/>
          <a:p>
            <a:r>
              <a:rPr lang="en-US"/>
              <a:t>Final Presentation Group 7</a:t>
            </a:r>
            <a:r>
              <a:rPr lang="de-AT"/>
              <a:t> | 16th January 2026</a:t>
            </a:r>
            <a:endParaRPr lang="de-AT" dirty="0"/>
          </a:p>
        </p:txBody>
      </p:sp>
      <p:sp>
        <p:nvSpPr>
          <p:cNvPr id="4" name="Foliennummernplatzhalter 3">
            <a:extLst>
              <a:ext uri="{FF2B5EF4-FFF2-40B4-BE49-F238E27FC236}">
                <a16:creationId xmlns:a16="http://schemas.microsoft.com/office/drawing/2014/main" id="{E1211B3E-BFC9-0C95-B513-7D1F4EC97188}"/>
              </a:ext>
            </a:extLst>
          </p:cNvPr>
          <p:cNvSpPr>
            <a:spLocks noGrp="1"/>
          </p:cNvSpPr>
          <p:nvPr>
            <p:ph type="sldNum" sz="quarter" idx="15"/>
            <p:custDataLst>
              <p:tags r:id="rId3"/>
            </p:custDataLst>
          </p:nvPr>
        </p:nvSpPr>
        <p:spPr>
          <a:xfrm>
            <a:off x="10885488" y="6385768"/>
            <a:ext cx="827086" cy="288000"/>
          </a:xfrm>
        </p:spPr>
        <p:txBody>
          <a:bodyPr/>
          <a:lstStyle/>
          <a:p>
            <a:fld id="{418F7AD7-DC47-44A0-A9D7-F1C17BFD6F09}" type="slidenum">
              <a:rPr lang="de-AT" smtClean="0"/>
              <a:pPr/>
              <a:t>19</a:t>
            </a:fld>
            <a:endParaRPr lang="de-AT" dirty="0"/>
          </a:p>
        </p:txBody>
      </p:sp>
      <p:sp>
        <p:nvSpPr>
          <p:cNvPr id="7" name="TextBox 6">
            <a:extLst>
              <a:ext uri="{FF2B5EF4-FFF2-40B4-BE49-F238E27FC236}">
                <a16:creationId xmlns:a16="http://schemas.microsoft.com/office/drawing/2014/main" id="{6D74ECD0-E84B-43D8-279C-BD9B1D4A3D93}"/>
              </a:ext>
            </a:extLst>
          </p:cNvPr>
          <p:cNvSpPr txBox="1"/>
          <p:nvPr/>
        </p:nvSpPr>
        <p:spPr>
          <a:xfrm>
            <a:off x="284139" y="1190348"/>
            <a:ext cx="3334550" cy="503535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i="0" dirty="0">
                <a:solidFill>
                  <a:srgbClr val="1F2328"/>
                </a:solidFill>
                <a:effectLst/>
                <a:latin typeface="-apple-system"/>
              </a:rPr>
              <a:t>Latvian vs. Yoruba fastText OOV rates (social media):</a:t>
            </a:r>
            <a:r>
              <a:rPr lang="en-US" b="0" i="0" dirty="0">
                <a:solidFill>
                  <a:srgbClr val="1F2328"/>
                </a:solidFill>
                <a:effectLst/>
                <a:latin typeface="-apple-system"/>
              </a:rPr>
              <a:t> distributions highlight heavy tails and the prevalence of unseen terms, reinforcing the risk of deploying embeddings without character-level backups.</a:t>
            </a:r>
          </a:p>
          <a:p>
            <a:pPr marL="285750" indent="-285750">
              <a:lnSpc>
                <a:spcPct val="150000"/>
              </a:lnSpc>
              <a:buFont typeface="Arial" panose="020B0604020202020204" pitchFamily="34" charset="0"/>
              <a:buChar char="•"/>
            </a:pPr>
            <a:r>
              <a:rPr lang="en-US" b="1" dirty="0">
                <a:solidFill>
                  <a:srgbClr val="1F2328"/>
                </a:solidFill>
                <a:latin typeface="-apple-system"/>
              </a:rPr>
              <a:t>Diagnostic takeaway (current script): </a:t>
            </a:r>
            <a:r>
              <a:rPr lang="en-US" dirty="0">
                <a:solidFill>
                  <a:srgbClr val="1F2328"/>
                </a:solidFill>
                <a:latin typeface="-apple-system"/>
              </a:rPr>
              <a:t>the histograms signal where fastText alone is fragile due to high OOV rates.</a:t>
            </a:r>
          </a:p>
        </p:txBody>
      </p:sp>
      <p:pic>
        <p:nvPicPr>
          <p:cNvPr id="10" name="Picture 9" descr="A group of graphs showing different types of data&#10;&#10;AI-generated content may be incorrect.">
            <a:extLst>
              <a:ext uri="{FF2B5EF4-FFF2-40B4-BE49-F238E27FC236}">
                <a16:creationId xmlns:a16="http://schemas.microsoft.com/office/drawing/2014/main" id="{573E313F-3778-02A1-5E39-7A37A105E1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8239" y="668525"/>
            <a:ext cx="8374504" cy="5557176"/>
          </a:xfrm>
          <a:prstGeom prst="rect">
            <a:avLst/>
          </a:prstGeom>
        </p:spPr>
      </p:pic>
    </p:spTree>
    <p:extLst>
      <p:ext uri="{BB962C8B-B14F-4D97-AF65-F5344CB8AC3E}">
        <p14:creationId xmlns:p14="http://schemas.microsoft.com/office/powerpoint/2010/main" val="32529862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LANG_DEF" val="3079"/>
  <p:tag name="LANG_NAME" val="German Austria"/>
  <p:tag name="MASTCOUNT" val="1"/>
  <p:tag name="DES1LAYOUTCOUNT" val="33"/>
  <p:tag name="LINGO_COUNT" val="28"/>
</p:tagLst>
</file>

<file path=ppt/tags/tag2.xml><?xml version="1.0" encoding="utf-8"?>
<p:tagLst xmlns:a="http://schemas.openxmlformats.org/drawingml/2006/main" xmlns:r="http://schemas.openxmlformats.org/officeDocument/2006/relationships" xmlns:p="http://schemas.openxmlformats.org/presentationml/2006/main">
  <p:tag name="SHAPE" val="OLD"/>
</p:tagLst>
</file>

<file path=ppt/tags/tag3.xml><?xml version="1.0" encoding="utf-8"?>
<p:tagLst xmlns:a="http://schemas.openxmlformats.org/drawingml/2006/main" xmlns:r="http://schemas.openxmlformats.org/officeDocument/2006/relationships" xmlns:p="http://schemas.openxmlformats.org/presentationml/2006/main">
  <p:tag name="SHAPE" val="OLD"/>
</p:tagLst>
</file>

<file path=ppt/tags/tag4.xml><?xml version="1.0" encoding="utf-8"?>
<p:tagLst xmlns:a="http://schemas.openxmlformats.org/drawingml/2006/main" xmlns:r="http://schemas.openxmlformats.org/officeDocument/2006/relationships" xmlns:p="http://schemas.openxmlformats.org/presentationml/2006/main">
  <p:tag name="SHAPE" val="OLD"/>
</p:tagLst>
</file>

<file path=ppt/tags/tag5.xml><?xml version="1.0" encoding="utf-8"?>
<p:tagLst xmlns:a="http://schemas.openxmlformats.org/drawingml/2006/main" xmlns:r="http://schemas.openxmlformats.org/officeDocument/2006/relationships" xmlns:p="http://schemas.openxmlformats.org/presentationml/2006/main">
  <p:tag name="SHAPE" val="OLD"/>
</p:tagLst>
</file>

<file path=ppt/tags/tag6.xml><?xml version="1.0" encoding="utf-8"?>
<p:tagLst xmlns:a="http://schemas.openxmlformats.org/drawingml/2006/main" xmlns:r="http://schemas.openxmlformats.org/officeDocument/2006/relationships" xmlns:p="http://schemas.openxmlformats.org/presentationml/2006/main">
  <p:tag name="SHAPE" val="OLD"/>
</p:tagLst>
</file>

<file path=ppt/tags/tag7.xml><?xml version="1.0" encoding="utf-8"?>
<p:tagLst xmlns:a="http://schemas.openxmlformats.org/drawingml/2006/main" xmlns:r="http://schemas.openxmlformats.org/officeDocument/2006/relationships" xmlns:p="http://schemas.openxmlformats.org/presentationml/2006/main">
  <p:tag name="SHAPE" val="OLD"/>
</p:tagLst>
</file>

<file path=ppt/tags/tag8.xml><?xml version="1.0" encoding="utf-8"?>
<p:tagLst xmlns:a="http://schemas.openxmlformats.org/drawingml/2006/main" xmlns:r="http://schemas.openxmlformats.org/officeDocument/2006/relationships" xmlns:p="http://schemas.openxmlformats.org/presentationml/2006/main">
  <p:tag name="SHAPE" val="OLD"/>
</p:tagLst>
</file>

<file path=ppt/tags/tag9.xml><?xml version="1.0" encoding="utf-8"?>
<p:tagLst xmlns:a="http://schemas.openxmlformats.org/drawingml/2006/main" xmlns:r="http://schemas.openxmlformats.org/officeDocument/2006/relationships" xmlns:p="http://schemas.openxmlformats.org/presentationml/2006/main">
  <p:tag name="SHAPE" val="OLD"/>
</p:tagLst>
</file>

<file path=ppt/tags/tag10.xml><?xml version="1.0" encoding="utf-8"?>
<p:tagLst xmlns:a="http://schemas.openxmlformats.org/drawingml/2006/main" xmlns:r="http://schemas.openxmlformats.org/officeDocument/2006/relationships" xmlns:p="http://schemas.openxmlformats.org/presentationml/2006/main">
  <p:tag name="SHAPE" val="OLD"/>
</p:tagLst>
</file>

<file path=ppt/tags/tag11.xml><?xml version="1.0" encoding="utf-8"?>
<p:tagLst xmlns:a="http://schemas.openxmlformats.org/drawingml/2006/main" xmlns:r="http://schemas.openxmlformats.org/officeDocument/2006/relationships" xmlns:p="http://schemas.openxmlformats.org/presentationml/2006/main">
  <p:tag name="SHAPE" val="OLD"/>
</p:tagLst>
</file>

<file path=ppt/tags/tag12.xml><?xml version="1.0" encoding="utf-8"?>
<p:tagLst xmlns:a="http://schemas.openxmlformats.org/drawingml/2006/main" xmlns:r="http://schemas.openxmlformats.org/officeDocument/2006/relationships" xmlns:p="http://schemas.openxmlformats.org/presentationml/2006/main">
  <p:tag name="SHAPE" val="OLD"/>
</p:tagLst>
</file>

<file path=ppt/tags/tag13.xml><?xml version="1.0" encoding="utf-8"?>
<p:tagLst xmlns:a="http://schemas.openxmlformats.org/drawingml/2006/main" xmlns:r="http://schemas.openxmlformats.org/officeDocument/2006/relationships" xmlns:p="http://schemas.openxmlformats.org/presentationml/2006/main">
  <p:tag name="SHAPE" val="OLD"/>
</p:tagLst>
</file>

<file path=ppt/tags/tag14.xml><?xml version="1.0" encoding="utf-8"?>
<p:tagLst xmlns:a="http://schemas.openxmlformats.org/drawingml/2006/main" xmlns:r="http://schemas.openxmlformats.org/officeDocument/2006/relationships" xmlns:p="http://schemas.openxmlformats.org/presentationml/2006/main">
  <p:tag name="SHAPE" val="OLD"/>
</p:tagLst>
</file>

<file path=ppt/tags/tag15.xml><?xml version="1.0" encoding="utf-8"?>
<p:tagLst xmlns:a="http://schemas.openxmlformats.org/drawingml/2006/main" xmlns:r="http://schemas.openxmlformats.org/officeDocument/2006/relationships" xmlns:p="http://schemas.openxmlformats.org/presentationml/2006/main">
  <p:tag name="SHAPE" val="OLD"/>
</p:tagLst>
</file>

<file path=ppt/tags/tag16.xml><?xml version="1.0" encoding="utf-8"?>
<p:tagLst xmlns:a="http://schemas.openxmlformats.org/drawingml/2006/main" xmlns:r="http://schemas.openxmlformats.org/officeDocument/2006/relationships" xmlns:p="http://schemas.openxmlformats.org/presentationml/2006/main">
  <p:tag name="SHAPE" val="OLD"/>
</p:tagLst>
</file>

<file path=ppt/tags/tag17.xml><?xml version="1.0" encoding="utf-8"?>
<p:tagLst xmlns:a="http://schemas.openxmlformats.org/drawingml/2006/main" xmlns:r="http://schemas.openxmlformats.org/officeDocument/2006/relationships" xmlns:p="http://schemas.openxmlformats.org/presentationml/2006/main">
  <p:tag name="SHAPE" val="OLD"/>
</p:tagLst>
</file>

<file path=ppt/tags/tag18.xml><?xml version="1.0" encoding="utf-8"?>
<p:tagLst xmlns:a="http://schemas.openxmlformats.org/drawingml/2006/main" xmlns:r="http://schemas.openxmlformats.org/officeDocument/2006/relationships" xmlns:p="http://schemas.openxmlformats.org/presentationml/2006/main">
  <p:tag name="SHAPE" val="OLD"/>
</p:tagLst>
</file>

<file path=ppt/tags/tag19.xml><?xml version="1.0" encoding="utf-8"?>
<p:tagLst xmlns:a="http://schemas.openxmlformats.org/drawingml/2006/main" xmlns:r="http://schemas.openxmlformats.org/officeDocument/2006/relationships" xmlns:p="http://schemas.openxmlformats.org/presentationml/2006/main">
  <p:tag name="SHAPE" val="OLD"/>
</p:tagLst>
</file>

<file path=ppt/tags/tag20.xml><?xml version="1.0" encoding="utf-8"?>
<p:tagLst xmlns:a="http://schemas.openxmlformats.org/drawingml/2006/main" xmlns:r="http://schemas.openxmlformats.org/officeDocument/2006/relationships" xmlns:p="http://schemas.openxmlformats.org/presentationml/2006/main">
  <p:tag name="SHAPE" val="OLD"/>
</p:tagLst>
</file>

<file path=ppt/tags/tag21.xml><?xml version="1.0" encoding="utf-8"?>
<p:tagLst xmlns:a="http://schemas.openxmlformats.org/drawingml/2006/main" xmlns:r="http://schemas.openxmlformats.org/officeDocument/2006/relationships" xmlns:p="http://schemas.openxmlformats.org/presentationml/2006/main">
  <p:tag name="SHAPE" val="OLD"/>
</p:tagLst>
</file>

<file path=ppt/tags/tag22.xml><?xml version="1.0" encoding="utf-8"?>
<p:tagLst xmlns:a="http://schemas.openxmlformats.org/drawingml/2006/main" xmlns:r="http://schemas.openxmlformats.org/officeDocument/2006/relationships" xmlns:p="http://schemas.openxmlformats.org/presentationml/2006/main">
  <p:tag name="SHAPE" val="OLD"/>
</p:tagLst>
</file>

<file path=ppt/tags/tag23.xml><?xml version="1.0" encoding="utf-8"?>
<p:tagLst xmlns:a="http://schemas.openxmlformats.org/drawingml/2006/main" xmlns:r="http://schemas.openxmlformats.org/officeDocument/2006/relationships" xmlns:p="http://schemas.openxmlformats.org/presentationml/2006/main">
  <p:tag name="SHAPE" val="OLD"/>
</p:tagLst>
</file>

<file path=ppt/tags/tag24.xml><?xml version="1.0" encoding="utf-8"?>
<p:tagLst xmlns:a="http://schemas.openxmlformats.org/drawingml/2006/main" xmlns:r="http://schemas.openxmlformats.org/officeDocument/2006/relationships" xmlns:p="http://schemas.openxmlformats.org/presentationml/2006/main">
  <p:tag name="SHAPE" val="OLD"/>
</p:tagLst>
</file>

<file path=ppt/tags/tag25.xml><?xml version="1.0" encoding="utf-8"?>
<p:tagLst xmlns:a="http://schemas.openxmlformats.org/drawingml/2006/main" xmlns:r="http://schemas.openxmlformats.org/officeDocument/2006/relationships" xmlns:p="http://schemas.openxmlformats.org/presentationml/2006/main">
  <p:tag name="SHAPE" val="OLD"/>
</p:tagLst>
</file>

<file path=ppt/tags/tag26.xml><?xml version="1.0" encoding="utf-8"?>
<p:tagLst xmlns:a="http://schemas.openxmlformats.org/drawingml/2006/main" xmlns:r="http://schemas.openxmlformats.org/officeDocument/2006/relationships" xmlns:p="http://schemas.openxmlformats.org/presentationml/2006/main">
  <p:tag name="SHAPE" val="OLD"/>
</p:tagLst>
</file>

<file path=ppt/tags/tag27.xml><?xml version="1.0" encoding="utf-8"?>
<p:tagLst xmlns:a="http://schemas.openxmlformats.org/drawingml/2006/main" xmlns:r="http://schemas.openxmlformats.org/officeDocument/2006/relationships" xmlns:p="http://schemas.openxmlformats.org/presentationml/2006/main">
  <p:tag name="SHAPE" val="OLD"/>
</p:tagLst>
</file>

<file path=ppt/tags/tag28.xml><?xml version="1.0" encoding="utf-8"?>
<p:tagLst xmlns:a="http://schemas.openxmlformats.org/drawingml/2006/main" xmlns:r="http://schemas.openxmlformats.org/officeDocument/2006/relationships" xmlns:p="http://schemas.openxmlformats.org/presentationml/2006/main">
  <p:tag name="SHAPE" val="OLD"/>
</p:tagLst>
</file>

<file path=ppt/tags/tag29.xml><?xml version="1.0" encoding="utf-8"?>
<p:tagLst xmlns:a="http://schemas.openxmlformats.org/drawingml/2006/main" xmlns:r="http://schemas.openxmlformats.org/officeDocument/2006/relationships" xmlns:p="http://schemas.openxmlformats.org/presentationml/2006/main">
  <p:tag name="SHAPE" val="OLD"/>
</p:tagLst>
</file>

<file path=ppt/tags/tag30.xml><?xml version="1.0" encoding="utf-8"?>
<p:tagLst xmlns:a="http://schemas.openxmlformats.org/drawingml/2006/main" xmlns:r="http://schemas.openxmlformats.org/officeDocument/2006/relationships" xmlns:p="http://schemas.openxmlformats.org/presentationml/2006/main">
  <p:tag name="SHAPE" val="OLD"/>
</p:tagLst>
</file>

<file path=ppt/tags/tag31.xml><?xml version="1.0" encoding="utf-8"?>
<p:tagLst xmlns:a="http://schemas.openxmlformats.org/drawingml/2006/main" xmlns:r="http://schemas.openxmlformats.org/officeDocument/2006/relationships" xmlns:p="http://schemas.openxmlformats.org/presentationml/2006/main">
  <p:tag name="SHAPE" val="OLD"/>
</p:tagLst>
</file>

<file path=ppt/tags/tag32.xml><?xml version="1.0" encoding="utf-8"?>
<p:tagLst xmlns:a="http://schemas.openxmlformats.org/drawingml/2006/main" xmlns:r="http://schemas.openxmlformats.org/officeDocument/2006/relationships" xmlns:p="http://schemas.openxmlformats.org/presentationml/2006/main">
  <p:tag name="SHAPE" val="OLD"/>
</p:tagLst>
</file>

<file path=ppt/tags/tag33.xml><?xml version="1.0" encoding="utf-8"?>
<p:tagLst xmlns:a="http://schemas.openxmlformats.org/drawingml/2006/main" xmlns:r="http://schemas.openxmlformats.org/officeDocument/2006/relationships" xmlns:p="http://schemas.openxmlformats.org/presentationml/2006/main">
  <p:tag name="SHAPE" val="OLD"/>
</p:tagLst>
</file>

<file path=ppt/tags/tag34.xml><?xml version="1.0" encoding="utf-8"?>
<p:tagLst xmlns:a="http://schemas.openxmlformats.org/drawingml/2006/main" xmlns:r="http://schemas.openxmlformats.org/officeDocument/2006/relationships" xmlns:p="http://schemas.openxmlformats.org/presentationml/2006/main">
  <p:tag name="SHAPE" val="OLD"/>
</p:tagLst>
</file>

<file path=ppt/tags/tag35.xml><?xml version="1.0" encoding="utf-8"?>
<p:tagLst xmlns:a="http://schemas.openxmlformats.org/drawingml/2006/main" xmlns:r="http://schemas.openxmlformats.org/officeDocument/2006/relationships" xmlns:p="http://schemas.openxmlformats.org/presentationml/2006/main">
  <p:tag name="SHAPE" val="OLD"/>
</p:tagLst>
</file>

<file path=ppt/tags/tag36.xml><?xml version="1.0" encoding="utf-8"?>
<p:tagLst xmlns:a="http://schemas.openxmlformats.org/drawingml/2006/main" xmlns:r="http://schemas.openxmlformats.org/officeDocument/2006/relationships" xmlns:p="http://schemas.openxmlformats.org/presentationml/2006/main">
  <p:tag name="SHAPE" val="OLD"/>
</p:tagLst>
</file>

<file path=ppt/tags/tag37.xml><?xml version="1.0" encoding="utf-8"?>
<p:tagLst xmlns:a="http://schemas.openxmlformats.org/drawingml/2006/main" xmlns:r="http://schemas.openxmlformats.org/officeDocument/2006/relationships" xmlns:p="http://schemas.openxmlformats.org/presentationml/2006/main">
  <p:tag name="SHAPE" val="OLD"/>
</p:tagLst>
</file>

<file path=ppt/tags/tag38.xml><?xml version="1.0" encoding="utf-8"?>
<p:tagLst xmlns:a="http://schemas.openxmlformats.org/drawingml/2006/main" xmlns:r="http://schemas.openxmlformats.org/officeDocument/2006/relationships" xmlns:p="http://schemas.openxmlformats.org/presentationml/2006/main">
  <p:tag name="SHAPE" val="OLD"/>
</p:tagLst>
</file>

<file path=ppt/tags/tag39.xml><?xml version="1.0" encoding="utf-8"?>
<p:tagLst xmlns:a="http://schemas.openxmlformats.org/drawingml/2006/main" xmlns:r="http://schemas.openxmlformats.org/officeDocument/2006/relationships" xmlns:p="http://schemas.openxmlformats.org/presentationml/2006/main">
  <p:tag name="SHAPE" val="OLD"/>
</p:tagLst>
</file>

<file path=ppt/tags/tag40.xml><?xml version="1.0" encoding="utf-8"?>
<p:tagLst xmlns:a="http://schemas.openxmlformats.org/drawingml/2006/main" xmlns:r="http://schemas.openxmlformats.org/officeDocument/2006/relationships" xmlns:p="http://schemas.openxmlformats.org/presentationml/2006/main">
  <p:tag name="SHAPE" val="OLD"/>
</p:tagLst>
</file>

<file path=ppt/tags/tag41.xml><?xml version="1.0" encoding="utf-8"?>
<p:tagLst xmlns:a="http://schemas.openxmlformats.org/drawingml/2006/main" xmlns:r="http://schemas.openxmlformats.org/officeDocument/2006/relationships" xmlns:p="http://schemas.openxmlformats.org/presentationml/2006/main">
  <p:tag name="SHAPE" val="OLD"/>
</p:tagLst>
</file>

<file path=ppt/tags/tag42.xml><?xml version="1.0" encoding="utf-8"?>
<p:tagLst xmlns:a="http://schemas.openxmlformats.org/drawingml/2006/main" xmlns:r="http://schemas.openxmlformats.org/officeDocument/2006/relationships" xmlns:p="http://schemas.openxmlformats.org/presentationml/2006/main">
  <p:tag name="SHAPE" val="OLD"/>
</p:tagLst>
</file>

<file path=ppt/tags/tag43.xml><?xml version="1.0" encoding="utf-8"?>
<p:tagLst xmlns:a="http://schemas.openxmlformats.org/drawingml/2006/main" xmlns:r="http://schemas.openxmlformats.org/officeDocument/2006/relationships" xmlns:p="http://schemas.openxmlformats.org/presentationml/2006/main">
  <p:tag name="SHAPE" val="OLD"/>
</p:tagLst>
</file>

<file path=ppt/tags/tag44.xml><?xml version="1.0" encoding="utf-8"?>
<p:tagLst xmlns:a="http://schemas.openxmlformats.org/drawingml/2006/main" xmlns:r="http://schemas.openxmlformats.org/officeDocument/2006/relationships" xmlns:p="http://schemas.openxmlformats.org/presentationml/2006/main">
  <p:tag name="SHAPE" val="OLD"/>
</p:tagLst>
</file>

<file path=ppt/tags/tag45.xml><?xml version="1.0" encoding="utf-8"?>
<p:tagLst xmlns:a="http://schemas.openxmlformats.org/drawingml/2006/main" xmlns:r="http://schemas.openxmlformats.org/officeDocument/2006/relationships" xmlns:p="http://schemas.openxmlformats.org/presentationml/2006/main">
  <p:tag name="SHAPE" val="OLD"/>
</p:tagLst>
</file>

<file path=ppt/tags/tag46.xml><?xml version="1.0" encoding="utf-8"?>
<p:tagLst xmlns:a="http://schemas.openxmlformats.org/drawingml/2006/main" xmlns:r="http://schemas.openxmlformats.org/officeDocument/2006/relationships" xmlns:p="http://schemas.openxmlformats.org/presentationml/2006/main">
  <p:tag name="SHAPE" val="OLD"/>
</p:tagLst>
</file>

<file path=ppt/tags/tag47.xml><?xml version="1.0" encoding="utf-8"?>
<p:tagLst xmlns:a="http://schemas.openxmlformats.org/drawingml/2006/main" xmlns:r="http://schemas.openxmlformats.org/officeDocument/2006/relationships" xmlns:p="http://schemas.openxmlformats.org/presentationml/2006/main">
  <p:tag name="SHAPE" val="OLD"/>
</p:tagLst>
</file>

<file path=ppt/tags/tag48.xml><?xml version="1.0" encoding="utf-8"?>
<p:tagLst xmlns:a="http://schemas.openxmlformats.org/drawingml/2006/main" xmlns:r="http://schemas.openxmlformats.org/officeDocument/2006/relationships" xmlns:p="http://schemas.openxmlformats.org/presentationml/2006/main">
  <p:tag name="SHAPE" val="OLD"/>
</p:tagLst>
</file>

<file path=ppt/tags/tag49.xml><?xml version="1.0" encoding="utf-8"?>
<p:tagLst xmlns:a="http://schemas.openxmlformats.org/drawingml/2006/main" xmlns:r="http://schemas.openxmlformats.org/officeDocument/2006/relationships" xmlns:p="http://schemas.openxmlformats.org/presentationml/2006/main">
  <p:tag name="SHAPE" val="OLD"/>
</p:tagLst>
</file>

<file path=ppt/tags/tag50.xml><?xml version="1.0" encoding="utf-8"?>
<p:tagLst xmlns:a="http://schemas.openxmlformats.org/drawingml/2006/main" xmlns:r="http://schemas.openxmlformats.org/officeDocument/2006/relationships" xmlns:p="http://schemas.openxmlformats.org/presentationml/2006/main">
  <p:tag name="SHAPE" val="OLD"/>
</p:tagLst>
</file>

<file path=ppt/tags/tag51.xml><?xml version="1.0" encoding="utf-8"?>
<p:tagLst xmlns:a="http://schemas.openxmlformats.org/drawingml/2006/main" xmlns:r="http://schemas.openxmlformats.org/officeDocument/2006/relationships" xmlns:p="http://schemas.openxmlformats.org/presentationml/2006/main">
  <p:tag name="SHAPE" val="OLD"/>
</p:tagLst>
</file>

<file path=ppt/tags/tag52.xml><?xml version="1.0" encoding="utf-8"?>
<p:tagLst xmlns:a="http://schemas.openxmlformats.org/drawingml/2006/main" xmlns:r="http://schemas.openxmlformats.org/officeDocument/2006/relationships" xmlns:p="http://schemas.openxmlformats.org/presentationml/2006/main">
  <p:tag name="SHAPE" val="OLD"/>
</p:tagLst>
</file>

<file path=ppt/tags/tag53.xml><?xml version="1.0" encoding="utf-8"?>
<p:tagLst xmlns:a="http://schemas.openxmlformats.org/drawingml/2006/main" xmlns:r="http://schemas.openxmlformats.org/officeDocument/2006/relationships" xmlns:p="http://schemas.openxmlformats.org/presentationml/2006/main">
  <p:tag name="SHAPE" val="OLD"/>
</p:tagLst>
</file>

<file path=ppt/tags/tag54.xml><?xml version="1.0" encoding="utf-8"?>
<p:tagLst xmlns:a="http://schemas.openxmlformats.org/drawingml/2006/main" xmlns:r="http://schemas.openxmlformats.org/officeDocument/2006/relationships" xmlns:p="http://schemas.openxmlformats.org/presentationml/2006/main">
  <p:tag name="SHAPE" val="OLD"/>
</p:tagLst>
</file>

<file path=ppt/tags/tag55.xml><?xml version="1.0" encoding="utf-8"?>
<p:tagLst xmlns:a="http://schemas.openxmlformats.org/drawingml/2006/main" xmlns:r="http://schemas.openxmlformats.org/officeDocument/2006/relationships" xmlns:p="http://schemas.openxmlformats.org/presentationml/2006/main">
  <p:tag name="SHAPE" val="OLD"/>
</p:tagLst>
</file>

<file path=ppt/tags/tag56.xml><?xml version="1.0" encoding="utf-8"?>
<p:tagLst xmlns:a="http://schemas.openxmlformats.org/drawingml/2006/main" xmlns:r="http://schemas.openxmlformats.org/officeDocument/2006/relationships" xmlns:p="http://schemas.openxmlformats.org/presentationml/2006/main">
  <p:tag name="SHAPE" val="OLD"/>
</p:tagLst>
</file>

<file path=ppt/tags/tag57.xml><?xml version="1.0" encoding="utf-8"?>
<p:tagLst xmlns:a="http://schemas.openxmlformats.org/drawingml/2006/main" xmlns:r="http://schemas.openxmlformats.org/officeDocument/2006/relationships" xmlns:p="http://schemas.openxmlformats.org/presentationml/2006/main">
  <p:tag name="SHAPE" val="OLD"/>
</p:tagLst>
</file>

<file path=ppt/tags/tag58.xml><?xml version="1.0" encoding="utf-8"?>
<p:tagLst xmlns:a="http://schemas.openxmlformats.org/drawingml/2006/main" xmlns:r="http://schemas.openxmlformats.org/officeDocument/2006/relationships" xmlns:p="http://schemas.openxmlformats.org/presentationml/2006/main">
  <p:tag name="SHAPE" val="OLD"/>
</p:tagLst>
</file>

<file path=ppt/tags/tag59.xml><?xml version="1.0" encoding="utf-8"?>
<p:tagLst xmlns:a="http://schemas.openxmlformats.org/drawingml/2006/main" xmlns:r="http://schemas.openxmlformats.org/officeDocument/2006/relationships" xmlns:p="http://schemas.openxmlformats.org/presentationml/2006/main">
  <p:tag name="SHAPE" val="OLD"/>
</p:tagLst>
</file>

<file path=ppt/tags/tag60.xml><?xml version="1.0" encoding="utf-8"?>
<p:tagLst xmlns:a="http://schemas.openxmlformats.org/drawingml/2006/main" xmlns:r="http://schemas.openxmlformats.org/officeDocument/2006/relationships" xmlns:p="http://schemas.openxmlformats.org/presentationml/2006/main">
  <p:tag name="SHAPE" val="OLD"/>
</p:tagLst>
</file>

<file path=ppt/tags/tag61.xml><?xml version="1.0" encoding="utf-8"?>
<p:tagLst xmlns:a="http://schemas.openxmlformats.org/drawingml/2006/main" xmlns:r="http://schemas.openxmlformats.org/officeDocument/2006/relationships" xmlns:p="http://schemas.openxmlformats.org/presentationml/2006/main">
  <p:tag name="SHAPE" val="OLD"/>
</p:tagLst>
</file>

<file path=ppt/tags/tag62.xml><?xml version="1.0" encoding="utf-8"?>
<p:tagLst xmlns:a="http://schemas.openxmlformats.org/drawingml/2006/main" xmlns:r="http://schemas.openxmlformats.org/officeDocument/2006/relationships" xmlns:p="http://schemas.openxmlformats.org/presentationml/2006/main">
  <p:tag name="SHAPE" val="OLD"/>
</p:tagLst>
</file>

<file path=ppt/tags/tag63.xml><?xml version="1.0" encoding="utf-8"?>
<p:tagLst xmlns:a="http://schemas.openxmlformats.org/drawingml/2006/main" xmlns:r="http://schemas.openxmlformats.org/officeDocument/2006/relationships" xmlns:p="http://schemas.openxmlformats.org/presentationml/2006/main">
  <p:tag name="SHAPE" val="OLD"/>
</p:tagLst>
</file>

<file path=ppt/tags/tag64.xml><?xml version="1.0" encoding="utf-8"?>
<p:tagLst xmlns:a="http://schemas.openxmlformats.org/drawingml/2006/main" xmlns:r="http://schemas.openxmlformats.org/officeDocument/2006/relationships" xmlns:p="http://schemas.openxmlformats.org/presentationml/2006/main">
  <p:tag name="SHAPE" val="OLD"/>
</p:tagLst>
</file>

<file path=ppt/tags/tag65.xml><?xml version="1.0" encoding="utf-8"?>
<p:tagLst xmlns:a="http://schemas.openxmlformats.org/drawingml/2006/main" xmlns:r="http://schemas.openxmlformats.org/officeDocument/2006/relationships" xmlns:p="http://schemas.openxmlformats.org/presentationml/2006/main">
  <p:tag name="SHAPE" val="OLD"/>
</p:tagLst>
</file>

<file path=ppt/tags/tag66.xml><?xml version="1.0" encoding="utf-8"?>
<p:tagLst xmlns:a="http://schemas.openxmlformats.org/drawingml/2006/main" xmlns:r="http://schemas.openxmlformats.org/officeDocument/2006/relationships" xmlns:p="http://schemas.openxmlformats.org/presentationml/2006/main">
  <p:tag name="SHAPE" val="OLD"/>
</p:tagLst>
</file>

<file path=ppt/tags/tag67.xml><?xml version="1.0" encoding="utf-8"?>
<p:tagLst xmlns:a="http://schemas.openxmlformats.org/drawingml/2006/main" xmlns:r="http://schemas.openxmlformats.org/officeDocument/2006/relationships" xmlns:p="http://schemas.openxmlformats.org/presentationml/2006/main">
  <p:tag name="SHAPE" val="OLD"/>
</p:tagLst>
</file>

<file path=ppt/tags/tag68.xml><?xml version="1.0" encoding="utf-8"?>
<p:tagLst xmlns:a="http://schemas.openxmlformats.org/drawingml/2006/main" xmlns:r="http://schemas.openxmlformats.org/officeDocument/2006/relationships" xmlns:p="http://schemas.openxmlformats.org/presentationml/2006/main">
  <p:tag name="SHAPE" val="OLD"/>
</p:tagLst>
</file>

<file path=ppt/tags/tag69.xml><?xml version="1.0" encoding="utf-8"?>
<p:tagLst xmlns:a="http://schemas.openxmlformats.org/drawingml/2006/main" xmlns:r="http://schemas.openxmlformats.org/officeDocument/2006/relationships" xmlns:p="http://schemas.openxmlformats.org/presentationml/2006/main">
  <p:tag name="SHAPE" val="OLD"/>
</p:tagLst>
</file>

<file path=ppt/tags/tag70.xml><?xml version="1.0" encoding="utf-8"?>
<p:tagLst xmlns:a="http://schemas.openxmlformats.org/drawingml/2006/main" xmlns:r="http://schemas.openxmlformats.org/officeDocument/2006/relationships" xmlns:p="http://schemas.openxmlformats.org/presentationml/2006/main">
  <p:tag name="SHAPE" val="OLD"/>
</p:tagLst>
</file>

<file path=ppt/tags/tag71.xml><?xml version="1.0" encoding="utf-8"?>
<p:tagLst xmlns:a="http://schemas.openxmlformats.org/drawingml/2006/main" xmlns:r="http://schemas.openxmlformats.org/officeDocument/2006/relationships" xmlns:p="http://schemas.openxmlformats.org/presentationml/2006/main">
  <p:tag name="SHAPE" val="OLD"/>
</p:tagLst>
</file>

<file path=ppt/tags/tag72.xml><?xml version="1.0" encoding="utf-8"?>
<p:tagLst xmlns:a="http://schemas.openxmlformats.org/drawingml/2006/main" xmlns:r="http://schemas.openxmlformats.org/officeDocument/2006/relationships" xmlns:p="http://schemas.openxmlformats.org/presentationml/2006/main">
  <p:tag name="SHAPE" val="OLD"/>
</p:tagLst>
</file>

<file path=ppt/tags/tag73.xml><?xml version="1.0" encoding="utf-8"?>
<p:tagLst xmlns:a="http://schemas.openxmlformats.org/drawingml/2006/main" xmlns:r="http://schemas.openxmlformats.org/officeDocument/2006/relationships" xmlns:p="http://schemas.openxmlformats.org/presentationml/2006/main">
  <p:tag name="SHAPE" val="OLD"/>
</p:tagLst>
</file>

<file path=ppt/tags/tag74.xml><?xml version="1.0" encoding="utf-8"?>
<p:tagLst xmlns:a="http://schemas.openxmlformats.org/drawingml/2006/main" xmlns:r="http://schemas.openxmlformats.org/officeDocument/2006/relationships" xmlns:p="http://schemas.openxmlformats.org/presentationml/2006/main">
  <p:tag name="SHAPE" val="OLD"/>
</p:tagLst>
</file>

<file path=ppt/tags/tag75.xml><?xml version="1.0" encoding="utf-8"?>
<p:tagLst xmlns:a="http://schemas.openxmlformats.org/drawingml/2006/main" xmlns:r="http://schemas.openxmlformats.org/officeDocument/2006/relationships" xmlns:p="http://schemas.openxmlformats.org/presentationml/2006/main">
  <p:tag name="SHAPE" val="OLD"/>
</p:tagLst>
</file>

<file path=ppt/tags/tag76.xml><?xml version="1.0" encoding="utf-8"?>
<p:tagLst xmlns:a="http://schemas.openxmlformats.org/drawingml/2006/main" xmlns:r="http://schemas.openxmlformats.org/officeDocument/2006/relationships" xmlns:p="http://schemas.openxmlformats.org/presentationml/2006/main">
  <p:tag name="SHAPE" val="OLD"/>
</p:tagLst>
</file>

<file path=ppt/tags/tag77.xml><?xml version="1.0" encoding="utf-8"?>
<p:tagLst xmlns:a="http://schemas.openxmlformats.org/drawingml/2006/main" xmlns:r="http://schemas.openxmlformats.org/officeDocument/2006/relationships" xmlns:p="http://schemas.openxmlformats.org/presentationml/2006/main">
  <p:tag name="SHAPE" val="OLD"/>
</p:tagLst>
</file>

<file path=ppt/tags/tag78.xml><?xml version="1.0" encoding="utf-8"?>
<p:tagLst xmlns:a="http://schemas.openxmlformats.org/drawingml/2006/main" xmlns:r="http://schemas.openxmlformats.org/officeDocument/2006/relationships" xmlns:p="http://schemas.openxmlformats.org/presentationml/2006/main">
  <p:tag name="SHAPE" val="OLD"/>
</p:tagLst>
</file>

<file path=ppt/tags/tag79.xml><?xml version="1.0" encoding="utf-8"?>
<p:tagLst xmlns:a="http://schemas.openxmlformats.org/drawingml/2006/main" xmlns:r="http://schemas.openxmlformats.org/officeDocument/2006/relationships" xmlns:p="http://schemas.openxmlformats.org/presentationml/2006/main">
  <p:tag name="SHAPE" val="OLD"/>
</p:tagLst>
</file>

<file path=ppt/tags/tag80.xml><?xml version="1.0" encoding="utf-8"?>
<p:tagLst xmlns:a="http://schemas.openxmlformats.org/drawingml/2006/main" xmlns:r="http://schemas.openxmlformats.org/officeDocument/2006/relationships" xmlns:p="http://schemas.openxmlformats.org/presentationml/2006/main">
  <p:tag name="SHAPE" val="OLD"/>
</p:tagLst>
</file>

<file path=ppt/tags/tag81.xml><?xml version="1.0" encoding="utf-8"?>
<p:tagLst xmlns:a="http://schemas.openxmlformats.org/drawingml/2006/main" xmlns:r="http://schemas.openxmlformats.org/officeDocument/2006/relationships" xmlns:p="http://schemas.openxmlformats.org/presentationml/2006/main">
  <p:tag name="SHAPE" val="OLD"/>
</p:tagLst>
</file>

<file path=ppt/tags/tag82.xml><?xml version="1.0" encoding="utf-8"?>
<p:tagLst xmlns:a="http://schemas.openxmlformats.org/drawingml/2006/main" xmlns:r="http://schemas.openxmlformats.org/officeDocument/2006/relationships" xmlns:p="http://schemas.openxmlformats.org/presentationml/2006/main">
  <p:tag name="SHAPE" val="OLD"/>
</p:tagLst>
</file>

<file path=ppt/tags/tag83.xml><?xml version="1.0" encoding="utf-8"?>
<p:tagLst xmlns:a="http://schemas.openxmlformats.org/drawingml/2006/main" xmlns:r="http://schemas.openxmlformats.org/officeDocument/2006/relationships" xmlns:p="http://schemas.openxmlformats.org/presentationml/2006/main">
  <p:tag name="SHAPE" val="OLD"/>
</p:tagLst>
</file>

<file path=ppt/tags/tag84.xml><?xml version="1.0" encoding="utf-8"?>
<p:tagLst xmlns:a="http://schemas.openxmlformats.org/drawingml/2006/main" xmlns:r="http://schemas.openxmlformats.org/officeDocument/2006/relationships" xmlns:p="http://schemas.openxmlformats.org/presentationml/2006/main">
  <p:tag name="SHAPE" val="OLD"/>
</p:tagLst>
</file>

<file path=ppt/tags/tag85.xml><?xml version="1.0" encoding="utf-8"?>
<p:tagLst xmlns:a="http://schemas.openxmlformats.org/drawingml/2006/main" xmlns:r="http://schemas.openxmlformats.org/officeDocument/2006/relationships" xmlns:p="http://schemas.openxmlformats.org/presentationml/2006/main">
  <p:tag name="SHAPE" val="OLD"/>
</p:tagLst>
</file>

<file path=ppt/tags/tag86.xml><?xml version="1.0" encoding="utf-8"?>
<p:tagLst xmlns:a="http://schemas.openxmlformats.org/drawingml/2006/main" xmlns:r="http://schemas.openxmlformats.org/officeDocument/2006/relationships" xmlns:p="http://schemas.openxmlformats.org/presentationml/2006/main">
  <p:tag name="SHAPE" val="OLD"/>
</p:tagLst>
</file>

<file path=ppt/tags/tag87.xml><?xml version="1.0" encoding="utf-8"?>
<p:tagLst xmlns:a="http://schemas.openxmlformats.org/drawingml/2006/main" xmlns:r="http://schemas.openxmlformats.org/officeDocument/2006/relationships" xmlns:p="http://schemas.openxmlformats.org/presentationml/2006/main">
  <p:tag name="SHAPE" val="OLD"/>
</p:tagLst>
</file>

<file path=ppt/tags/tag88.xml><?xml version="1.0" encoding="utf-8"?>
<p:tagLst xmlns:a="http://schemas.openxmlformats.org/drawingml/2006/main" xmlns:r="http://schemas.openxmlformats.org/officeDocument/2006/relationships" xmlns:p="http://schemas.openxmlformats.org/presentationml/2006/main">
  <p:tag name="SHAPE" val="OLD"/>
</p:tagLst>
</file>

<file path=ppt/tags/tag89.xml><?xml version="1.0" encoding="utf-8"?>
<p:tagLst xmlns:a="http://schemas.openxmlformats.org/drawingml/2006/main" xmlns:r="http://schemas.openxmlformats.org/officeDocument/2006/relationships" xmlns:p="http://schemas.openxmlformats.org/presentationml/2006/main">
  <p:tag name="SHAPE" val="OLD"/>
</p:tagLst>
</file>

<file path=ppt/tags/tag90.xml><?xml version="1.0" encoding="utf-8"?>
<p:tagLst xmlns:a="http://schemas.openxmlformats.org/drawingml/2006/main" xmlns:r="http://schemas.openxmlformats.org/officeDocument/2006/relationships" xmlns:p="http://schemas.openxmlformats.org/presentationml/2006/main">
  <p:tag name="SHAPE" val="OLD"/>
</p:tagLst>
</file>

<file path=ppt/tags/tag91.xml><?xml version="1.0" encoding="utf-8"?>
<p:tagLst xmlns:a="http://schemas.openxmlformats.org/drawingml/2006/main" xmlns:r="http://schemas.openxmlformats.org/officeDocument/2006/relationships" xmlns:p="http://schemas.openxmlformats.org/presentationml/2006/main">
  <p:tag name="SHAPE" val="OLD"/>
</p:tagLst>
</file>

<file path=ppt/tags/tag92.xml><?xml version="1.0" encoding="utf-8"?>
<p:tagLst xmlns:a="http://schemas.openxmlformats.org/drawingml/2006/main" xmlns:r="http://schemas.openxmlformats.org/officeDocument/2006/relationships" xmlns:p="http://schemas.openxmlformats.org/presentationml/2006/main">
  <p:tag name="SHAPE" val="OLD"/>
</p:tagLst>
</file>

<file path=ppt/tags/tag93.xml><?xml version="1.0" encoding="utf-8"?>
<p:tagLst xmlns:a="http://schemas.openxmlformats.org/drawingml/2006/main" xmlns:r="http://schemas.openxmlformats.org/officeDocument/2006/relationships" xmlns:p="http://schemas.openxmlformats.org/presentationml/2006/main">
  <p:tag name="SHAPE" val="OLD"/>
</p:tagLst>
</file>

<file path=ppt/tags/tag94.xml><?xml version="1.0" encoding="utf-8"?>
<p:tagLst xmlns:a="http://schemas.openxmlformats.org/drawingml/2006/main" xmlns:r="http://schemas.openxmlformats.org/officeDocument/2006/relationships" xmlns:p="http://schemas.openxmlformats.org/presentationml/2006/main">
  <p:tag name="SHAPE" val="OLD"/>
</p:tagLst>
</file>

<file path=ppt/tags/tag95.xml><?xml version="1.0" encoding="utf-8"?>
<p:tagLst xmlns:a="http://schemas.openxmlformats.org/drawingml/2006/main" xmlns:r="http://schemas.openxmlformats.org/officeDocument/2006/relationships" xmlns:p="http://schemas.openxmlformats.org/presentationml/2006/main">
  <p:tag name="SHAPE" val="OLD"/>
</p:tagLst>
</file>

<file path=ppt/tags/tag96.xml><?xml version="1.0" encoding="utf-8"?>
<p:tagLst xmlns:a="http://schemas.openxmlformats.org/drawingml/2006/main" xmlns:r="http://schemas.openxmlformats.org/officeDocument/2006/relationships" xmlns:p="http://schemas.openxmlformats.org/presentationml/2006/main">
  <p:tag name="SHAPE" val="OLD"/>
</p:tagLst>
</file>

<file path=ppt/tags/tag97.xml><?xml version="1.0" encoding="utf-8"?>
<p:tagLst xmlns:a="http://schemas.openxmlformats.org/drawingml/2006/main" xmlns:r="http://schemas.openxmlformats.org/officeDocument/2006/relationships" xmlns:p="http://schemas.openxmlformats.org/presentationml/2006/main">
  <p:tag name="SHAPE" val="OLD"/>
</p:tagLst>
</file>

<file path=ppt/tags/tag98.xml><?xml version="1.0" encoding="utf-8"?>
<p:tagLst xmlns:a="http://schemas.openxmlformats.org/drawingml/2006/main" xmlns:r="http://schemas.openxmlformats.org/officeDocument/2006/relationships" xmlns:p="http://schemas.openxmlformats.org/presentationml/2006/main">
  <p:tag name="SHAPE" val="OLD"/>
</p:tagLst>
</file>

<file path=ppt/tags/tag99.xml><?xml version="1.0" encoding="utf-8"?>
<p:tagLst xmlns:a="http://schemas.openxmlformats.org/drawingml/2006/main" xmlns:r="http://schemas.openxmlformats.org/officeDocument/2006/relationships" xmlns:p="http://schemas.openxmlformats.org/presentationml/2006/main">
  <p:tag name="SHAPE" val="OLD"/>
</p:tagLst>
</file>

<file path=ppt/tags/tag100.xml><?xml version="1.0" encoding="utf-8"?>
<p:tagLst xmlns:a="http://schemas.openxmlformats.org/drawingml/2006/main" xmlns:r="http://schemas.openxmlformats.org/officeDocument/2006/relationships" xmlns:p="http://schemas.openxmlformats.org/presentationml/2006/main">
  <p:tag name="SHAPE" val="OLD"/>
</p:tagLst>
</file>

<file path=ppt/tags/tag101.xml><?xml version="1.0" encoding="utf-8"?>
<p:tagLst xmlns:a="http://schemas.openxmlformats.org/drawingml/2006/main" xmlns:r="http://schemas.openxmlformats.org/officeDocument/2006/relationships" xmlns:p="http://schemas.openxmlformats.org/presentationml/2006/main">
  <p:tag name="SHAPE" val="OLD"/>
</p:tagLst>
</file>

<file path=ppt/tags/tag102.xml><?xml version="1.0" encoding="utf-8"?>
<p:tagLst xmlns:a="http://schemas.openxmlformats.org/drawingml/2006/main" xmlns:r="http://schemas.openxmlformats.org/officeDocument/2006/relationships" xmlns:p="http://schemas.openxmlformats.org/presentationml/2006/main">
  <p:tag name="SHAPE" val="OLD"/>
</p:tagLst>
</file>

<file path=ppt/tags/tag103.xml><?xml version="1.0" encoding="utf-8"?>
<p:tagLst xmlns:a="http://schemas.openxmlformats.org/drawingml/2006/main" xmlns:r="http://schemas.openxmlformats.org/officeDocument/2006/relationships" xmlns:p="http://schemas.openxmlformats.org/presentationml/2006/main">
  <p:tag name="SHAPE" val="OLD"/>
</p:tagLst>
</file>

<file path=ppt/tags/tag104.xml><?xml version="1.0" encoding="utf-8"?>
<p:tagLst xmlns:a="http://schemas.openxmlformats.org/drawingml/2006/main" xmlns:r="http://schemas.openxmlformats.org/officeDocument/2006/relationships" xmlns:p="http://schemas.openxmlformats.org/presentationml/2006/main">
  <p:tag name="SHAPE" val="OLD"/>
</p:tagLst>
</file>

<file path=ppt/tags/tag105.xml><?xml version="1.0" encoding="utf-8"?>
<p:tagLst xmlns:a="http://schemas.openxmlformats.org/drawingml/2006/main" xmlns:r="http://schemas.openxmlformats.org/officeDocument/2006/relationships" xmlns:p="http://schemas.openxmlformats.org/presentationml/2006/main">
  <p:tag name="SHAPE" val="OLD"/>
</p:tagLst>
</file>

<file path=ppt/tags/tag106.xml><?xml version="1.0" encoding="utf-8"?>
<p:tagLst xmlns:a="http://schemas.openxmlformats.org/drawingml/2006/main" xmlns:r="http://schemas.openxmlformats.org/officeDocument/2006/relationships" xmlns:p="http://schemas.openxmlformats.org/presentationml/2006/main">
  <p:tag name="SHAPE" val="OLD"/>
</p:tagLst>
</file>

<file path=ppt/tags/tag107.xml><?xml version="1.0" encoding="utf-8"?>
<p:tagLst xmlns:a="http://schemas.openxmlformats.org/drawingml/2006/main" xmlns:r="http://schemas.openxmlformats.org/officeDocument/2006/relationships" xmlns:p="http://schemas.openxmlformats.org/presentationml/2006/main">
  <p:tag name="SHAPE" val="OLD"/>
</p:tagLst>
</file>

<file path=ppt/tags/tag108.xml><?xml version="1.0" encoding="utf-8"?>
<p:tagLst xmlns:a="http://schemas.openxmlformats.org/drawingml/2006/main" xmlns:r="http://schemas.openxmlformats.org/officeDocument/2006/relationships" xmlns:p="http://schemas.openxmlformats.org/presentationml/2006/main">
  <p:tag name="SHAPE" val="OLD"/>
</p:tagLst>
</file>

<file path=ppt/tags/tag109.xml><?xml version="1.0" encoding="utf-8"?>
<p:tagLst xmlns:a="http://schemas.openxmlformats.org/drawingml/2006/main" xmlns:r="http://schemas.openxmlformats.org/officeDocument/2006/relationships" xmlns:p="http://schemas.openxmlformats.org/presentationml/2006/main">
  <p:tag name="SHAPE" val="OLD"/>
</p:tagLst>
</file>

<file path=ppt/tags/tag110.xml><?xml version="1.0" encoding="utf-8"?>
<p:tagLst xmlns:a="http://schemas.openxmlformats.org/drawingml/2006/main" xmlns:r="http://schemas.openxmlformats.org/officeDocument/2006/relationships" xmlns:p="http://schemas.openxmlformats.org/presentationml/2006/main">
  <p:tag name="SHAPE" val="OLD"/>
</p:tagLst>
</file>

<file path=ppt/tags/tag111.xml><?xml version="1.0" encoding="utf-8"?>
<p:tagLst xmlns:a="http://schemas.openxmlformats.org/drawingml/2006/main" xmlns:r="http://schemas.openxmlformats.org/officeDocument/2006/relationships" xmlns:p="http://schemas.openxmlformats.org/presentationml/2006/main">
  <p:tag name="SHAPE" val="OLD"/>
</p:tagLst>
</file>

<file path=ppt/tags/tag112.xml><?xml version="1.0" encoding="utf-8"?>
<p:tagLst xmlns:a="http://schemas.openxmlformats.org/drawingml/2006/main" xmlns:r="http://schemas.openxmlformats.org/officeDocument/2006/relationships" xmlns:p="http://schemas.openxmlformats.org/presentationml/2006/main">
  <p:tag name="SHAPE" val="OLD"/>
</p:tagLst>
</file>

<file path=ppt/tags/tag113.xml><?xml version="1.0" encoding="utf-8"?>
<p:tagLst xmlns:a="http://schemas.openxmlformats.org/drawingml/2006/main" xmlns:r="http://schemas.openxmlformats.org/officeDocument/2006/relationships" xmlns:p="http://schemas.openxmlformats.org/presentationml/2006/main">
  <p:tag name="SHAPE" val="OLD"/>
</p:tagLst>
</file>

<file path=ppt/tags/tag114.xml><?xml version="1.0" encoding="utf-8"?>
<p:tagLst xmlns:a="http://schemas.openxmlformats.org/drawingml/2006/main" xmlns:r="http://schemas.openxmlformats.org/officeDocument/2006/relationships" xmlns:p="http://schemas.openxmlformats.org/presentationml/2006/main">
  <p:tag name="SHAPE" val="OLD"/>
</p:tagLst>
</file>

<file path=ppt/tags/tag115.xml><?xml version="1.0" encoding="utf-8"?>
<p:tagLst xmlns:a="http://schemas.openxmlformats.org/drawingml/2006/main" xmlns:r="http://schemas.openxmlformats.org/officeDocument/2006/relationships" xmlns:p="http://schemas.openxmlformats.org/presentationml/2006/main">
  <p:tag name="SHAPE" val="OLD"/>
</p:tagLst>
</file>

<file path=ppt/tags/tag116.xml><?xml version="1.0" encoding="utf-8"?>
<p:tagLst xmlns:a="http://schemas.openxmlformats.org/drawingml/2006/main" xmlns:r="http://schemas.openxmlformats.org/officeDocument/2006/relationships" xmlns:p="http://schemas.openxmlformats.org/presentationml/2006/main">
  <p:tag name="SHAPE" val="OLD"/>
</p:tagLst>
</file>

<file path=ppt/tags/tag117.xml><?xml version="1.0" encoding="utf-8"?>
<p:tagLst xmlns:a="http://schemas.openxmlformats.org/drawingml/2006/main" xmlns:r="http://schemas.openxmlformats.org/officeDocument/2006/relationships" xmlns:p="http://schemas.openxmlformats.org/presentationml/2006/main">
  <p:tag name="SHAPE" val="OLD"/>
</p:tagLst>
</file>

<file path=ppt/tags/tag118.xml><?xml version="1.0" encoding="utf-8"?>
<p:tagLst xmlns:a="http://schemas.openxmlformats.org/drawingml/2006/main" xmlns:r="http://schemas.openxmlformats.org/officeDocument/2006/relationships" xmlns:p="http://schemas.openxmlformats.org/presentationml/2006/main">
  <p:tag name="SHAPE" val="OLD"/>
</p:tagLst>
</file>

<file path=ppt/tags/tag119.xml><?xml version="1.0" encoding="utf-8"?>
<p:tagLst xmlns:a="http://schemas.openxmlformats.org/drawingml/2006/main" xmlns:r="http://schemas.openxmlformats.org/officeDocument/2006/relationships" xmlns:p="http://schemas.openxmlformats.org/presentationml/2006/main">
  <p:tag name="SHAPE" val="OLD"/>
</p:tagLst>
</file>

<file path=ppt/tags/tag120.xml><?xml version="1.0" encoding="utf-8"?>
<p:tagLst xmlns:a="http://schemas.openxmlformats.org/drawingml/2006/main" xmlns:r="http://schemas.openxmlformats.org/officeDocument/2006/relationships" xmlns:p="http://schemas.openxmlformats.org/presentationml/2006/main">
  <p:tag name="SHAPE" val="OLD"/>
</p:tagLst>
</file>

<file path=ppt/tags/tag121.xml><?xml version="1.0" encoding="utf-8"?>
<p:tagLst xmlns:a="http://schemas.openxmlformats.org/drawingml/2006/main" xmlns:r="http://schemas.openxmlformats.org/officeDocument/2006/relationships" xmlns:p="http://schemas.openxmlformats.org/presentationml/2006/main">
  <p:tag name="SHAPE" val="OLD"/>
</p:tagLst>
</file>

<file path=ppt/tags/tag122.xml><?xml version="1.0" encoding="utf-8"?>
<p:tagLst xmlns:a="http://schemas.openxmlformats.org/drawingml/2006/main" xmlns:r="http://schemas.openxmlformats.org/officeDocument/2006/relationships" xmlns:p="http://schemas.openxmlformats.org/presentationml/2006/main">
  <p:tag name="SHAPE" val="OLD"/>
</p:tagLst>
</file>

<file path=ppt/tags/tag123.xml><?xml version="1.0" encoding="utf-8"?>
<p:tagLst xmlns:a="http://schemas.openxmlformats.org/drawingml/2006/main" xmlns:r="http://schemas.openxmlformats.org/officeDocument/2006/relationships" xmlns:p="http://schemas.openxmlformats.org/presentationml/2006/main">
  <p:tag name="SHAPE" val="OLD"/>
</p:tagLst>
</file>

<file path=ppt/tags/tag124.xml><?xml version="1.0" encoding="utf-8"?>
<p:tagLst xmlns:a="http://schemas.openxmlformats.org/drawingml/2006/main" xmlns:r="http://schemas.openxmlformats.org/officeDocument/2006/relationships" xmlns:p="http://schemas.openxmlformats.org/presentationml/2006/main">
  <p:tag name="SHAPE" val="OLD"/>
</p:tagLst>
</file>

<file path=ppt/tags/tag125.xml><?xml version="1.0" encoding="utf-8"?>
<p:tagLst xmlns:a="http://schemas.openxmlformats.org/drawingml/2006/main" xmlns:r="http://schemas.openxmlformats.org/officeDocument/2006/relationships" xmlns:p="http://schemas.openxmlformats.org/presentationml/2006/main">
  <p:tag name="SHAPE" val="OLD"/>
</p:tagLst>
</file>

<file path=ppt/tags/tag126.xml><?xml version="1.0" encoding="utf-8"?>
<p:tagLst xmlns:a="http://schemas.openxmlformats.org/drawingml/2006/main" xmlns:r="http://schemas.openxmlformats.org/officeDocument/2006/relationships" xmlns:p="http://schemas.openxmlformats.org/presentationml/2006/main">
  <p:tag name="SHAPE" val="OLD"/>
</p:tagLst>
</file>

<file path=ppt/tags/tag127.xml><?xml version="1.0" encoding="utf-8"?>
<p:tagLst xmlns:a="http://schemas.openxmlformats.org/drawingml/2006/main" xmlns:r="http://schemas.openxmlformats.org/officeDocument/2006/relationships" xmlns:p="http://schemas.openxmlformats.org/presentationml/2006/main">
  <p:tag name="SHAPE" val="OLD"/>
</p:tagLst>
</file>

<file path=ppt/tags/tag128.xml><?xml version="1.0" encoding="utf-8"?>
<p:tagLst xmlns:a="http://schemas.openxmlformats.org/drawingml/2006/main" xmlns:r="http://schemas.openxmlformats.org/officeDocument/2006/relationships" xmlns:p="http://schemas.openxmlformats.org/presentationml/2006/main">
  <p:tag name="SHAPE" val="OLD"/>
</p:tagLst>
</file>

<file path=ppt/tags/tag129.xml><?xml version="1.0" encoding="utf-8"?>
<p:tagLst xmlns:a="http://schemas.openxmlformats.org/drawingml/2006/main" xmlns:r="http://schemas.openxmlformats.org/officeDocument/2006/relationships" xmlns:p="http://schemas.openxmlformats.org/presentationml/2006/main">
  <p:tag name="SHAPE" val="OLD"/>
</p:tagLst>
</file>

<file path=ppt/tags/tag130.xml><?xml version="1.0" encoding="utf-8"?>
<p:tagLst xmlns:a="http://schemas.openxmlformats.org/drawingml/2006/main" xmlns:r="http://schemas.openxmlformats.org/officeDocument/2006/relationships" xmlns:p="http://schemas.openxmlformats.org/presentationml/2006/main">
  <p:tag name="SHAPE" val="OLD"/>
</p:tagLst>
</file>

<file path=ppt/tags/tag131.xml><?xml version="1.0" encoding="utf-8"?>
<p:tagLst xmlns:a="http://schemas.openxmlformats.org/drawingml/2006/main" xmlns:r="http://schemas.openxmlformats.org/officeDocument/2006/relationships" xmlns:p="http://schemas.openxmlformats.org/presentationml/2006/main">
  <p:tag name="SHAPE" val="OLD"/>
</p:tagLst>
</file>

<file path=ppt/tags/tag132.xml><?xml version="1.0" encoding="utf-8"?>
<p:tagLst xmlns:a="http://schemas.openxmlformats.org/drawingml/2006/main" xmlns:r="http://schemas.openxmlformats.org/officeDocument/2006/relationships" xmlns:p="http://schemas.openxmlformats.org/presentationml/2006/main">
  <p:tag name="SHAPE" val="OLD"/>
</p:tagLst>
</file>

<file path=ppt/tags/tag133.xml><?xml version="1.0" encoding="utf-8"?>
<p:tagLst xmlns:a="http://schemas.openxmlformats.org/drawingml/2006/main" xmlns:r="http://schemas.openxmlformats.org/officeDocument/2006/relationships" xmlns:p="http://schemas.openxmlformats.org/presentationml/2006/main">
  <p:tag name="SHAPE" val="OLD"/>
</p:tagLst>
</file>

<file path=ppt/tags/tag134.xml><?xml version="1.0" encoding="utf-8"?>
<p:tagLst xmlns:a="http://schemas.openxmlformats.org/drawingml/2006/main" xmlns:r="http://schemas.openxmlformats.org/officeDocument/2006/relationships" xmlns:p="http://schemas.openxmlformats.org/presentationml/2006/main">
  <p:tag name="SHAPE" val="OLD"/>
</p:tagLst>
</file>

<file path=ppt/tags/tag135.xml><?xml version="1.0" encoding="utf-8"?>
<p:tagLst xmlns:a="http://schemas.openxmlformats.org/drawingml/2006/main" xmlns:r="http://schemas.openxmlformats.org/officeDocument/2006/relationships" xmlns:p="http://schemas.openxmlformats.org/presentationml/2006/main">
  <p:tag name="SHAPE" val="OLD"/>
</p:tagLst>
</file>

<file path=ppt/tags/tag136.xml><?xml version="1.0" encoding="utf-8"?>
<p:tagLst xmlns:a="http://schemas.openxmlformats.org/drawingml/2006/main" xmlns:r="http://schemas.openxmlformats.org/officeDocument/2006/relationships" xmlns:p="http://schemas.openxmlformats.org/presentationml/2006/main">
  <p:tag name="SHAPE" val="OLD"/>
</p:tagLst>
</file>

<file path=ppt/tags/tag137.xml><?xml version="1.0" encoding="utf-8"?>
<p:tagLst xmlns:a="http://schemas.openxmlformats.org/drawingml/2006/main" xmlns:r="http://schemas.openxmlformats.org/officeDocument/2006/relationships" xmlns:p="http://schemas.openxmlformats.org/presentationml/2006/main">
  <p:tag name="SHAPE" val="OLD"/>
</p:tagLst>
</file>

<file path=ppt/tags/tag138.xml><?xml version="1.0" encoding="utf-8"?>
<p:tagLst xmlns:a="http://schemas.openxmlformats.org/drawingml/2006/main" xmlns:r="http://schemas.openxmlformats.org/officeDocument/2006/relationships" xmlns:p="http://schemas.openxmlformats.org/presentationml/2006/main">
  <p:tag name="SHAPE" val="OLD"/>
</p:tagLst>
</file>

<file path=ppt/tags/tag139.xml><?xml version="1.0" encoding="utf-8"?>
<p:tagLst xmlns:a="http://schemas.openxmlformats.org/drawingml/2006/main" xmlns:r="http://schemas.openxmlformats.org/officeDocument/2006/relationships" xmlns:p="http://schemas.openxmlformats.org/presentationml/2006/main">
  <p:tag name="SHAPE" val="OLD"/>
</p:tagLst>
</file>

<file path=ppt/tags/tag140.xml><?xml version="1.0" encoding="utf-8"?>
<p:tagLst xmlns:a="http://schemas.openxmlformats.org/drawingml/2006/main" xmlns:r="http://schemas.openxmlformats.org/officeDocument/2006/relationships" xmlns:p="http://schemas.openxmlformats.org/presentationml/2006/main">
  <p:tag name="SHAPE" val="OLD"/>
</p:tagLst>
</file>

<file path=ppt/tags/tag141.xml><?xml version="1.0" encoding="utf-8"?>
<p:tagLst xmlns:a="http://schemas.openxmlformats.org/drawingml/2006/main" xmlns:r="http://schemas.openxmlformats.org/officeDocument/2006/relationships" xmlns:p="http://schemas.openxmlformats.org/presentationml/2006/main">
  <p:tag name="SHAPE" val="OLD"/>
</p:tagLst>
</file>

<file path=ppt/tags/tag142.xml><?xml version="1.0" encoding="utf-8"?>
<p:tagLst xmlns:a="http://schemas.openxmlformats.org/drawingml/2006/main" xmlns:r="http://schemas.openxmlformats.org/officeDocument/2006/relationships" xmlns:p="http://schemas.openxmlformats.org/presentationml/2006/main">
  <p:tag name="SHAPE" val="OLD"/>
</p:tagLst>
</file>

<file path=ppt/tags/tag143.xml><?xml version="1.0" encoding="utf-8"?>
<p:tagLst xmlns:a="http://schemas.openxmlformats.org/drawingml/2006/main" xmlns:r="http://schemas.openxmlformats.org/officeDocument/2006/relationships" xmlns:p="http://schemas.openxmlformats.org/presentationml/2006/main">
  <p:tag name="SHAPE" val="OLD"/>
</p:tagLst>
</file>

<file path=ppt/tags/tag144.xml><?xml version="1.0" encoding="utf-8"?>
<p:tagLst xmlns:a="http://schemas.openxmlformats.org/drawingml/2006/main" xmlns:r="http://schemas.openxmlformats.org/officeDocument/2006/relationships" xmlns:p="http://schemas.openxmlformats.org/presentationml/2006/main">
  <p:tag name="SHAPE" val="OLD"/>
</p:tagLst>
</file>

<file path=ppt/tags/tag145.xml><?xml version="1.0" encoding="utf-8"?>
<p:tagLst xmlns:a="http://schemas.openxmlformats.org/drawingml/2006/main" xmlns:r="http://schemas.openxmlformats.org/officeDocument/2006/relationships" xmlns:p="http://schemas.openxmlformats.org/presentationml/2006/main">
  <p:tag name="SHAPE" val="OLD"/>
</p:tagLst>
</file>

<file path=ppt/tags/tag146.xml><?xml version="1.0" encoding="utf-8"?>
<p:tagLst xmlns:a="http://schemas.openxmlformats.org/drawingml/2006/main" xmlns:r="http://schemas.openxmlformats.org/officeDocument/2006/relationships" xmlns:p="http://schemas.openxmlformats.org/presentationml/2006/main">
  <p:tag name="SHAPE" val="OLD"/>
</p:tagLst>
</file>

<file path=ppt/tags/tag147.xml><?xml version="1.0" encoding="utf-8"?>
<p:tagLst xmlns:a="http://schemas.openxmlformats.org/drawingml/2006/main" xmlns:r="http://schemas.openxmlformats.org/officeDocument/2006/relationships" xmlns:p="http://schemas.openxmlformats.org/presentationml/2006/main">
  <p:tag name="SHAPE" val="OLD"/>
</p:tagLst>
</file>

<file path=ppt/tags/tag148.xml><?xml version="1.0" encoding="utf-8"?>
<p:tagLst xmlns:a="http://schemas.openxmlformats.org/drawingml/2006/main" xmlns:r="http://schemas.openxmlformats.org/officeDocument/2006/relationships" xmlns:p="http://schemas.openxmlformats.org/presentationml/2006/main">
  <p:tag name="SHAPE" val="OLD"/>
</p:tagLst>
</file>

<file path=ppt/tags/tag149.xml><?xml version="1.0" encoding="utf-8"?>
<p:tagLst xmlns:a="http://schemas.openxmlformats.org/drawingml/2006/main" xmlns:r="http://schemas.openxmlformats.org/officeDocument/2006/relationships" xmlns:p="http://schemas.openxmlformats.org/presentationml/2006/main">
  <p:tag name="SHAPE" val="OLD"/>
</p:tagLst>
</file>

<file path=ppt/tags/tag150.xml><?xml version="1.0" encoding="utf-8"?>
<p:tagLst xmlns:a="http://schemas.openxmlformats.org/drawingml/2006/main" xmlns:r="http://schemas.openxmlformats.org/officeDocument/2006/relationships" xmlns:p="http://schemas.openxmlformats.org/presentationml/2006/main">
  <p:tag name="SHAPE" val="OLD"/>
</p:tagLst>
</file>

<file path=ppt/tags/tag151.xml><?xml version="1.0" encoding="utf-8"?>
<p:tagLst xmlns:a="http://schemas.openxmlformats.org/drawingml/2006/main" xmlns:r="http://schemas.openxmlformats.org/officeDocument/2006/relationships" xmlns:p="http://schemas.openxmlformats.org/presentationml/2006/main">
  <p:tag name="SHAPE" val="OLD"/>
</p:tagLst>
</file>

<file path=ppt/tags/tag152.xml><?xml version="1.0" encoding="utf-8"?>
<p:tagLst xmlns:a="http://schemas.openxmlformats.org/drawingml/2006/main" xmlns:r="http://schemas.openxmlformats.org/officeDocument/2006/relationships" xmlns:p="http://schemas.openxmlformats.org/presentationml/2006/main">
  <p:tag name="SHAPE" val="OLD"/>
</p:tagLst>
</file>

<file path=ppt/tags/tag153.xml><?xml version="1.0" encoding="utf-8"?>
<p:tagLst xmlns:a="http://schemas.openxmlformats.org/drawingml/2006/main" xmlns:r="http://schemas.openxmlformats.org/officeDocument/2006/relationships" xmlns:p="http://schemas.openxmlformats.org/presentationml/2006/main">
  <p:tag name="SHAPE" val="OLD"/>
</p:tagLst>
</file>

<file path=ppt/tags/tag154.xml><?xml version="1.0" encoding="utf-8"?>
<p:tagLst xmlns:a="http://schemas.openxmlformats.org/drawingml/2006/main" xmlns:r="http://schemas.openxmlformats.org/officeDocument/2006/relationships" xmlns:p="http://schemas.openxmlformats.org/presentationml/2006/main">
  <p:tag name="SHAPE" val="OLD"/>
</p:tagLst>
</file>

<file path=ppt/tags/tag155.xml><?xml version="1.0" encoding="utf-8"?>
<p:tagLst xmlns:a="http://schemas.openxmlformats.org/drawingml/2006/main" xmlns:r="http://schemas.openxmlformats.org/officeDocument/2006/relationships" xmlns:p="http://schemas.openxmlformats.org/presentationml/2006/main">
  <p:tag name="SHAPE" val="OLD"/>
</p:tagLst>
</file>

<file path=ppt/tags/tag156.xml><?xml version="1.0" encoding="utf-8"?>
<p:tagLst xmlns:a="http://schemas.openxmlformats.org/drawingml/2006/main" xmlns:r="http://schemas.openxmlformats.org/officeDocument/2006/relationships" xmlns:p="http://schemas.openxmlformats.org/presentationml/2006/main">
  <p:tag name="SHAPE" val="OLD"/>
</p:tagLst>
</file>

<file path=ppt/tags/tag157.xml><?xml version="1.0" encoding="utf-8"?>
<p:tagLst xmlns:a="http://schemas.openxmlformats.org/drawingml/2006/main" xmlns:r="http://schemas.openxmlformats.org/officeDocument/2006/relationships" xmlns:p="http://schemas.openxmlformats.org/presentationml/2006/main">
  <p:tag name="SHAPE" val="OLD"/>
</p:tagLst>
</file>

<file path=ppt/tags/tag158.xml><?xml version="1.0" encoding="utf-8"?>
<p:tagLst xmlns:a="http://schemas.openxmlformats.org/drawingml/2006/main" xmlns:r="http://schemas.openxmlformats.org/officeDocument/2006/relationships" xmlns:p="http://schemas.openxmlformats.org/presentationml/2006/main">
  <p:tag name="SHAPE" val="OLD"/>
</p:tagLst>
</file>

<file path=ppt/tags/tag159.xml><?xml version="1.0" encoding="utf-8"?>
<p:tagLst xmlns:a="http://schemas.openxmlformats.org/drawingml/2006/main" xmlns:r="http://schemas.openxmlformats.org/officeDocument/2006/relationships" xmlns:p="http://schemas.openxmlformats.org/presentationml/2006/main">
  <p:tag name="SHAPE" val="OLD"/>
</p:tagLst>
</file>

<file path=ppt/tags/tag160.xml><?xml version="1.0" encoding="utf-8"?>
<p:tagLst xmlns:a="http://schemas.openxmlformats.org/drawingml/2006/main" xmlns:r="http://schemas.openxmlformats.org/officeDocument/2006/relationships" xmlns:p="http://schemas.openxmlformats.org/presentationml/2006/main">
  <p:tag name="SHAPE" val="OLD"/>
</p:tagLst>
</file>

<file path=ppt/tags/tag161.xml><?xml version="1.0" encoding="utf-8"?>
<p:tagLst xmlns:a="http://schemas.openxmlformats.org/drawingml/2006/main" xmlns:r="http://schemas.openxmlformats.org/officeDocument/2006/relationships" xmlns:p="http://schemas.openxmlformats.org/presentationml/2006/main">
  <p:tag name="SHAPE" val="OLD"/>
</p:tagLst>
</file>

<file path=ppt/tags/tag162.xml><?xml version="1.0" encoding="utf-8"?>
<p:tagLst xmlns:a="http://schemas.openxmlformats.org/drawingml/2006/main" xmlns:r="http://schemas.openxmlformats.org/officeDocument/2006/relationships" xmlns:p="http://schemas.openxmlformats.org/presentationml/2006/main">
  <p:tag name="SHAPE" val="OLD"/>
</p:tagLst>
</file>

<file path=ppt/tags/tag163.xml><?xml version="1.0" encoding="utf-8"?>
<p:tagLst xmlns:a="http://schemas.openxmlformats.org/drawingml/2006/main" xmlns:r="http://schemas.openxmlformats.org/officeDocument/2006/relationships" xmlns:p="http://schemas.openxmlformats.org/presentationml/2006/main">
  <p:tag name="SHAPE" val="OLD"/>
</p:tagLst>
</file>

<file path=ppt/tags/tag164.xml><?xml version="1.0" encoding="utf-8"?>
<p:tagLst xmlns:a="http://schemas.openxmlformats.org/drawingml/2006/main" xmlns:r="http://schemas.openxmlformats.org/officeDocument/2006/relationships" xmlns:p="http://schemas.openxmlformats.org/presentationml/2006/main">
  <p:tag name="SHAPE" val="OLD"/>
</p:tagLst>
</file>

<file path=ppt/tags/tag165.xml><?xml version="1.0" encoding="utf-8"?>
<p:tagLst xmlns:a="http://schemas.openxmlformats.org/drawingml/2006/main" xmlns:r="http://schemas.openxmlformats.org/officeDocument/2006/relationships" xmlns:p="http://schemas.openxmlformats.org/presentationml/2006/main">
  <p:tag name="SHAPE" val="OLD"/>
</p:tagLst>
</file>

<file path=ppt/tags/tag166.xml><?xml version="1.0" encoding="utf-8"?>
<p:tagLst xmlns:a="http://schemas.openxmlformats.org/drawingml/2006/main" xmlns:r="http://schemas.openxmlformats.org/officeDocument/2006/relationships" xmlns:p="http://schemas.openxmlformats.org/presentationml/2006/main">
  <p:tag name="SHAPE" val="OLD"/>
</p:tagLst>
</file>

<file path=ppt/tags/tag167.xml><?xml version="1.0" encoding="utf-8"?>
<p:tagLst xmlns:a="http://schemas.openxmlformats.org/drawingml/2006/main" xmlns:r="http://schemas.openxmlformats.org/officeDocument/2006/relationships" xmlns:p="http://schemas.openxmlformats.org/presentationml/2006/main">
  <p:tag name="SHAPE" val="OLD"/>
</p:tagLst>
</file>

<file path=ppt/tags/tag168.xml><?xml version="1.0" encoding="utf-8"?>
<p:tagLst xmlns:a="http://schemas.openxmlformats.org/drawingml/2006/main" xmlns:r="http://schemas.openxmlformats.org/officeDocument/2006/relationships" xmlns:p="http://schemas.openxmlformats.org/presentationml/2006/main">
  <p:tag name="SHAPE" val="OLD"/>
</p:tagLst>
</file>

<file path=ppt/tags/tag169.xml><?xml version="1.0" encoding="utf-8"?>
<p:tagLst xmlns:a="http://schemas.openxmlformats.org/drawingml/2006/main" xmlns:r="http://schemas.openxmlformats.org/officeDocument/2006/relationships" xmlns:p="http://schemas.openxmlformats.org/presentationml/2006/main">
  <p:tag name="SHAPE" val="OLD"/>
</p:tagLst>
</file>

<file path=ppt/tags/tag170.xml><?xml version="1.0" encoding="utf-8"?>
<p:tagLst xmlns:a="http://schemas.openxmlformats.org/drawingml/2006/main" xmlns:r="http://schemas.openxmlformats.org/officeDocument/2006/relationships" xmlns:p="http://schemas.openxmlformats.org/presentationml/2006/main">
  <p:tag name="SHAPE" val="OLD"/>
</p:tagLst>
</file>

<file path=ppt/tags/tag171.xml><?xml version="1.0" encoding="utf-8"?>
<p:tagLst xmlns:a="http://schemas.openxmlformats.org/drawingml/2006/main" xmlns:r="http://schemas.openxmlformats.org/officeDocument/2006/relationships" xmlns:p="http://schemas.openxmlformats.org/presentationml/2006/main">
  <p:tag name="SHAPE" val="OLD"/>
</p:tagLst>
</file>

<file path=ppt/tags/tag172.xml><?xml version="1.0" encoding="utf-8"?>
<p:tagLst xmlns:a="http://schemas.openxmlformats.org/drawingml/2006/main" xmlns:r="http://schemas.openxmlformats.org/officeDocument/2006/relationships" xmlns:p="http://schemas.openxmlformats.org/presentationml/2006/main">
  <p:tag name="SHAPE" val="OLD"/>
</p:tagLst>
</file>

<file path=ppt/tags/tag173.xml><?xml version="1.0" encoding="utf-8"?>
<p:tagLst xmlns:a="http://schemas.openxmlformats.org/drawingml/2006/main" xmlns:r="http://schemas.openxmlformats.org/officeDocument/2006/relationships" xmlns:p="http://schemas.openxmlformats.org/presentationml/2006/main">
  <p:tag name="SHAPE" val="OLD"/>
</p:tagLst>
</file>

<file path=ppt/tags/tag174.xml><?xml version="1.0" encoding="utf-8"?>
<p:tagLst xmlns:a="http://schemas.openxmlformats.org/drawingml/2006/main" xmlns:r="http://schemas.openxmlformats.org/officeDocument/2006/relationships" xmlns:p="http://schemas.openxmlformats.org/presentationml/2006/main">
  <p:tag name="SHAPE" val="OLD"/>
</p:tagLst>
</file>

<file path=ppt/tags/tag175.xml><?xml version="1.0" encoding="utf-8"?>
<p:tagLst xmlns:a="http://schemas.openxmlformats.org/drawingml/2006/main" xmlns:r="http://schemas.openxmlformats.org/officeDocument/2006/relationships" xmlns:p="http://schemas.openxmlformats.org/presentationml/2006/main">
  <p:tag name="SHAPE" val="OLD"/>
</p:tagLst>
</file>

<file path=ppt/tags/tag176.xml><?xml version="1.0" encoding="utf-8"?>
<p:tagLst xmlns:a="http://schemas.openxmlformats.org/drawingml/2006/main" xmlns:r="http://schemas.openxmlformats.org/officeDocument/2006/relationships" xmlns:p="http://schemas.openxmlformats.org/presentationml/2006/main">
  <p:tag name="SHAPE" val="OLD"/>
</p:tagLst>
</file>

<file path=ppt/tags/tag177.xml><?xml version="1.0" encoding="utf-8"?>
<p:tagLst xmlns:a="http://schemas.openxmlformats.org/drawingml/2006/main" xmlns:r="http://schemas.openxmlformats.org/officeDocument/2006/relationships" xmlns:p="http://schemas.openxmlformats.org/presentationml/2006/main">
  <p:tag name="SHAPE" val="OLD"/>
</p:tagLst>
</file>

<file path=ppt/tags/tag178.xml><?xml version="1.0" encoding="utf-8"?>
<p:tagLst xmlns:a="http://schemas.openxmlformats.org/drawingml/2006/main" xmlns:r="http://schemas.openxmlformats.org/officeDocument/2006/relationships" xmlns:p="http://schemas.openxmlformats.org/presentationml/2006/main">
  <p:tag name="SHAPE" val="OLD"/>
</p:tagLst>
</file>

<file path=ppt/tags/tag179.xml><?xml version="1.0" encoding="utf-8"?>
<p:tagLst xmlns:a="http://schemas.openxmlformats.org/drawingml/2006/main" xmlns:r="http://schemas.openxmlformats.org/officeDocument/2006/relationships" xmlns:p="http://schemas.openxmlformats.org/presentationml/2006/main">
  <p:tag name="SHAPE" val="OLD"/>
</p:tagLst>
</file>

<file path=ppt/tags/tag180.xml><?xml version="1.0" encoding="utf-8"?>
<p:tagLst xmlns:a="http://schemas.openxmlformats.org/drawingml/2006/main" xmlns:r="http://schemas.openxmlformats.org/officeDocument/2006/relationships" xmlns:p="http://schemas.openxmlformats.org/presentationml/2006/main">
  <p:tag name="SHAPE" val="OLD"/>
</p:tagLst>
</file>

<file path=ppt/tags/tag181.xml><?xml version="1.0" encoding="utf-8"?>
<p:tagLst xmlns:a="http://schemas.openxmlformats.org/drawingml/2006/main" xmlns:r="http://schemas.openxmlformats.org/officeDocument/2006/relationships" xmlns:p="http://schemas.openxmlformats.org/presentationml/2006/main">
  <p:tag name="SHAPE" val="OLD"/>
</p:tagLst>
</file>

<file path=ppt/tags/tag182.xml><?xml version="1.0" encoding="utf-8"?>
<p:tagLst xmlns:a="http://schemas.openxmlformats.org/drawingml/2006/main" xmlns:r="http://schemas.openxmlformats.org/officeDocument/2006/relationships" xmlns:p="http://schemas.openxmlformats.org/presentationml/2006/main">
  <p:tag name="SHAPE" val="OLD"/>
</p:tagLst>
</file>

<file path=ppt/tags/tag183.xml><?xml version="1.0" encoding="utf-8"?>
<p:tagLst xmlns:a="http://schemas.openxmlformats.org/drawingml/2006/main" xmlns:r="http://schemas.openxmlformats.org/officeDocument/2006/relationships" xmlns:p="http://schemas.openxmlformats.org/presentationml/2006/main">
  <p:tag name="SHAPE" val="OLD"/>
</p:tagLst>
</file>

<file path=ppt/tags/tag184.xml><?xml version="1.0" encoding="utf-8"?>
<p:tagLst xmlns:a="http://schemas.openxmlformats.org/drawingml/2006/main" xmlns:r="http://schemas.openxmlformats.org/officeDocument/2006/relationships" xmlns:p="http://schemas.openxmlformats.org/presentationml/2006/main">
  <p:tag name="SHAPE" val="OLD"/>
</p:tagLst>
</file>

<file path=ppt/tags/tag185.xml><?xml version="1.0" encoding="utf-8"?>
<p:tagLst xmlns:a="http://schemas.openxmlformats.org/drawingml/2006/main" xmlns:r="http://schemas.openxmlformats.org/officeDocument/2006/relationships" xmlns:p="http://schemas.openxmlformats.org/presentationml/2006/main">
  <p:tag name="SHAPE" val="OLD"/>
</p:tagLst>
</file>

<file path=ppt/tags/tag186.xml><?xml version="1.0" encoding="utf-8"?>
<p:tagLst xmlns:a="http://schemas.openxmlformats.org/drawingml/2006/main" xmlns:r="http://schemas.openxmlformats.org/officeDocument/2006/relationships" xmlns:p="http://schemas.openxmlformats.org/presentationml/2006/main">
  <p:tag name="SHAPE" val="OLD"/>
</p:tagLst>
</file>

<file path=ppt/tags/tag187.xml><?xml version="1.0" encoding="utf-8"?>
<p:tagLst xmlns:a="http://schemas.openxmlformats.org/drawingml/2006/main" xmlns:r="http://schemas.openxmlformats.org/officeDocument/2006/relationships" xmlns:p="http://schemas.openxmlformats.org/presentationml/2006/main">
  <p:tag name="SHAPE" val="OLD"/>
</p:tagLst>
</file>

<file path=ppt/tags/tag188.xml><?xml version="1.0" encoding="utf-8"?>
<p:tagLst xmlns:a="http://schemas.openxmlformats.org/drawingml/2006/main" xmlns:r="http://schemas.openxmlformats.org/officeDocument/2006/relationships" xmlns:p="http://schemas.openxmlformats.org/presentationml/2006/main">
  <p:tag name="SHAPE" val="OLD"/>
</p:tagLst>
</file>

<file path=ppt/tags/tag189.xml><?xml version="1.0" encoding="utf-8"?>
<p:tagLst xmlns:a="http://schemas.openxmlformats.org/drawingml/2006/main" xmlns:r="http://schemas.openxmlformats.org/officeDocument/2006/relationships" xmlns:p="http://schemas.openxmlformats.org/presentationml/2006/main">
  <p:tag name="SHAPE" val="OLD"/>
</p:tagLst>
</file>

<file path=ppt/tags/tag190.xml><?xml version="1.0" encoding="utf-8"?>
<p:tagLst xmlns:a="http://schemas.openxmlformats.org/drawingml/2006/main" xmlns:r="http://schemas.openxmlformats.org/officeDocument/2006/relationships" xmlns:p="http://schemas.openxmlformats.org/presentationml/2006/main">
  <p:tag name="SHAPE" val="OLD"/>
</p:tagLst>
</file>

<file path=ppt/tags/tag191.xml><?xml version="1.0" encoding="utf-8"?>
<p:tagLst xmlns:a="http://schemas.openxmlformats.org/drawingml/2006/main" xmlns:r="http://schemas.openxmlformats.org/officeDocument/2006/relationships" xmlns:p="http://schemas.openxmlformats.org/presentationml/2006/main">
  <p:tag name="SHAPE" val="OLD"/>
</p:tagLst>
</file>

<file path=ppt/tags/tag192.xml><?xml version="1.0" encoding="utf-8"?>
<p:tagLst xmlns:a="http://schemas.openxmlformats.org/drawingml/2006/main" xmlns:r="http://schemas.openxmlformats.org/officeDocument/2006/relationships" xmlns:p="http://schemas.openxmlformats.org/presentationml/2006/main">
  <p:tag name="SHAPE" val="OLD"/>
</p:tagLst>
</file>

<file path=ppt/tags/tag193.xml><?xml version="1.0" encoding="utf-8"?>
<p:tagLst xmlns:a="http://schemas.openxmlformats.org/drawingml/2006/main" xmlns:r="http://schemas.openxmlformats.org/officeDocument/2006/relationships" xmlns:p="http://schemas.openxmlformats.org/presentationml/2006/main">
  <p:tag name="SHAPE" val="OLD"/>
</p:tagLst>
</file>

<file path=ppt/tags/tag194.xml><?xml version="1.0" encoding="utf-8"?>
<p:tagLst xmlns:a="http://schemas.openxmlformats.org/drawingml/2006/main" xmlns:r="http://schemas.openxmlformats.org/officeDocument/2006/relationships" xmlns:p="http://schemas.openxmlformats.org/presentationml/2006/main">
  <p:tag name="SHAPE" val="OLD"/>
</p:tagLst>
</file>

<file path=ppt/tags/tag195.xml><?xml version="1.0" encoding="utf-8"?>
<p:tagLst xmlns:a="http://schemas.openxmlformats.org/drawingml/2006/main" xmlns:r="http://schemas.openxmlformats.org/officeDocument/2006/relationships" xmlns:p="http://schemas.openxmlformats.org/presentationml/2006/main">
  <p:tag name="SHAPE" val="OLD"/>
</p:tagLst>
</file>

<file path=ppt/tags/tag196.xml><?xml version="1.0" encoding="utf-8"?>
<p:tagLst xmlns:a="http://schemas.openxmlformats.org/drawingml/2006/main" xmlns:r="http://schemas.openxmlformats.org/officeDocument/2006/relationships" xmlns:p="http://schemas.openxmlformats.org/presentationml/2006/main">
  <p:tag name="SHAPE" val="OLD"/>
</p:tagLst>
</file>

<file path=ppt/tags/tag197.xml><?xml version="1.0" encoding="utf-8"?>
<p:tagLst xmlns:a="http://schemas.openxmlformats.org/drawingml/2006/main" xmlns:r="http://schemas.openxmlformats.org/officeDocument/2006/relationships" xmlns:p="http://schemas.openxmlformats.org/presentationml/2006/main">
  <p:tag name="SHAPE" val="OLD"/>
</p:tagLst>
</file>

<file path=ppt/tags/tag198.xml><?xml version="1.0" encoding="utf-8"?>
<p:tagLst xmlns:a="http://schemas.openxmlformats.org/drawingml/2006/main" xmlns:r="http://schemas.openxmlformats.org/officeDocument/2006/relationships" xmlns:p="http://schemas.openxmlformats.org/presentationml/2006/main">
  <p:tag name="SHAPE" val="OLD"/>
</p:tagLst>
</file>

<file path=ppt/tags/tag199.xml><?xml version="1.0" encoding="utf-8"?>
<p:tagLst xmlns:a="http://schemas.openxmlformats.org/drawingml/2006/main" xmlns:r="http://schemas.openxmlformats.org/officeDocument/2006/relationships" xmlns:p="http://schemas.openxmlformats.org/presentationml/2006/main">
  <p:tag name="SHAPE" val="OLD"/>
</p:tagLst>
</file>

<file path=ppt/tags/tag200.xml><?xml version="1.0" encoding="utf-8"?>
<p:tagLst xmlns:a="http://schemas.openxmlformats.org/drawingml/2006/main" xmlns:r="http://schemas.openxmlformats.org/officeDocument/2006/relationships" xmlns:p="http://schemas.openxmlformats.org/presentationml/2006/main">
  <p:tag name="SHAPE" val="OLD"/>
</p:tagLst>
</file>

<file path=ppt/tags/tag201.xml><?xml version="1.0" encoding="utf-8"?>
<p:tagLst xmlns:a="http://schemas.openxmlformats.org/drawingml/2006/main" xmlns:r="http://schemas.openxmlformats.org/officeDocument/2006/relationships" xmlns:p="http://schemas.openxmlformats.org/presentationml/2006/main">
  <p:tag name="SHAPE" val="OLD"/>
</p:tagLst>
</file>

<file path=ppt/tags/tag202.xml><?xml version="1.0" encoding="utf-8"?>
<p:tagLst xmlns:a="http://schemas.openxmlformats.org/drawingml/2006/main" xmlns:r="http://schemas.openxmlformats.org/officeDocument/2006/relationships" xmlns:p="http://schemas.openxmlformats.org/presentationml/2006/main">
  <p:tag name="SHAPE" val="OLD"/>
</p:tagLst>
</file>

<file path=ppt/tags/tag203.xml><?xml version="1.0" encoding="utf-8"?>
<p:tagLst xmlns:a="http://schemas.openxmlformats.org/drawingml/2006/main" xmlns:r="http://schemas.openxmlformats.org/officeDocument/2006/relationships" xmlns:p="http://schemas.openxmlformats.org/presentationml/2006/main">
  <p:tag name="SHAPE" val="OLD"/>
</p:tagLst>
</file>

<file path=ppt/tags/tag204.xml><?xml version="1.0" encoding="utf-8"?>
<p:tagLst xmlns:a="http://schemas.openxmlformats.org/drawingml/2006/main" xmlns:r="http://schemas.openxmlformats.org/officeDocument/2006/relationships" xmlns:p="http://schemas.openxmlformats.org/presentationml/2006/main">
  <p:tag name="SHAPE" val="OLD"/>
</p:tagLst>
</file>

<file path=ppt/tags/tag205.xml><?xml version="1.0" encoding="utf-8"?>
<p:tagLst xmlns:a="http://schemas.openxmlformats.org/drawingml/2006/main" xmlns:r="http://schemas.openxmlformats.org/officeDocument/2006/relationships" xmlns:p="http://schemas.openxmlformats.org/presentationml/2006/main">
  <p:tag name="SHAPE" val="OLD"/>
</p:tagLst>
</file>

<file path=ppt/tags/tag206.xml><?xml version="1.0" encoding="utf-8"?>
<p:tagLst xmlns:a="http://schemas.openxmlformats.org/drawingml/2006/main" xmlns:r="http://schemas.openxmlformats.org/officeDocument/2006/relationships" xmlns:p="http://schemas.openxmlformats.org/presentationml/2006/main">
  <p:tag name="SHAPE" val="OLD"/>
</p:tagLst>
</file>

<file path=ppt/tags/tag207.xml><?xml version="1.0" encoding="utf-8"?>
<p:tagLst xmlns:a="http://schemas.openxmlformats.org/drawingml/2006/main" xmlns:r="http://schemas.openxmlformats.org/officeDocument/2006/relationships" xmlns:p="http://schemas.openxmlformats.org/presentationml/2006/main">
  <p:tag name="SHAPE" val="OLD"/>
</p:tagLst>
</file>

<file path=ppt/tags/tag208.xml><?xml version="1.0" encoding="utf-8"?>
<p:tagLst xmlns:a="http://schemas.openxmlformats.org/drawingml/2006/main" xmlns:r="http://schemas.openxmlformats.org/officeDocument/2006/relationships" xmlns:p="http://schemas.openxmlformats.org/presentationml/2006/main">
  <p:tag name="SHAPE" val="OLD"/>
</p:tagLst>
</file>

<file path=ppt/tags/tag209.xml><?xml version="1.0" encoding="utf-8"?>
<p:tagLst xmlns:a="http://schemas.openxmlformats.org/drawingml/2006/main" xmlns:r="http://schemas.openxmlformats.org/officeDocument/2006/relationships" xmlns:p="http://schemas.openxmlformats.org/presentationml/2006/main">
  <p:tag name="SHAPE" val="OLD"/>
</p:tagLst>
</file>

<file path=ppt/tags/tag210.xml><?xml version="1.0" encoding="utf-8"?>
<p:tagLst xmlns:a="http://schemas.openxmlformats.org/drawingml/2006/main" xmlns:r="http://schemas.openxmlformats.org/officeDocument/2006/relationships" xmlns:p="http://schemas.openxmlformats.org/presentationml/2006/main">
  <p:tag name="SHAPE" val="OLD"/>
</p:tagLst>
</file>

<file path=ppt/tags/tag211.xml><?xml version="1.0" encoding="utf-8"?>
<p:tagLst xmlns:a="http://schemas.openxmlformats.org/drawingml/2006/main" xmlns:r="http://schemas.openxmlformats.org/officeDocument/2006/relationships" xmlns:p="http://schemas.openxmlformats.org/presentationml/2006/main">
  <p:tag name="SHAPE" val="OLD"/>
</p:tagLst>
</file>

<file path=ppt/tags/tag212.xml><?xml version="1.0" encoding="utf-8"?>
<p:tagLst xmlns:a="http://schemas.openxmlformats.org/drawingml/2006/main" xmlns:r="http://schemas.openxmlformats.org/officeDocument/2006/relationships" xmlns:p="http://schemas.openxmlformats.org/presentationml/2006/main">
  <p:tag name="SHAPE" val="OLD"/>
</p:tagLst>
</file>

<file path=ppt/tags/tag213.xml><?xml version="1.0" encoding="utf-8"?>
<p:tagLst xmlns:a="http://schemas.openxmlformats.org/drawingml/2006/main" xmlns:r="http://schemas.openxmlformats.org/officeDocument/2006/relationships" xmlns:p="http://schemas.openxmlformats.org/presentationml/2006/main">
  <p:tag name="SHAPE" val="OLD"/>
</p:tagLst>
</file>

<file path=ppt/tags/tag214.xml><?xml version="1.0" encoding="utf-8"?>
<p:tagLst xmlns:a="http://schemas.openxmlformats.org/drawingml/2006/main" xmlns:r="http://schemas.openxmlformats.org/officeDocument/2006/relationships" xmlns:p="http://schemas.openxmlformats.org/presentationml/2006/main">
  <p:tag name="SHAPE" val="OLD"/>
</p:tagLst>
</file>

<file path=ppt/tags/tag215.xml><?xml version="1.0" encoding="utf-8"?>
<p:tagLst xmlns:a="http://schemas.openxmlformats.org/drawingml/2006/main" xmlns:r="http://schemas.openxmlformats.org/officeDocument/2006/relationships" xmlns:p="http://schemas.openxmlformats.org/presentationml/2006/main">
  <p:tag name="SHAPE" val="OLD"/>
</p:tagLst>
</file>

<file path=ppt/tags/tag216.xml><?xml version="1.0" encoding="utf-8"?>
<p:tagLst xmlns:a="http://schemas.openxmlformats.org/drawingml/2006/main" xmlns:r="http://schemas.openxmlformats.org/officeDocument/2006/relationships" xmlns:p="http://schemas.openxmlformats.org/presentationml/2006/main">
  <p:tag name="SHAPE" val="OLD"/>
</p:tagLst>
</file>

<file path=ppt/tags/tag217.xml><?xml version="1.0" encoding="utf-8"?>
<p:tagLst xmlns:a="http://schemas.openxmlformats.org/drawingml/2006/main" xmlns:r="http://schemas.openxmlformats.org/officeDocument/2006/relationships" xmlns:p="http://schemas.openxmlformats.org/presentationml/2006/main">
  <p:tag name="SHAPE" val="OLD"/>
</p:tagLst>
</file>

<file path=ppt/tags/tag218.xml><?xml version="1.0" encoding="utf-8"?>
<p:tagLst xmlns:a="http://schemas.openxmlformats.org/drawingml/2006/main" xmlns:r="http://schemas.openxmlformats.org/officeDocument/2006/relationships" xmlns:p="http://schemas.openxmlformats.org/presentationml/2006/main">
  <p:tag name="SHAPE" val="OLD"/>
</p:tagLst>
</file>

<file path=ppt/tags/tag219.xml><?xml version="1.0" encoding="utf-8"?>
<p:tagLst xmlns:a="http://schemas.openxmlformats.org/drawingml/2006/main" xmlns:r="http://schemas.openxmlformats.org/officeDocument/2006/relationships" xmlns:p="http://schemas.openxmlformats.org/presentationml/2006/main">
  <p:tag name="SHAPE" val="OLD"/>
</p:tagLst>
</file>

<file path=ppt/tags/tag220.xml><?xml version="1.0" encoding="utf-8"?>
<p:tagLst xmlns:a="http://schemas.openxmlformats.org/drawingml/2006/main" xmlns:r="http://schemas.openxmlformats.org/officeDocument/2006/relationships" xmlns:p="http://schemas.openxmlformats.org/presentationml/2006/main">
  <p:tag name="SHAPE" val="OLD"/>
</p:tagLst>
</file>

<file path=ppt/tags/tag221.xml><?xml version="1.0" encoding="utf-8"?>
<p:tagLst xmlns:a="http://schemas.openxmlformats.org/drawingml/2006/main" xmlns:r="http://schemas.openxmlformats.org/officeDocument/2006/relationships" xmlns:p="http://schemas.openxmlformats.org/presentationml/2006/main">
  <p:tag name="SHAPE" val="OLD"/>
</p:tagLst>
</file>

<file path=ppt/tags/tag222.xml><?xml version="1.0" encoding="utf-8"?>
<p:tagLst xmlns:a="http://schemas.openxmlformats.org/drawingml/2006/main" xmlns:r="http://schemas.openxmlformats.org/officeDocument/2006/relationships" xmlns:p="http://schemas.openxmlformats.org/presentationml/2006/main">
  <p:tag name="SHAPE" val="OLD"/>
</p:tagLst>
</file>

<file path=ppt/tags/tag223.xml><?xml version="1.0" encoding="utf-8"?>
<p:tagLst xmlns:a="http://schemas.openxmlformats.org/drawingml/2006/main" xmlns:r="http://schemas.openxmlformats.org/officeDocument/2006/relationships" xmlns:p="http://schemas.openxmlformats.org/presentationml/2006/main">
  <p:tag name="SHAPE" val="OLD"/>
</p:tagLst>
</file>

<file path=ppt/tags/tag224.xml><?xml version="1.0" encoding="utf-8"?>
<p:tagLst xmlns:a="http://schemas.openxmlformats.org/drawingml/2006/main" xmlns:r="http://schemas.openxmlformats.org/officeDocument/2006/relationships" xmlns:p="http://schemas.openxmlformats.org/presentationml/2006/main">
  <p:tag name="SHAPE" val="OLD"/>
</p:tagLst>
</file>

<file path=ppt/tags/tag225.xml><?xml version="1.0" encoding="utf-8"?>
<p:tagLst xmlns:a="http://schemas.openxmlformats.org/drawingml/2006/main" xmlns:r="http://schemas.openxmlformats.org/officeDocument/2006/relationships" xmlns:p="http://schemas.openxmlformats.org/presentationml/2006/main">
  <p:tag name="SHAPE" val="OLD"/>
</p:tagLst>
</file>

<file path=ppt/tags/tag226.xml><?xml version="1.0" encoding="utf-8"?>
<p:tagLst xmlns:a="http://schemas.openxmlformats.org/drawingml/2006/main" xmlns:r="http://schemas.openxmlformats.org/officeDocument/2006/relationships" xmlns:p="http://schemas.openxmlformats.org/presentationml/2006/main">
  <p:tag name="SHAPE" val="OLD"/>
</p:tagLst>
</file>

<file path=ppt/tags/tag227.xml><?xml version="1.0" encoding="utf-8"?>
<p:tagLst xmlns:a="http://schemas.openxmlformats.org/drawingml/2006/main" xmlns:r="http://schemas.openxmlformats.org/officeDocument/2006/relationships" xmlns:p="http://schemas.openxmlformats.org/presentationml/2006/main">
  <p:tag name="SHAPE" val="OLD"/>
</p:tagLst>
</file>

<file path=ppt/tags/tag228.xml><?xml version="1.0" encoding="utf-8"?>
<p:tagLst xmlns:a="http://schemas.openxmlformats.org/drawingml/2006/main" xmlns:r="http://schemas.openxmlformats.org/officeDocument/2006/relationships" xmlns:p="http://schemas.openxmlformats.org/presentationml/2006/main">
  <p:tag name="SHAPE" val="OLD"/>
</p:tagLst>
</file>

<file path=ppt/tags/tag229.xml><?xml version="1.0" encoding="utf-8"?>
<p:tagLst xmlns:a="http://schemas.openxmlformats.org/drawingml/2006/main" xmlns:r="http://schemas.openxmlformats.org/officeDocument/2006/relationships" xmlns:p="http://schemas.openxmlformats.org/presentationml/2006/main">
  <p:tag name="SHAPE" val="OLD"/>
</p:tagLst>
</file>

<file path=ppt/tags/tag230.xml><?xml version="1.0" encoding="utf-8"?>
<p:tagLst xmlns:a="http://schemas.openxmlformats.org/drawingml/2006/main" xmlns:r="http://schemas.openxmlformats.org/officeDocument/2006/relationships" xmlns:p="http://schemas.openxmlformats.org/presentationml/2006/main">
  <p:tag name="SHAPE" val="OLD"/>
</p:tagLst>
</file>

<file path=ppt/tags/tag231.xml><?xml version="1.0" encoding="utf-8"?>
<p:tagLst xmlns:a="http://schemas.openxmlformats.org/drawingml/2006/main" xmlns:r="http://schemas.openxmlformats.org/officeDocument/2006/relationships" xmlns:p="http://schemas.openxmlformats.org/presentationml/2006/main">
  <p:tag name="SHAPE" val="OLD"/>
</p:tagLst>
</file>

<file path=ppt/tags/tag232.xml><?xml version="1.0" encoding="utf-8"?>
<p:tagLst xmlns:a="http://schemas.openxmlformats.org/drawingml/2006/main" xmlns:r="http://schemas.openxmlformats.org/officeDocument/2006/relationships" xmlns:p="http://schemas.openxmlformats.org/presentationml/2006/main">
  <p:tag name="SHAPE" val="OLD"/>
</p:tagLst>
</file>

<file path=ppt/tags/tag233.xml><?xml version="1.0" encoding="utf-8"?>
<p:tagLst xmlns:a="http://schemas.openxmlformats.org/drawingml/2006/main" xmlns:r="http://schemas.openxmlformats.org/officeDocument/2006/relationships" xmlns:p="http://schemas.openxmlformats.org/presentationml/2006/main">
  <p:tag name="SHAPE" val="OLD"/>
</p:tagLst>
</file>

<file path=ppt/tags/tag234.xml><?xml version="1.0" encoding="utf-8"?>
<p:tagLst xmlns:a="http://schemas.openxmlformats.org/drawingml/2006/main" xmlns:r="http://schemas.openxmlformats.org/officeDocument/2006/relationships" xmlns:p="http://schemas.openxmlformats.org/presentationml/2006/main">
  <p:tag name="SHAPE" val="OLD"/>
</p:tagLst>
</file>

<file path=ppt/tags/tag235.xml><?xml version="1.0" encoding="utf-8"?>
<p:tagLst xmlns:a="http://schemas.openxmlformats.org/drawingml/2006/main" xmlns:r="http://schemas.openxmlformats.org/officeDocument/2006/relationships" xmlns:p="http://schemas.openxmlformats.org/presentationml/2006/main">
  <p:tag name="SHAPE" val="OLD"/>
</p:tagLst>
</file>

<file path=ppt/tags/tag236.xml><?xml version="1.0" encoding="utf-8"?>
<p:tagLst xmlns:a="http://schemas.openxmlformats.org/drawingml/2006/main" xmlns:r="http://schemas.openxmlformats.org/officeDocument/2006/relationships" xmlns:p="http://schemas.openxmlformats.org/presentationml/2006/main">
  <p:tag name="SHAPE" val="OLD"/>
</p:tagLst>
</file>

<file path=ppt/tags/tag237.xml><?xml version="1.0" encoding="utf-8"?>
<p:tagLst xmlns:a="http://schemas.openxmlformats.org/drawingml/2006/main" xmlns:r="http://schemas.openxmlformats.org/officeDocument/2006/relationships" xmlns:p="http://schemas.openxmlformats.org/presentationml/2006/main">
  <p:tag name="SHAPE" val="OLD"/>
</p:tagLst>
</file>

<file path=ppt/tags/tag238.xml><?xml version="1.0" encoding="utf-8"?>
<p:tagLst xmlns:a="http://schemas.openxmlformats.org/drawingml/2006/main" xmlns:r="http://schemas.openxmlformats.org/officeDocument/2006/relationships" xmlns:p="http://schemas.openxmlformats.org/presentationml/2006/main">
  <p:tag name="SHAPE" val="OLD"/>
</p:tagLst>
</file>

<file path=ppt/tags/tag239.xml><?xml version="1.0" encoding="utf-8"?>
<p:tagLst xmlns:a="http://schemas.openxmlformats.org/drawingml/2006/main" xmlns:r="http://schemas.openxmlformats.org/officeDocument/2006/relationships" xmlns:p="http://schemas.openxmlformats.org/presentationml/2006/main">
  <p:tag name="SHAPE" val="OLD"/>
</p:tagLst>
</file>

<file path=ppt/tags/tag240.xml><?xml version="1.0" encoding="utf-8"?>
<p:tagLst xmlns:a="http://schemas.openxmlformats.org/drawingml/2006/main" xmlns:r="http://schemas.openxmlformats.org/officeDocument/2006/relationships" xmlns:p="http://schemas.openxmlformats.org/presentationml/2006/main">
  <p:tag name="SHAPE" val="OLD"/>
</p:tagLst>
</file>

<file path=ppt/tags/tag241.xml><?xml version="1.0" encoding="utf-8"?>
<p:tagLst xmlns:a="http://schemas.openxmlformats.org/drawingml/2006/main" xmlns:r="http://schemas.openxmlformats.org/officeDocument/2006/relationships" xmlns:p="http://schemas.openxmlformats.org/presentationml/2006/main">
  <p:tag name="SHAPE" val="OLD"/>
</p:tagLst>
</file>

<file path=ppt/tags/tag242.xml><?xml version="1.0" encoding="utf-8"?>
<p:tagLst xmlns:a="http://schemas.openxmlformats.org/drawingml/2006/main" xmlns:r="http://schemas.openxmlformats.org/officeDocument/2006/relationships" xmlns:p="http://schemas.openxmlformats.org/presentationml/2006/main">
  <p:tag name="SHAPE" val="OLD"/>
</p:tagLst>
</file>

<file path=ppt/tags/tag243.xml><?xml version="1.0" encoding="utf-8"?>
<p:tagLst xmlns:a="http://schemas.openxmlformats.org/drawingml/2006/main" xmlns:r="http://schemas.openxmlformats.org/officeDocument/2006/relationships" xmlns:p="http://schemas.openxmlformats.org/presentationml/2006/main">
  <p:tag name="SHAPE" val="OLD"/>
</p:tagLst>
</file>

<file path=ppt/tags/tag244.xml><?xml version="1.0" encoding="utf-8"?>
<p:tagLst xmlns:a="http://schemas.openxmlformats.org/drawingml/2006/main" xmlns:r="http://schemas.openxmlformats.org/officeDocument/2006/relationships" xmlns:p="http://schemas.openxmlformats.org/presentationml/2006/main">
  <p:tag name="SHAPE" val="OLD"/>
</p:tagLst>
</file>

<file path=ppt/tags/tag245.xml><?xml version="1.0" encoding="utf-8"?>
<p:tagLst xmlns:a="http://schemas.openxmlformats.org/drawingml/2006/main" xmlns:r="http://schemas.openxmlformats.org/officeDocument/2006/relationships" xmlns:p="http://schemas.openxmlformats.org/presentationml/2006/main">
  <p:tag name="SHAPE" val="OLD"/>
</p:tagLst>
</file>

<file path=ppt/tags/tag246.xml><?xml version="1.0" encoding="utf-8"?>
<p:tagLst xmlns:a="http://schemas.openxmlformats.org/drawingml/2006/main" xmlns:r="http://schemas.openxmlformats.org/officeDocument/2006/relationships" xmlns:p="http://schemas.openxmlformats.org/presentationml/2006/main">
  <p:tag name="SHAPE" val="OLD"/>
</p:tagLst>
</file>

<file path=ppt/tags/tag247.xml><?xml version="1.0" encoding="utf-8"?>
<p:tagLst xmlns:a="http://schemas.openxmlformats.org/drawingml/2006/main" xmlns:r="http://schemas.openxmlformats.org/officeDocument/2006/relationships" xmlns:p="http://schemas.openxmlformats.org/presentationml/2006/main">
  <p:tag name="SHAPE" val="OLD"/>
</p:tagLst>
</file>

<file path=ppt/tags/tag248.xml><?xml version="1.0" encoding="utf-8"?>
<p:tagLst xmlns:a="http://schemas.openxmlformats.org/drawingml/2006/main" xmlns:r="http://schemas.openxmlformats.org/officeDocument/2006/relationships" xmlns:p="http://schemas.openxmlformats.org/presentationml/2006/main">
  <p:tag name="SHAPE" val="OLD"/>
</p:tagLst>
</file>

<file path=ppt/tags/tag249.xml><?xml version="1.0" encoding="utf-8"?>
<p:tagLst xmlns:a="http://schemas.openxmlformats.org/drawingml/2006/main" xmlns:r="http://schemas.openxmlformats.org/officeDocument/2006/relationships" xmlns:p="http://schemas.openxmlformats.org/presentationml/2006/main">
  <p:tag name="SHAPE" val="OLD"/>
</p:tagLst>
</file>

<file path=ppt/tags/tag250.xml><?xml version="1.0" encoding="utf-8"?>
<p:tagLst xmlns:a="http://schemas.openxmlformats.org/drawingml/2006/main" xmlns:r="http://schemas.openxmlformats.org/officeDocument/2006/relationships" xmlns:p="http://schemas.openxmlformats.org/presentationml/2006/main">
  <p:tag name="SHAPE" val="OLD"/>
</p:tagLst>
</file>

<file path=ppt/tags/tag251.xml><?xml version="1.0" encoding="utf-8"?>
<p:tagLst xmlns:a="http://schemas.openxmlformats.org/drawingml/2006/main" xmlns:r="http://schemas.openxmlformats.org/officeDocument/2006/relationships" xmlns:p="http://schemas.openxmlformats.org/presentationml/2006/main">
  <p:tag name="SHAPE" val="OLD"/>
</p:tagLst>
</file>

<file path=ppt/tags/tag252.xml><?xml version="1.0" encoding="utf-8"?>
<p:tagLst xmlns:a="http://schemas.openxmlformats.org/drawingml/2006/main" xmlns:r="http://schemas.openxmlformats.org/officeDocument/2006/relationships" xmlns:p="http://schemas.openxmlformats.org/presentationml/2006/main">
  <p:tag name="SHAPE" val="OLD"/>
</p:tagLst>
</file>

<file path=ppt/tags/tag253.xml><?xml version="1.0" encoding="utf-8"?>
<p:tagLst xmlns:a="http://schemas.openxmlformats.org/drawingml/2006/main" xmlns:r="http://schemas.openxmlformats.org/officeDocument/2006/relationships" xmlns:p="http://schemas.openxmlformats.org/presentationml/2006/main">
  <p:tag name="SHAPE" val="OLD"/>
</p:tagLst>
</file>

<file path=ppt/tags/tag254.xml><?xml version="1.0" encoding="utf-8"?>
<p:tagLst xmlns:a="http://schemas.openxmlformats.org/drawingml/2006/main" xmlns:r="http://schemas.openxmlformats.org/officeDocument/2006/relationships" xmlns:p="http://schemas.openxmlformats.org/presentationml/2006/main">
  <p:tag name="SHAPE" val="OLD"/>
</p:tagLst>
</file>

<file path=ppt/tags/tag255.xml><?xml version="1.0" encoding="utf-8"?>
<p:tagLst xmlns:a="http://schemas.openxmlformats.org/drawingml/2006/main" xmlns:r="http://schemas.openxmlformats.org/officeDocument/2006/relationships" xmlns:p="http://schemas.openxmlformats.org/presentationml/2006/main">
  <p:tag name="SHAPE" val="OLD"/>
</p:tagLst>
</file>

<file path=ppt/tags/tag256.xml><?xml version="1.0" encoding="utf-8"?>
<p:tagLst xmlns:a="http://schemas.openxmlformats.org/drawingml/2006/main" xmlns:r="http://schemas.openxmlformats.org/officeDocument/2006/relationships" xmlns:p="http://schemas.openxmlformats.org/presentationml/2006/main">
  <p:tag name="SHAPE" val="OLD"/>
</p:tagLst>
</file>

<file path=ppt/tags/tag257.xml><?xml version="1.0" encoding="utf-8"?>
<p:tagLst xmlns:a="http://schemas.openxmlformats.org/drawingml/2006/main" xmlns:r="http://schemas.openxmlformats.org/officeDocument/2006/relationships" xmlns:p="http://schemas.openxmlformats.org/presentationml/2006/main">
  <p:tag name="SHAPE" val="OLD"/>
</p:tagLst>
</file>

<file path=ppt/tags/tag258.xml><?xml version="1.0" encoding="utf-8"?>
<p:tagLst xmlns:a="http://schemas.openxmlformats.org/drawingml/2006/main" xmlns:r="http://schemas.openxmlformats.org/officeDocument/2006/relationships" xmlns:p="http://schemas.openxmlformats.org/presentationml/2006/main">
  <p:tag name="SHAPE" val="OLD"/>
</p:tagLst>
</file>

<file path=ppt/tags/tag259.xml><?xml version="1.0" encoding="utf-8"?>
<p:tagLst xmlns:a="http://schemas.openxmlformats.org/drawingml/2006/main" xmlns:r="http://schemas.openxmlformats.org/officeDocument/2006/relationships" xmlns:p="http://schemas.openxmlformats.org/presentationml/2006/main">
  <p:tag name="SHAPE" val="OLD"/>
</p:tagLst>
</file>

<file path=ppt/tags/tag260.xml><?xml version="1.0" encoding="utf-8"?>
<p:tagLst xmlns:a="http://schemas.openxmlformats.org/drawingml/2006/main" xmlns:r="http://schemas.openxmlformats.org/officeDocument/2006/relationships" xmlns:p="http://schemas.openxmlformats.org/presentationml/2006/main">
  <p:tag name="SHAPE" val="OLD"/>
</p:tagLst>
</file>

<file path=ppt/tags/tag261.xml><?xml version="1.0" encoding="utf-8"?>
<p:tagLst xmlns:a="http://schemas.openxmlformats.org/drawingml/2006/main" xmlns:r="http://schemas.openxmlformats.org/officeDocument/2006/relationships" xmlns:p="http://schemas.openxmlformats.org/presentationml/2006/main">
  <p:tag name="SHAPE" val="OLD"/>
</p:tagLst>
</file>

<file path=ppt/tags/tag262.xml><?xml version="1.0" encoding="utf-8"?>
<p:tagLst xmlns:a="http://schemas.openxmlformats.org/drawingml/2006/main" xmlns:r="http://schemas.openxmlformats.org/officeDocument/2006/relationships" xmlns:p="http://schemas.openxmlformats.org/presentationml/2006/main">
  <p:tag name="SHAPE" val="OLD"/>
</p:tagLst>
</file>

<file path=ppt/tags/tag263.xml><?xml version="1.0" encoding="utf-8"?>
<p:tagLst xmlns:a="http://schemas.openxmlformats.org/drawingml/2006/main" xmlns:r="http://schemas.openxmlformats.org/officeDocument/2006/relationships" xmlns:p="http://schemas.openxmlformats.org/presentationml/2006/main">
  <p:tag name="SHAPE" val="OLD"/>
</p:tagLst>
</file>

<file path=ppt/tags/tag264.xml><?xml version="1.0" encoding="utf-8"?>
<p:tagLst xmlns:a="http://schemas.openxmlformats.org/drawingml/2006/main" xmlns:r="http://schemas.openxmlformats.org/officeDocument/2006/relationships" xmlns:p="http://schemas.openxmlformats.org/presentationml/2006/main">
  <p:tag name="SHAPE" val="OLD"/>
</p:tagLst>
</file>

<file path=ppt/tags/tag265.xml><?xml version="1.0" encoding="utf-8"?>
<p:tagLst xmlns:a="http://schemas.openxmlformats.org/drawingml/2006/main" xmlns:r="http://schemas.openxmlformats.org/officeDocument/2006/relationships" xmlns:p="http://schemas.openxmlformats.org/presentationml/2006/main">
  <p:tag name="SHAPE" val="OLD"/>
</p:tagLst>
</file>

<file path=ppt/tags/tag266.xml><?xml version="1.0" encoding="utf-8"?>
<p:tagLst xmlns:a="http://schemas.openxmlformats.org/drawingml/2006/main" xmlns:r="http://schemas.openxmlformats.org/officeDocument/2006/relationships" xmlns:p="http://schemas.openxmlformats.org/presentationml/2006/main">
  <p:tag name="SHAPE" val="OLD"/>
</p:tagLst>
</file>

<file path=ppt/tags/tag267.xml><?xml version="1.0" encoding="utf-8"?>
<p:tagLst xmlns:a="http://schemas.openxmlformats.org/drawingml/2006/main" xmlns:r="http://schemas.openxmlformats.org/officeDocument/2006/relationships" xmlns:p="http://schemas.openxmlformats.org/presentationml/2006/main">
  <p:tag name="SHAPE" val="OLD"/>
</p:tagLst>
</file>

<file path=ppt/tags/tag268.xml><?xml version="1.0" encoding="utf-8"?>
<p:tagLst xmlns:a="http://schemas.openxmlformats.org/drawingml/2006/main" xmlns:r="http://schemas.openxmlformats.org/officeDocument/2006/relationships" xmlns:p="http://schemas.openxmlformats.org/presentationml/2006/main">
  <p:tag name="SHAPE" val="OLD"/>
</p:tagLst>
</file>

<file path=ppt/tags/tag269.xml><?xml version="1.0" encoding="utf-8"?>
<p:tagLst xmlns:a="http://schemas.openxmlformats.org/drawingml/2006/main" xmlns:r="http://schemas.openxmlformats.org/officeDocument/2006/relationships" xmlns:p="http://schemas.openxmlformats.org/presentationml/2006/main">
  <p:tag name="SHAPE" val="OLD"/>
</p:tagLst>
</file>

<file path=ppt/tags/tag270.xml><?xml version="1.0" encoding="utf-8"?>
<p:tagLst xmlns:a="http://schemas.openxmlformats.org/drawingml/2006/main" xmlns:r="http://schemas.openxmlformats.org/officeDocument/2006/relationships" xmlns:p="http://schemas.openxmlformats.org/presentationml/2006/main">
  <p:tag name="SHAPE" val="OLD"/>
</p:tagLst>
</file>

<file path=ppt/tags/tag271.xml><?xml version="1.0" encoding="utf-8"?>
<p:tagLst xmlns:a="http://schemas.openxmlformats.org/drawingml/2006/main" xmlns:r="http://schemas.openxmlformats.org/officeDocument/2006/relationships" xmlns:p="http://schemas.openxmlformats.org/presentationml/2006/main">
  <p:tag name="SHAPE" val="OLD"/>
</p:tagLst>
</file>

<file path=ppt/tags/tag272.xml><?xml version="1.0" encoding="utf-8"?>
<p:tagLst xmlns:a="http://schemas.openxmlformats.org/drawingml/2006/main" xmlns:r="http://schemas.openxmlformats.org/officeDocument/2006/relationships" xmlns:p="http://schemas.openxmlformats.org/presentationml/2006/main">
  <p:tag name="SHAPE" val="OLD"/>
</p:tagLst>
</file>

<file path=ppt/tags/tag273.xml><?xml version="1.0" encoding="utf-8"?>
<p:tagLst xmlns:a="http://schemas.openxmlformats.org/drawingml/2006/main" xmlns:r="http://schemas.openxmlformats.org/officeDocument/2006/relationships" xmlns:p="http://schemas.openxmlformats.org/presentationml/2006/main">
  <p:tag name="SHAPE" val="OLD"/>
</p:tagLst>
</file>

<file path=ppt/tags/tag274.xml><?xml version="1.0" encoding="utf-8"?>
<p:tagLst xmlns:a="http://schemas.openxmlformats.org/drawingml/2006/main" xmlns:r="http://schemas.openxmlformats.org/officeDocument/2006/relationships" xmlns:p="http://schemas.openxmlformats.org/presentationml/2006/main">
  <p:tag name="SHAPE" val="OLD"/>
</p:tagLst>
</file>

<file path=ppt/tags/tag275.xml><?xml version="1.0" encoding="utf-8"?>
<p:tagLst xmlns:a="http://schemas.openxmlformats.org/drawingml/2006/main" xmlns:r="http://schemas.openxmlformats.org/officeDocument/2006/relationships" xmlns:p="http://schemas.openxmlformats.org/presentationml/2006/main">
  <p:tag name="SHAPE" val="OLD"/>
</p:tagLst>
</file>

<file path=ppt/tags/tag276.xml><?xml version="1.0" encoding="utf-8"?>
<p:tagLst xmlns:a="http://schemas.openxmlformats.org/drawingml/2006/main" xmlns:r="http://schemas.openxmlformats.org/officeDocument/2006/relationships" xmlns:p="http://schemas.openxmlformats.org/presentationml/2006/main">
  <p:tag name="SHAPE" val="OLD"/>
</p:tagLst>
</file>

<file path=ppt/tags/tag277.xml><?xml version="1.0" encoding="utf-8"?>
<p:tagLst xmlns:a="http://schemas.openxmlformats.org/drawingml/2006/main" xmlns:r="http://schemas.openxmlformats.org/officeDocument/2006/relationships" xmlns:p="http://schemas.openxmlformats.org/presentationml/2006/main">
  <p:tag name="SHAPE" val="OLD"/>
</p:tagLst>
</file>

<file path=ppt/tags/tag278.xml><?xml version="1.0" encoding="utf-8"?>
<p:tagLst xmlns:a="http://schemas.openxmlformats.org/drawingml/2006/main" xmlns:r="http://schemas.openxmlformats.org/officeDocument/2006/relationships" xmlns:p="http://schemas.openxmlformats.org/presentationml/2006/main">
  <p:tag name="SHAPE" val="OLD"/>
</p:tagLst>
</file>

<file path=ppt/tags/tag279.xml><?xml version="1.0" encoding="utf-8"?>
<p:tagLst xmlns:a="http://schemas.openxmlformats.org/drawingml/2006/main" xmlns:r="http://schemas.openxmlformats.org/officeDocument/2006/relationships" xmlns:p="http://schemas.openxmlformats.org/presentationml/2006/main">
  <p:tag name="SHAPE" val="OLD"/>
</p:tagLst>
</file>

<file path=ppt/tags/tag280.xml><?xml version="1.0" encoding="utf-8"?>
<p:tagLst xmlns:a="http://schemas.openxmlformats.org/drawingml/2006/main" xmlns:r="http://schemas.openxmlformats.org/officeDocument/2006/relationships" xmlns:p="http://schemas.openxmlformats.org/presentationml/2006/main">
  <p:tag name="SHAPE" val="OLD"/>
</p:tagLst>
</file>

<file path=ppt/tags/tag281.xml><?xml version="1.0" encoding="utf-8"?>
<p:tagLst xmlns:a="http://schemas.openxmlformats.org/drawingml/2006/main" xmlns:r="http://schemas.openxmlformats.org/officeDocument/2006/relationships" xmlns:p="http://schemas.openxmlformats.org/presentationml/2006/main">
  <p:tag name="SHAPE" val="OLD"/>
</p:tagLst>
</file>

<file path=ppt/tags/tag282.xml><?xml version="1.0" encoding="utf-8"?>
<p:tagLst xmlns:a="http://schemas.openxmlformats.org/drawingml/2006/main" xmlns:r="http://schemas.openxmlformats.org/officeDocument/2006/relationships" xmlns:p="http://schemas.openxmlformats.org/presentationml/2006/main">
  <p:tag name="SHAPE" val="OLD"/>
</p:tagLst>
</file>

<file path=ppt/tags/tag283.xml><?xml version="1.0" encoding="utf-8"?>
<p:tagLst xmlns:a="http://schemas.openxmlformats.org/drawingml/2006/main" xmlns:r="http://schemas.openxmlformats.org/officeDocument/2006/relationships" xmlns:p="http://schemas.openxmlformats.org/presentationml/2006/main">
  <p:tag name="SHAPE" val="OLD"/>
</p:tagLst>
</file>

<file path=ppt/tags/tag284.xml><?xml version="1.0" encoding="utf-8"?>
<p:tagLst xmlns:a="http://schemas.openxmlformats.org/drawingml/2006/main" xmlns:r="http://schemas.openxmlformats.org/officeDocument/2006/relationships" xmlns:p="http://schemas.openxmlformats.org/presentationml/2006/main">
  <p:tag name="SHAPE" val="OLD"/>
</p:tagLst>
</file>

<file path=ppt/tags/tag285.xml><?xml version="1.0" encoding="utf-8"?>
<p:tagLst xmlns:a="http://schemas.openxmlformats.org/drawingml/2006/main" xmlns:r="http://schemas.openxmlformats.org/officeDocument/2006/relationships" xmlns:p="http://schemas.openxmlformats.org/presentationml/2006/main">
  <p:tag name="SHAPE" val="OLD"/>
</p:tagLst>
</file>

<file path=ppt/tags/tag286.xml><?xml version="1.0" encoding="utf-8"?>
<p:tagLst xmlns:a="http://schemas.openxmlformats.org/drawingml/2006/main" xmlns:r="http://schemas.openxmlformats.org/officeDocument/2006/relationships" xmlns:p="http://schemas.openxmlformats.org/presentationml/2006/main">
  <p:tag name="SHAPE" val="OLD"/>
</p:tagLst>
</file>

<file path=ppt/tags/tag287.xml><?xml version="1.0" encoding="utf-8"?>
<p:tagLst xmlns:a="http://schemas.openxmlformats.org/drawingml/2006/main" xmlns:r="http://schemas.openxmlformats.org/officeDocument/2006/relationships" xmlns:p="http://schemas.openxmlformats.org/presentationml/2006/main">
  <p:tag name="SHAPE" val="OLD"/>
</p:tagLst>
</file>

<file path=ppt/tags/tag288.xml><?xml version="1.0" encoding="utf-8"?>
<p:tagLst xmlns:a="http://schemas.openxmlformats.org/drawingml/2006/main" xmlns:r="http://schemas.openxmlformats.org/officeDocument/2006/relationships" xmlns:p="http://schemas.openxmlformats.org/presentationml/2006/main">
  <p:tag name="SHAPE" val="OLD"/>
</p:tagLst>
</file>

<file path=ppt/tags/tag289.xml><?xml version="1.0" encoding="utf-8"?>
<p:tagLst xmlns:a="http://schemas.openxmlformats.org/drawingml/2006/main" xmlns:r="http://schemas.openxmlformats.org/officeDocument/2006/relationships" xmlns:p="http://schemas.openxmlformats.org/presentationml/2006/main">
  <p:tag name="SHAPE" val="OLD"/>
</p:tagLst>
</file>

<file path=ppt/tags/tag290.xml><?xml version="1.0" encoding="utf-8"?>
<p:tagLst xmlns:a="http://schemas.openxmlformats.org/drawingml/2006/main" xmlns:r="http://schemas.openxmlformats.org/officeDocument/2006/relationships" xmlns:p="http://schemas.openxmlformats.org/presentationml/2006/main">
  <p:tag name="SHAPE" val="OLD"/>
</p:tagLst>
</file>

<file path=ppt/theme/theme1.xml><?xml version="1.0" encoding="utf-8"?>
<a:theme xmlns:a="http://schemas.openxmlformats.org/drawingml/2006/main" name="TU Wien">
  <a:themeElements>
    <a:clrScheme name="TU Wien">
      <a:dk1>
        <a:srgbClr val="000000"/>
      </a:dk1>
      <a:lt1>
        <a:srgbClr val="FFFFFF"/>
      </a:lt1>
      <a:dk2>
        <a:srgbClr val="006699"/>
      </a:dk2>
      <a:lt2>
        <a:srgbClr val="DFF2FD"/>
      </a:lt2>
      <a:accent1>
        <a:srgbClr val="006699"/>
      </a:accent1>
      <a:accent2>
        <a:srgbClr val="72ADD5"/>
      </a:accent2>
      <a:accent3>
        <a:srgbClr val="A6D5EC"/>
      </a:accent3>
      <a:accent4>
        <a:srgbClr val="DFF2FD"/>
      </a:accent4>
      <a:accent5>
        <a:srgbClr val="646363"/>
      </a:accent5>
      <a:accent6>
        <a:srgbClr val="5485AB"/>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u 1">
      <a:srgbClr val="5485AB"/>
    </a:custClr>
    <a:custClr name="Blau 2">
      <a:srgbClr val="72ADD5"/>
    </a:custClr>
    <a:custClr name="Blau 3">
      <a:srgbClr val="A6D5EC"/>
    </a:custClr>
    <a:custClr name="Blau 4">
      <a:srgbClr val="DFF2FD"/>
    </a:custClr>
    <a:custClr name="Grün 1">
      <a:srgbClr val="007E71"/>
    </a:custClr>
    <a:custClr name="Grün 2">
      <a:srgbClr val="6AAAA5"/>
    </a:custClr>
    <a:custClr name="Grün 3">
      <a:srgbClr val="A2C6C2"/>
    </a:custClr>
    <a:custClr name="Grün 4">
      <a:srgbClr val="E9F1F0"/>
    </a:custClr>
    <a:custClr name="Magenta 1">
      <a:srgbClr val="BA4682"/>
    </a:custClr>
    <a:custClr name="Magenta 2">
      <a:srgbClr val="CD81A8"/>
    </a:custClr>
    <a:custClr name="Magenta 3">
      <a:srgbClr val="DFAFCA"/>
    </a:custClr>
    <a:custClr name="Magenta 4">
      <a:srgbClr val="F5E5EF"/>
    </a:custClr>
    <a:custClr name="Orange 1">
      <a:srgbClr val="E18922"/>
    </a:custClr>
    <a:custClr name="Orange 2">
      <a:srgbClr val="EEB473"/>
    </a:custClr>
    <a:custClr name="Orange 3">
      <a:srgbClr val="F5D0A8"/>
    </a:custClr>
    <a:custClr name="Orange 4">
      <a:srgbClr val="FDEFE1"/>
    </a:custClr>
    <a:custClr name="Grau 1">
      <a:srgbClr val="646363"/>
    </a:custClr>
    <a:custClr name="Grau 2">
      <a:srgbClr val="9D9D9C"/>
    </a:custClr>
    <a:custClr name="Grau 3">
      <a:srgbClr val="D0D0D0"/>
    </a:custClr>
    <a:custClr name="Grau 4">
      <a:srgbClr val="EDEDED"/>
    </a:custClr>
  </a:custClrLst>
  <a:extLst>
    <a:ext uri="{05A4C25C-085E-4340-85A3-A5531E510DB2}">
      <thm15:themeFamily xmlns:thm15="http://schemas.microsoft.com/office/thememl/2012/main" name="TUW_Musterpraesentation.potx" id="{2E710E09-D0C1-444E-9EE2-99D6F66FD162}" vid="{BCCD5661-7924-46E1-AD3D-9AC2BD2CC4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TUW_Musterpraesentation</Template>
  <TotalTime>1317</TotalTime>
  <Words>5758</Words>
  <Application>Microsoft Office PowerPoint</Application>
  <PresentationFormat>Widescreen</PresentationFormat>
  <Paragraphs>415</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fkGroteskNeue</vt:lpstr>
      <vt:lpstr>Courier New</vt:lpstr>
      <vt:lpstr>Monaspace Neon</vt:lpstr>
      <vt:lpstr>Arial</vt:lpstr>
      <vt:lpstr>LMRoman10-Regular-Identity-H</vt:lpstr>
      <vt:lpstr>-apple-system</vt:lpstr>
      <vt:lpstr>LMRoman10-Bold-Identity-H</vt:lpstr>
      <vt:lpstr>TU Wien</vt:lpstr>
      <vt:lpstr>Final Presentation Group 7</vt:lpstr>
      <vt:lpstr>Final Presentation Team7 Topic 1: Language Identification</vt:lpstr>
      <vt:lpstr>Project overview</vt:lpstr>
      <vt:lpstr>Approaches compared</vt:lpstr>
      <vt:lpstr>Key results</vt:lpstr>
      <vt:lpstr>Detailed OOD robustness (fastText vs. character n-grams, 5 languages)</vt:lpstr>
      <vt:lpstr>Comparative macro metrics plot</vt:lpstr>
      <vt:lpstr>FINAL SOLUTION — fastText Primary + Character N-gram Fallback (Model Design)</vt:lpstr>
      <vt:lpstr>FINAL SOLUTION — fastText Primary + Character N-gram Fallback (Results)</vt:lpstr>
      <vt:lpstr>Recommendations for production deployment</vt:lpstr>
      <vt:lpstr>Potential future work</vt:lpstr>
      <vt:lpstr>Key Takeaway</vt:lpstr>
      <vt:lpstr>Backup</vt:lpstr>
      <vt:lpstr>Deployment considerations: latency vs. hardware</vt:lpstr>
      <vt:lpstr>Error analysis highlights</vt:lpstr>
      <vt:lpstr>Visual confusion matrices (10-language Wikipedia split)</vt:lpstr>
      <vt:lpstr>Visual confusion matrices (10-language Wikipedia split)</vt:lpstr>
      <vt:lpstr>Visual confusion matrices (10-language Wikipedia split)</vt:lpstr>
      <vt:lpstr>fastText OOV coverage diagnostics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Munin, Maxim</dc:creator>
  <cp:lastModifiedBy>Maxim Munin</cp:lastModifiedBy>
  <cp:revision>95</cp:revision>
  <dcterms:created xsi:type="dcterms:W3CDTF">2024-11-06T20:45:15Z</dcterms:created>
  <dcterms:modified xsi:type="dcterms:W3CDTF">2026-01-14T21:34:17Z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0x01010047F7283A7873274F8E189EC753F03E5A</vt:lpwstr>
  </property>
</Properties>
</file>