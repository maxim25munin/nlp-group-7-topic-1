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heme/theme2.xml" ContentType="application/vnd.openxmlformats-officedocument.them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heme/theme3.xml" ContentType="application/vnd.openxmlformats-officedocument.them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1.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notesSlides/notesSlide2.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3.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notesSlides/notesSlide4.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notesSlides/notesSlide5.xml" ContentType="application/vnd.openxmlformats-officedocument.presentationml.notesSlide+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notesSlides/notesSlide6.xml" ContentType="application/vnd.openxmlformats-officedocument.presentationml.notesSlide+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notesSlides/notesSlide7.xml" ContentType="application/vnd.openxmlformats-officedocument.presentationml.notesSlide+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notesSlides/notesSlide8.xml" ContentType="application/vnd.openxmlformats-officedocument.presentationml.notesSlide+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notesSlides/notesSlide9.xml" ContentType="application/vnd.openxmlformats-officedocument.presentationml.notesSlide+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10.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notesSlides/notesSlide11.xml" ContentType="application/vnd.openxmlformats-officedocument.presentationml.notesSlide+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notesSlides/notesSlide12.xml" ContentType="application/vnd.openxmlformats-officedocument.presentationml.notesSlide+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notesSlides/notesSlide13.xml" ContentType="application/vnd.openxmlformats-officedocument.presentationml.notesSlide+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notesSlides/notesSlide14.xml" ContentType="application/vnd.openxmlformats-officedocument.presentationml.notesSlide+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15.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notesSlides/notesSlide16.xml" ContentType="application/vnd.openxmlformats-officedocument.presentationml.notesSlide+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8"/>
  </p:notesMasterIdLst>
  <p:handoutMasterIdLst>
    <p:handoutMasterId r:id="rId19"/>
  </p:handoutMasterIdLst>
  <p:sldIdLst>
    <p:sldId id="3690" r:id="rId2"/>
    <p:sldId id="257" r:id="rId3"/>
    <p:sldId id="274" r:id="rId4"/>
    <p:sldId id="3697" r:id="rId5"/>
    <p:sldId id="3698" r:id="rId6"/>
    <p:sldId id="3709" r:id="rId7"/>
    <p:sldId id="3710" r:id="rId8"/>
    <p:sldId id="3706" r:id="rId9"/>
    <p:sldId id="3699" r:id="rId10"/>
    <p:sldId id="3702" r:id="rId11"/>
    <p:sldId id="3703" r:id="rId12"/>
    <p:sldId id="3704" r:id="rId13"/>
    <p:sldId id="3705" r:id="rId14"/>
    <p:sldId id="3700" r:id="rId15"/>
    <p:sldId id="3708" r:id="rId16"/>
    <p:sldId id="3707" r:id="rId17"/>
  </p:sldIdLst>
  <p:sldSz cx="12192000" cy="6858000"/>
  <p:notesSz cx="6858000" cy="9144000"/>
  <p:custDataLst>
    <p:tags r:id="rId20"/>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usterfolien" id="{54CF9CB4-6EDB-4AC2-9AFB-EFC6E4817A6D}">
          <p14:sldIdLst>
            <p14:sldId id="3690"/>
            <p14:sldId id="257"/>
            <p14:sldId id="274"/>
            <p14:sldId id="3697"/>
            <p14:sldId id="3698"/>
            <p14:sldId id="3709"/>
            <p14:sldId id="3710"/>
            <p14:sldId id="3706"/>
            <p14:sldId id="3699"/>
            <p14:sldId id="3702"/>
            <p14:sldId id="3703"/>
            <p14:sldId id="3704"/>
            <p14:sldId id="3705"/>
            <p14:sldId id="3700"/>
            <p14:sldId id="3708"/>
            <p14:sldId id="3707"/>
          </p14:sldIdLst>
        </p14:section>
        <p14:section name="Standardabschnitt" id="{DFA7A10C-E1EB-4972-AB36-D2ACD314A82C}">
          <p14:sldIdLst/>
        </p14:section>
      </p14:sectionLst>
    </p:ext>
    <p:ext uri="{EFAFB233-063F-42B5-8137-9DF3F51BA10A}">
      <p15:sldGuideLst xmlns:p15="http://schemas.microsoft.com/office/powerpoint/2012/main">
        <p15:guide id="3" orient="horz" pos="2160">
          <p15:clr>
            <a:srgbClr val="A4A3A4"/>
          </p15:clr>
        </p15:guide>
        <p15:guide id="4"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ristina Drimmel" initials="CD" lastIdx="132" clrIdx="0">
    <p:extLst>
      <p:ext uri="{19B8F6BF-5375-455C-9EA6-DF929625EA0E}">
        <p15:presenceInfo xmlns:p15="http://schemas.microsoft.com/office/powerpoint/2012/main" userId="Christina Drimmel" providerId="None"/>
      </p:ext>
    </p:extLst>
  </p:cmAuthor>
  <p:cmAuthor id="2" name="Springer" initials="S" lastIdx="18" clrIdx="1">
    <p:extLst>
      <p:ext uri="{19B8F6BF-5375-455C-9EA6-DF929625EA0E}">
        <p15:presenceInfo xmlns:p15="http://schemas.microsoft.com/office/powerpoint/2012/main" userId="Springer" providerId="None"/>
      </p:ext>
    </p:extLst>
  </p:cmAuthor>
  <p:cmAuthor id="3" name="Sebastian" initials="S" lastIdx="33" clrIdx="2">
    <p:extLst>
      <p:ext uri="{19B8F6BF-5375-455C-9EA6-DF929625EA0E}">
        <p15:presenceInfo xmlns:p15="http://schemas.microsoft.com/office/powerpoint/2012/main" userId="Sebasti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AFC9"/>
    <a:srgbClr val="7DA4C1"/>
    <a:srgbClr val="6190B3"/>
    <a:srgbClr val="4C7B9E"/>
    <a:srgbClr val="3E6582"/>
    <a:srgbClr val="BAC7D5"/>
    <a:srgbClr val="456F90"/>
    <a:srgbClr val="8CA6BF"/>
    <a:srgbClr val="A4B7CA"/>
    <a:srgbClr val="4B78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50" autoAdjust="0"/>
    <p:restoredTop sz="24638" autoAdjust="0"/>
  </p:normalViewPr>
  <p:slideViewPr>
    <p:cSldViewPr snapToGrid="0" showGuides="1">
      <p:cViewPr varScale="1">
        <p:scale>
          <a:sx n="15" d="100"/>
          <a:sy n="15" d="100"/>
        </p:scale>
        <p:origin x="2393" y="27"/>
      </p:cViewPr>
      <p:guideLst>
        <p:guide orient="horz" pos="2160"/>
        <p:guide pos="3840"/>
      </p:guideLst>
    </p:cSldViewPr>
  </p:slideViewPr>
  <p:outlineViewPr>
    <p:cViewPr>
      <p:scale>
        <a:sx n="33" d="100"/>
        <a:sy n="33" d="100"/>
      </p:scale>
      <p:origin x="0" y="-6984"/>
    </p:cViewPr>
  </p:outlineViewPr>
  <p:notesTextViewPr>
    <p:cViewPr>
      <p:scale>
        <a:sx n="3" d="2"/>
        <a:sy n="3" d="2"/>
      </p:scale>
      <p:origin x="0" y="0"/>
    </p:cViewPr>
  </p:notesTextViewPr>
  <p:sorterViewPr>
    <p:cViewPr>
      <p:scale>
        <a:sx n="66" d="100"/>
        <a:sy n="66" d="100"/>
      </p:scale>
      <p:origin x="0" y="-10363"/>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heme" Target="../theme/theme3.xml"/><Relationship Id="rId5" Type="http://schemas.openxmlformats.org/officeDocument/2006/relationships/tags" Target="../tags/tag176.xml"/><Relationship Id="rId4" Type="http://schemas.openxmlformats.org/officeDocument/2006/relationships/tags" Target="../tags/tag17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B6B62FD-DEA5-4016-A686-92BD436E4AF0}"/>
              </a:ext>
            </a:extLst>
          </p:cNvPr>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de-AT" dirty="0">
              <a:latin typeface="Arial" panose="020B0604020202020204" pitchFamily="34" charset="0"/>
            </a:endParaRPr>
          </a:p>
        </p:txBody>
      </p:sp>
      <p:sp>
        <p:nvSpPr>
          <p:cNvPr id="3" name="Datumsplatzhalter 2">
            <a:extLst>
              <a:ext uri="{FF2B5EF4-FFF2-40B4-BE49-F238E27FC236}">
                <a16:creationId xmlns:a16="http://schemas.microsoft.com/office/drawing/2014/main" id="{79D031BE-D109-46DC-97CA-86C8CC80DEF3}"/>
              </a:ext>
            </a:extLst>
          </p:cNvPr>
          <p:cNvSpPr>
            <a:spLocks noGrp="1"/>
          </p:cNvSpPr>
          <p:nvPr>
            <p:ph type="dt" sz="quarter"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AAD92F50-EEFB-414C-A5B9-E53AB6640962}" type="datetimeFigureOut">
              <a:rPr lang="de-AT" smtClean="0">
                <a:latin typeface="Arial" panose="020B0604020202020204" pitchFamily="34" charset="0"/>
              </a:rPr>
              <a:t>13.01.2026</a:t>
            </a:fld>
            <a:endParaRPr lang="de-AT" dirty="0">
              <a:latin typeface="Arial" panose="020B0604020202020204" pitchFamily="34" charset="0"/>
            </a:endParaRPr>
          </a:p>
        </p:txBody>
      </p:sp>
      <p:sp>
        <p:nvSpPr>
          <p:cNvPr id="4" name="Fußzeilenplatzhalter 3">
            <a:extLst>
              <a:ext uri="{FF2B5EF4-FFF2-40B4-BE49-F238E27FC236}">
                <a16:creationId xmlns:a16="http://schemas.microsoft.com/office/drawing/2014/main" id="{E3E70E89-9D63-4AE7-AA10-359BADF98E1C}"/>
              </a:ext>
            </a:extLst>
          </p:cNvPr>
          <p:cNvSpPr>
            <a:spLocks noGrp="1"/>
          </p:cNvSpPr>
          <p:nvPr>
            <p:ph type="ftr" sz="quarter" idx="2"/>
            <p:custDataLst>
              <p:tags r:id="rId4"/>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dirty="0">
              <a:latin typeface="Arial" panose="020B0604020202020204" pitchFamily="34" charset="0"/>
            </a:endParaRPr>
          </a:p>
        </p:txBody>
      </p:sp>
      <p:sp>
        <p:nvSpPr>
          <p:cNvPr id="5" name="Foliennummernplatzhalter 4">
            <a:extLst>
              <a:ext uri="{FF2B5EF4-FFF2-40B4-BE49-F238E27FC236}">
                <a16:creationId xmlns:a16="http://schemas.microsoft.com/office/drawing/2014/main" id="{BD848377-D64A-4E24-83A8-537299BF9731}"/>
              </a:ext>
            </a:extLst>
          </p:cNvPr>
          <p:cNvSpPr>
            <a:spLocks noGrp="1"/>
          </p:cNvSpPr>
          <p:nvPr>
            <p:ph type="sldNum" sz="quarter" idx="3"/>
            <p:custDataLst>
              <p:tags r:id="rId5"/>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F9B8C977-CDE1-48A9-8E7D-2B9A79EDCF35}" type="slidenum">
              <a:rPr lang="de-AT" smtClean="0">
                <a:latin typeface="Arial" panose="020B0604020202020204" pitchFamily="34" charset="0"/>
              </a:rPr>
              <a:t>‹#›</a:t>
            </a:fld>
            <a:endParaRPr lang="de-AT" dirty="0">
              <a:latin typeface="Arial" panose="020B0604020202020204" pitchFamily="34" charset="0"/>
            </a:endParaRPr>
          </a:p>
        </p:txBody>
      </p:sp>
    </p:spTree>
    <p:extLst>
      <p:ext uri="{BB962C8B-B14F-4D97-AF65-F5344CB8AC3E}">
        <p14:creationId xmlns:p14="http://schemas.microsoft.com/office/powerpoint/2010/main" val="2054379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168.xml"/><Relationship Id="rId7" Type="http://schemas.openxmlformats.org/officeDocument/2006/relationships/tags" Target="../tags/tag172.xml"/><Relationship Id="rId2" Type="http://schemas.openxmlformats.org/officeDocument/2006/relationships/tags" Target="../tags/tag167.xml"/><Relationship Id="rId1" Type="http://schemas.openxmlformats.org/officeDocument/2006/relationships/theme" Target="../theme/theme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lang="de-AT" dirty="0">
                <a:latin typeface="Arial" panose="020B0604020202020204" pitchFamily="34" charset="0"/>
              </a:defRPr>
            </a:lvl1pPr>
          </a:lstStyle>
          <a:p>
            <a:endParaRPr lang="de-AT" dirty="0"/>
          </a:p>
        </p:txBody>
      </p:sp>
      <p:sp>
        <p:nvSpPr>
          <p:cNvPr id="3" name="Datumsplatzhalter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C116C0E1-FA71-4E92-9BA0-377972D4F09A}" type="datetimeFigureOut">
              <a:rPr lang="de-AT" smtClean="0"/>
              <a:pPr/>
              <a:t>13.01.2026</a:t>
            </a:fld>
            <a:endParaRPr lang="de-AT" dirty="0"/>
          </a:p>
        </p:txBody>
      </p:sp>
      <p:sp>
        <p:nvSpPr>
          <p:cNvPr id="4" name="Folienbildplatzhalter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AT" dirty="0"/>
          </a:p>
        </p:txBody>
      </p:sp>
      <p:sp>
        <p:nvSpPr>
          <p:cNvPr id="5" name="Notizenplatzhalter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de-AT" dirty="0"/>
              <a:t>Mastertextformat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6" name="Fußzeilenplatzhalter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lang="de-AT" dirty="0">
                <a:latin typeface="Arial" panose="020B0604020202020204" pitchFamily="34" charset="0"/>
              </a:defRPr>
            </a:lvl1pPr>
          </a:lstStyle>
          <a:p>
            <a:endParaRPr lang="de-AT" dirty="0"/>
          </a:p>
        </p:txBody>
      </p:sp>
      <p:sp>
        <p:nvSpPr>
          <p:cNvPr id="7" name="Foliennummernplatzhalter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DD8BEB3B-C5EA-45F3-97F0-E17E2A187F46}" type="slidenum">
              <a:rPr lang="de-AT" smtClean="0"/>
              <a:pPr/>
              <a:t>‹#›</a:t>
            </a:fld>
            <a:endParaRPr lang="de-AT" dirty="0"/>
          </a:p>
        </p:txBody>
      </p:sp>
    </p:spTree>
    <p:extLst>
      <p:ext uri="{BB962C8B-B14F-4D97-AF65-F5344CB8AC3E}">
        <p14:creationId xmlns:p14="http://schemas.microsoft.com/office/powerpoint/2010/main" val="49051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 Id="rId5" Type="http://schemas.openxmlformats.org/officeDocument/2006/relationships/slide" Target="../slides/slide1.xml"/><Relationship Id="rId4"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5" Type="http://schemas.openxmlformats.org/officeDocument/2006/relationships/slide" Target="../slides/slide2.xml"/><Relationship Id="rId4"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5" Type="http://schemas.openxmlformats.org/officeDocument/2006/relationships/slide" Target="../slides/slide3.xml"/><Relationship Id="rId4"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5" Type="http://schemas.openxmlformats.org/officeDocument/2006/relationships/slide" Target="../slides/slide4.xml"/><Relationship Id="rId4"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5" Type="http://schemas.openxmlformats.org/officeDocument/2006/relationships/slide" Target="../slides/slide5.xml"/><Relationship Id="rId4"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5" Type="http://schemas.openxmlformats.org/officeDocument/2006/relationships/slide" Target="../slides/slide6.xml"/><Relationship Id="rId4"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5" Type="http://schemas.openxmlformats.org/officeDocument/2006/relationships/slide" Target="../slides/slide7.xml"/><Relationship Id="rId4"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 Id="rId5" Type="http://schemas.openxmlformats.org/officeDocument/2006/relationships/slide" Target="../slides/slide8.xml"/><Relationship Id="rId4"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 Id="rId5" Type="http://schemas.openxmlformats.org/officeDocument/2006/relationships/slide" Target="../slides/slide9.xml"/><Relationship Id="rId4"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 Id="rId5" Type="http://schemas.openxmlformats.org/officeDocument/2006/relationships/slide" Target="../slides/slide10.xml"/><Relationship Id="rId4"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 Id="rId5" Type="http://schemas.openxmlformats.org/officeDocument/2006/relationships/slide" Target="../slides/slide11.xml"/><Relationship Id="rId4"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 Id="rId5" Type="http://schemas.openxmlformats.org/officeDocument/2006/relationships/slide" Target="../slides/slide12.xml"/><Relationship Id="rId4"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 Id="rId5" Type="http://schemas.openxmlformats.org/officeDocument/2006/relationships/slide" Target="../slides/slide13.xml"/><Relationship Id="rId4"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 Id="rId5" Type="http://schemas.openxmlformats.org/officeDocument/2006/relationships/slide" Target="../slides/slide14.xml"/><Relationship Id="rId4"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 Id="rId5" Type="http://schemas.openxmlformats.org/officeDocument/2006/relationships/slide" Target="../slides/slide15.xml"/><Relationship Id="rId4"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tags" Target="../tags/tag270.xml"/><Relationship Id="rId5" Type="http://schemas.openxmlformats.org/officeDocument/2006/relationships/slide" Target="../slides/slide16.xml"/><Relationship Id="rId4"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custDataLst>
              <p:tags r:id="rId1"/>
            </p:custDataLst>
          </p:nvPr>
        </p:nvSpPr>
        <p:spPr/>
        <p:txBody>
          <a:bodyPr/>
          <a:lstStyle/>
          <a:p>
            <a:endParaRPr lang="en-US"/>
          </a:p>
        </p:txBody>
      </p:sp>
      <p:sp>
        <p:nvSpPr>
          <p:cNvPr id="3" name="Notizenplatzhalter 2"/>
          <p:cNvSpPr>
            <a:spLocks noGrp="1"/>
          </p:cNvSpPr>
          <p:nvPr>
            <p:ph type="body" idx="1"/>
            <p:custDataLst>
              <p:tags r:id="rId2"/>
            </p:custDataLst>
          </p:nvPr>
        </p:nvSpPr>
        <p:spPr/>
        <p:txBody>
          <a:bodyPr/>
          <a:lstStyle/>
          <a:p>
            <a:endParaRPr lang="de-AT" dirty="0"/>
          </a:p>
        </p:txBody>
      </p:sp>
      <p:sp>
        <p:nvSpPr>
          <p:cNvPr id="4" name="Foliennummernplatzhalter 3"/>
          <p:cNvSpPr>
            <a:spLocks noGrp="1"/>
          </p:cNvSpPr>
          <p:nvPr>
            <p:ph type="sldNum" sz="quarter" idx="5"/>
            <p:custDataLst>
              <p:tags r:id="rId3"/>
            </p:custDataLst>
          </p:nvPr>
        </p:nvSpPr>
        <p:spPr/>
        <p:txBody>
          <a:bodyPr/>
          <a:lstStyle/>
          <a:p>
            <a:fld id="{DD8BEB3B-C5EA-45F3-97F0-E17E2A187F46}" type="slidenum">
              <a:rPr lang="de-AT" smtClean="0"/>
              <a:t>1</a:t>
            </a:fld>
            <a:endParaRPr lang="de-AT" dirty="0"/>
          </a:p>
        </p:txBody>
      </p:sp>
    </p:spTree>
    <p:extLst>
      <p:ext uri="{BB962C8B-B14F-4D97-AF65-F5344CB8AC3E}">
        <p14:creationId xmlns:p14="http://schemas.microsoft.com/office/powerpoint/2010/main" val="1906410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custDataLst>
              <p:tags r:id="rId1"/>
            </p:custDataLst>
          </p:nvPr>
        </p:nvSpPr>
        <p:spPr/>
        <p:txBody>
          <a:bodyPr/>
          <a:lstStyle/>
          <a:p>
            <a:endParaRPr lang="en-US"/>
          </a:p>
        </p:txBody>
      </p:sp>
      <p:sp>
        <p:nvSpPr>
          <p:cNvPr id="3" name="Notizenplatzhalter 2"/>
          <p:cNvSpPr>
            <a:spLocks noGrp="1"/>
          </p:cNvSpPr>
          <p:nvPr>
            <p:ph type="body" idx="1"/>
            <p:custDataLst>
              <p:tags r:id="rId2"/>
            </p:custDataLst>
          </p:nvPr>
        </p:nvSpPr>
        <p:spPr/>
        <p:txBody>
          <a:bodyPr/>
          <a:lstStyle/>
          <a:p>
            <a:endParaRPr lang="de-AT" dirty="0"/>
          </a:p>
        </p:txBody>
      </p:sp>
      <p:sp>
        <p:nvSpPr>
          <p:cNvPr id="4" name="Foliennummernplatzhalter 3"/>
          <p:cNvSpPr>
            <a:spLocks noGrp="1"/>
          </p:cNvSpPr>
          <p:nvPr>
            <p:ph type="sldNum" sz="quarter" idx="5"/>
            <p:custDataLst>
              <p:tags r:id="rId3"/>
            </p:custDataLst>
          </p:nvPr>
        </p:nvSpPr>
        <p:spPr/>
        <p:txBody>
          <a:bodyPr/>
          <a:lstStyle/>
          <a:p>
            <a:fld id="{DD8BEB3B-C5EA-45F3-97F0-E17E2A187F46}" type="slidenum">
              <a:rPr lang="de-AT" smtClean="0"/>
              <a:t>2</a:t>
            </a:fld>
            <a:endParaRPr lang="de-AT" dirty="0"/>
          </a:p>
        </p:txBody>
      </p:sp>
    </p:spTree>
    <p:extLst>
      <p:ext uri="{BB962C8B-B14F-4D97-AF65-F5344CB8AC3E}">
        <p14:creationId xmlns:p14="http://schemas.microsoft.com/office/powerpoint/2010/main" val="2522981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custDataLst>
              <p:tags r:id="rId1"/>
            </p:custDataLst>
          </p:nvPr>
        </p:nvSpPr>
        <p:spPr/>
        <p:txBody>
          <a:bodyPr/>
          <a:lstStyle/>
          <a:p>
            <a:endParaRPr lang="en-US"/>
          </a:p>
        </p:txBody>
      </p:sp>
      <p:sp>
        <p:nvSpPr>
          <p:cNvPr id="3" name="Notizenplatzhalter 2"/>
          <p:cNvSpPr>
            <a:spLocks noGrp="1"/>
          </p:cNvSpPr>
          <p:nvPr>
            <p:ph type="body" idx="1"/>
            <p:custDataLst>
              <p:tags r:id="rId2"/>
            </p:custDataLst>
          </p:nvPr>
        </p:nvSpPr>
        <p:spPr/>
        <p:txBody>
          <a:bodyPr/>
          <a:lstStyle/>
          <a:p>
            <a:r>
              <a:rPr lang="en-US" sz="1200" b="0" i="0" u="none" strike="noStrike" kern="1200" baseline="0" dirty="0">
                <a:solidFill>
                  <a:schemeClr val="tx1"/>
                </a:solidFill>
                <a:latin typeface="Arial" panose="020B0604020202020204" pitchFamily="34" charset="0"/>
                <a:ea typeface="+mn-ea"/>
                <a:cs typeface="+mn-cs"/>
              </a:rPr>
              <a:t>“Today we’re presenting our work on </a:t>
            </a:r>
            <a:r>
              <a:rPr lang="en-US" sz="1200" b="1" i="0" u="none" strike="noStrike" kern="1200" baseline="0" dirty="0">
                <a:solidFill>
                  <a:schemeClr val="tx1"/>
                </a:solidFill>
                <a:latin typeface="Arial" panose="020B0604020202020204" pitchFamily="34" charset="0"/>
                <a:ea typeface="+mn-ea"/>
                <a:cs typeface="+mn-cs"/>
              </a:rPr>
              <a:t>multilingual sentence-level language identification </a:t>
            </a:r>
            <a:r>
              <a:rPr lang="en-US" sz="1200" b="0" i="0" u="none" strike="noStrike" kern="1200" baseline="0" dirty="0">
                <a:solidFill>
                  <a:schemeClr val="tx1"/>
                </a:solidFill>
                <a:latin typeface="Arial" panose="020B0604020202020204" pitchFamily="34" charset="0"/>
                <a:ea typeface="+mn-ea"/>
                <a:cs typeface="+mn-cs"/>
              </a:rPr>
              <a:t>across 10 languages spanning both Latin and Cyrillic scripts.” </a:t>
            </a:r>
          </a:p>
          <a:p>
            <a:endParaRPr lang="en-US" sz="1200" b="0" i="0" u="none" strike="noStrike" kern="1200" baseline="0" dirty="0">
              <a:solidFill>
                <a:schemeClr val="tx1"/>
              </a:solidFill>
              <a:latin typeface="Arial" panose="020B0604020202020204" pitchFamily="34" charset="0"/>
              <a:ea typeface="+mn-ea"/>
              <a:cs typeface="+mn-cs"/>
            </a:endParaRP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Emphasize the scope: We built and evaluated systems to automatically detect which language a sentence is written in, moving beyond traditional single-script approaches.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Highlight the languages: German, English, French, Swedish, Latvian, Swahili, Wolof, Yoruba, Kazakh, and Urdu. These represent both high-resource and low-resource languages, and mix two scripts entirely.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Frame the challenge: “Language identification sounds simple—just look at the letters, right? But when you have overlapping orthographies (like English and Yoruba), transliterated text, and domain shift to social media, it becomes a real problem.”</a:t>
            </a:r>
            <a:endParaRPr lang="en-US" dirty="0">
              <a:effectLst/>
              <a:latin typeface="fkGroteskNeue"/>
            </a:endParaRPr>
          </a:p>
        </p:txBody>
      </p:sp>
      <p:sp>
        <p:nvSpPr>
          <p:cNvPr id="4" name="Foliennummernplatzhalter 3"/>
          <p:cNvSpPr>
            <a:spLocks noGrp="1"/>
          </p:cNvSpPr>
          <p:nvPr>
            <p:ph type="sldNum" sz="quarter" idx="5"/>
            <p:custDataLst>
              <p:tags r:id="rId3"/>
            </p:custDataLst>
          </p:nvPr>
        </p:nvSpPr>
        <p:spPr/>
        <p:txBody>
          <a:bodyPr/>
          <a:lstStyle/>
          <a:p>
            <a:fld id="{DD8BEB3B-C5EA-45F3-97F0-E17E2A187F46}" type="slidenum">
              <a:rPr lang="de-AT" smtClean="0"/>
              <a:t>3</a:t>
            </a:fld>
            <a:endParaRPr lang="de-AT" dirty="0"/>
          </a:p>
        </p:txBody>
      </p:sp>
    </p:spTree>
    <p:extLst>
      <p:ext uri="{BB962C8B-B14F-4D97-AF65-F5344CB8AC3E}">
        <p14:creationId xmlns:p14="http://schemas.microsoft.com/office/powerpoint/2010/main" val="531333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166CA-5966-67E0-2326-6C0D312C1EB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3DFA3EC-CE1B-EDAC-5845-B661E5F553D3}"/>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54B66C3B-ADD7-5A27-BE41-16C4DD8395A5}"/>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Rule-based heuristics: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simplest approach: we use linguistic intuition to write rules. For example, if a word contains the character  (ayn), it’s probably Arabic or Urdu. If a sentence uses a lot of ß, it’s very likely German.”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Mention the three kinds of rules: Unicode script detection (Are we in Latin? Cyrillic? Arabic block?), diacritics (ñ, ò, š, etc.), and curated cue words/affixes (–ung endings in German, –tion in French).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Trade-off: “Interpretable and fast, but labor-intensive to maintain as languages grow.”</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Character n-gram logistic regression: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“We’re moving from hand-written rules to learning patterns from data. Take every substring of length 2, 3, 4 from the text—bigrams, trigrams, 4-grams—and count how often each appears.”</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Explain the intuition: “The sequence ‘ch’ appears often in German and French, but rarely in Yoruba. So, the model learns to weight these frequencies.”</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TF–IDF (Term Frequency-Inverse Document Frequency) reweighting: “We downweight very common n-grams that appear in all languages, so rare but distinctive patterns get more signal.”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Trade-off: “Lightweight training and inference, strong accuracy, works out of the box without language expertise.”</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XLM-RoBERTa fine-tuning: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“Transformer models like BERT learn deep patterns from massive multilingual text. XLM-RoBERTa is trained on 100+ languages, so it already knows what language-specific patterns look like.”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Finetuning process: “We take the pretrained model and show it our 8,000 training sentences, allowing it to adapt its weights specifically to the 10 languages we care about.”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Trade-off: “More compute (needs a GPU), slower inference, but very robust—the model learns contextual and semantic patterns, not just character patterns.”</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fastText averaged embeddings (Q1 case study):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“For Question 1, we explored word embeddings: average the fastText vectors for all words in a sentence, then feed to logistic regression.”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it matters: “It bridges embeddings (DL) and classical ML, but—as we’ll see later—it’s risky when deployed to new domains.”</a:t>
            </a:r>
            <a:endParaRPr lang="en-US" dirty="0">
              <a:effectLst/>
              <a:latin typeface="fkGroteskNeue"/>
            </a:endParaRPr>
          </a:p>
        </p:txBody>
      </p:sp>
      <p:sp>
        <p:nvSpPr>
          <p:cNvPr id="4" name="Foliennummernplatzhalter 3">
            <a:extLst>
              <a:ext uri="{FF2B5EF4-FFF2-40B4-BE49-F238E27FC236}">
                <a16:creationId xmlns:a16="http://schemas.microsoft.com/office/drawing/2014/main" id="{6F834C21-0437-6080-C282-96ADFC45CB1F}"/>
              </a:ext>
            </a:extLst>
          </p:cNvPr>
          <p:cNvSpPr>
            <a:spLocks noGrp="1"/>
          </p:cNvSpPr>
          <p:nvPr>
            <p:ph type="sldNum" sz="quarter" idx="5"/>
            <p:custDataLst>
              <p:tags r:id="rId3"/>
            </p:custDataLst>
          </p:nvPr>
        </p:nvSpPr>
        <p:spPr/>
        <p:txBody>
          <a:bodyPr/>
          <a:lstStyle/>
          <a:p>
            <a:fld id="{DD8BEB3B-C5EA-45F3-97F0-E17E2A187F46}" type="slidenum">
              <a:rPr lang="de-AT" smtClean="0"/>
              <a:t>4</a:t>
            </a:fld>
            <a:endParaRPr lang="de-AT" dirty="0"/>
          </a:p>
        </p:txBody>
      </p:sp>
    </p:spTree>
    <p:extLst>
      <p:ext uri="{BB962C8B-B14F-4D97-AF65-F5344CB8AC3E}">
        <p14:creationId xmlns:p14="http://schemas.microsoft.com/office/powerpoint/2010/main" val="2900493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5878D-9CBD-A1E5-D605-83DD9F58FF6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8F34D90-2334-260D-B529-5BEDD7167122}"/>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C5F0FE00-4FCF-6857-1184-96D10A9E95BC}"/>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Rule-based heuristics (accuracy 0.89):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“Our hand-written rules got 89%. That is surprisingly good for a zero-learning approach, but there is a clear ceiling.”</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Where it fails: “Latin script is ambiguous. Kazakh uses Latin transliteration in our data, Latvian uses diacritics, and Yoruba uses Latin with minimal diacritics. Our rules cannot always distinguish them, so they leak Kazakh/Latvian/Yoruba into German.”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Positives: “Urdu benefits massively from script cues—it uses the Nastaliq script, so it is almost perfectly separated.”</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Character n-gram logistic regression (accuracy 0.968, BEST):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character n-gram model won. 96.8% accuracy is excellent, and it is lightweight.”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Recall performance: “On several languages—Urdu, Kazakh—we got near-perfect recall. Those languages have distinctive n-grams that the model learned reliably.”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Where it stumbles: “English and Swedish still confuse each other occasionally (both use Latin, similar letter frequencies). Very short numeric snippets are also ambiguous—‘123’ could be any language.”</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XLM-R fine-tuning (accuracy 0.966, close second):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“Only 0.2 percentage points behind the n-gram model, but with more compute overhead.”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Strengths: “It does slightly better on French and Swedish—capturing syntactic patterns that character n-grams miss. And it is more robust to spelling variations or typos.”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trade-off: “Is 0.2% accuracy worth 15× the inference latency and GPU requirements? For most cases, no.”</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Key insight to emphasize: </a:t>
            </a:r>
          </a:p>
          <a:p>
            <a:r>
              <a:rPr lang="en-US" sz="1200" b="0" i="0" u="none" strike="noStrike" kern="1200" baseline="0" dirty="0">
                <a:solidFill>
                  <a:schemeClr val="tx1"/>
                </a:solidFill>
                <a:latin typeface="Arial" panose="020B0604020202020204" pitchFamily="34" charset="0"/>
                <a:ea typeface="+mn-ea"/>
                <a:cs typeface="+mn-cs"/>
              </a:rPr>
              <a:t>“Our main finding: </a:t>
            </a:r>
            <a:r>
              <a:rPr lang="en-US" sz="1200" b="1" i="0" u="none" strike="noStrike" kern="1200" baseline="0" dirty="0">
                <a:solidFill>
                  <a:schemeClr val="tx1"/>
                </a:solidFill>
                <a:latin typeface="Arial" panose="020B0604020202020204" pitchFamily="34" charset="0"/>
                <a:ea typeface="+mn-ea"/>
                <a:cs typeface="+mn-cs"/>
              </a:rPr>
              <a:t>character n-gram logistic regression is the sweet spot for production language ID. </a:t>
            </a:r>
            <a:r>
              <a:rPr lang="en-US" sz="1200" b="0" i="0" u="none" strike="noStrike" kern="1200" baseline="0" dirty="0">
                <a:solidFill>
                  <a:schemeClr val="tx1"/>
                </a:solidFill>
                <a:latin typeface="Arial" panose="020B0604020202020204" pitchFamily="34" charset="0"/>
                <a:ea typeface="+mn-ea"/>
                <a:cs typeface="+mn-cs"/>
              </a:rPr>
              <a:t>It is accurate, cheap, interpretable (top features are actual character sequences), and scales to new languages easily. Rules are useful for diagnostics; XLM-R for harder domains.”</a:t>
            </a:r>
            <a:endParaRPr lang="en-US" dirty="0">
              <a:effectLst/>
              <a:latin typeface="fkGroteskNeue"/>
            </a:endParaRPr>
          </a:p>
        </p:txBody>
      </p:sp>
      <p:sp>
        <p:nvSpPr>
          <p:cNvPr id="4" name="Foliennummernplatzhalter 3">
            <a:extLst>
              <a:ext uri="{FF2B5EF4-FFF2-40B4-BE49-F238E27FC236}">
                <a16:creationId xmlns:a16="http://schemas.microsoft.com/office/drawing/2014/main" id="{D93B5CA9-C60F-CE83-B5D4-88FBA90123A5}"/>
              </a:ext>
            </a:extLst>
          </p:cNvPr>
          <p:cNvSpPr>
            <a:spLocks noGrp="1"/>
          </p:cNvSpPr>
          <p:nvPr>
            <p:ph type="sldNum" sz="quarter" idx="5"/>
            <p:custDataLst>
              <p:tags r:id="rId3"/>
            </p:custDataLst>
          </p:nvPr>
        </p:nvSpPr>
        <p:spPr/>
        <p:txBody>
          <a:bodyPr/>
          <a:lstStyle/>
          <a:p>
            <a:fld id="{DD8BEB3B-C5EA-45F3-97F0-E17E2A187F46}" type="slidenum">
              <a:rPr lang="de-AT" smtClean="0"/>
              <a:t>5</a:t>
            </a:fld>
            <a:endParaRPr lang="de-AT" dirty="0"/>
          </a:p>
        </p:txBody>
      </p:sp>
    </p:spTree>
    <p:extLst>
      <p:ext uri="{BB962C8B-B14F-4D97-AF65-F5344CB8AC3E}">
        <p14:creationId xmlns:p14="http://schemas.microsoft.com/office/powerpoint/2010/main" val="3119021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847D5-9DE3-A1DE-CAF2-8E3CC484644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5C59F6A-1B89-4AAF-64F1-7754C6EA39C2}"/>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F8A4FAC3-9925-0E83-5BFD-E74647EB6AB3}"/>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The setup: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“In Question 1, we asked: if we use pretrained fastText embeddings as features for logistic regression, how robust are they when we switch from Wikipedia to real-world hate speech and social media?”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Domain shift: “Wikipedia is formal, clean, curated. Social media is short, slangy, sometimes transliterated. It is a significant domain gap.”</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In-domain performance (Wikipedia):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“On Wikipedia, fastText was nearly perfect: 99.8% accuracy. Yoruba was the weakest link at 99.5%, but still excellent.”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illusion: “So you might think, ‘Embedding-based language ID is solved!’ But…”</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Out-of-domain performance (hate speech/social media):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“When we moved to social media, accuracy dropped only 1.17 percentage points to 98.63%—still very high.”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Per-language breakdown: “But the drop was </a:t>
            </a:r>
            <a:r>
              <a:rPr lang="en-US" sz="1200" b="1" i="0" u="none" strike="noStrike" kern="1200" baseline="0" dirty="0">
                <a:solidFill>
                  <a:schemeClr val="tx1"/>
                </a:solidFill>
                <a:latin typeface="Arial" panose="020B0604020202020204" pitchFamily="34" charset="0"/>
                <a:ea typeface="+mn-ea"/>
                <a:cs typeface="+mn-cs"/>
              </a:rPr>
              <a:t>uneven</a:t>
            </a:r>
            <a:r>
              <a:rPr lang="en-US" sz="1200" b="0" i="0" u="none" strike="noStrike" kern="1200" baseline="0" dirty="0">
                <a:solidFill>
                  <a:schemeClr val="tx1"/>
                </a:solidFill>
                <a:latin typeface="Arial" panose="020B0604020202020204" pitchFamily="34" charset="0"/>
                <a:ea typeface="+mn-ea"/>
                <a:cs typeface="+mn-cs"/>
              </a:rPr>
              <a:t>. Swedish and Urdu stayed at 100%. Latvian dropped to 98.4%. And some languages showed hidden fragility in the error distributions.”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this matters: “A 1% accuracy drop sounds small, but if you are processing millions of messages, that is tens of thousands of misclassifications.”</a:t>
            </a:r>
          </a:p>
          <a:p>
            <a:pPr marL="171450" indent="-171450">
              <a:buFontTx/>
              <a:buChar char="-"/>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key insight: OOV (Out-of-Vocabulary) coverage: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“fastText embeddings are words. But social media contains slang, abbreviations, brand names, and transliterations that Wikipedia doesn’t have.”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Show the numbers: “Latvian had a </a:t>
            </a:r>
            <a:r>
              <a:rPr lang="en-US" sz="1200" b="1" i="0" u="none" strike="noStrike" kern="1200" baseline="0" dirty="0">
                <a:solidFill>
                  <a:schemeClr val="tx1"/>
                </a:solidFill>
                <a:latin typeface="Arial" panose="020B0604020202020204" pitchFamily="34" charset="0"/>
                <a:ea typeface="+mn-ea"/>
                <a:cs typeface="+mn-cs"/>
              </a:rPr>
              <a:t>24.1% OOV rate </a:t>
            </a:r>
            <a:r>
              <a:rPr lang="en-US" sz="1200" b="0" i="0" u="none" strike="noStrike" kern="1200" baseline="0" dirty="0">
                <a:solidFill>
                  <a:schemeClr val="tx1"/>
                </a:solidFill>
                <a:latin typeface="Arial" panose="020B0604020202020204" pitchFamily="34" charset="0"/>
                <a:ea typeface="+mn-ea"/>
                <a:cs typeface="+mn-cs"/>
              </a:rPr>
              <a:t>in social media—nearly 1 in 4 tokens were unseen during Wikipedia training. Yoruba was even worse at </a:t>
            </a:r>
            <a:r>
              <a:rPr lang="en-US" sz="1200" b="1" i="0" u="none" strike="noStrike" kern="1200" baseline="0" dirty="0">
                <a:solidFill>
                  <a:schemeClr val="tx1"/>
                </a:solidFill>
                <a:latin typeface="Arial" panose="020B0604020202020204" pitchFamily="34" charset="0"/>
                <a:ea typeface="+mn-ea"/>
                <a:cs typeface="+mn-cs"/>
              </a:rPr>
              <a:t>37.9% OOV</a:t>
            </a:r>
            <a:r>
              <a:rPr lang="en-US" sz="1200" b="0" i="0" u="none" strike="noStrike" kern="1200" baseline="0" dirty="0">
                <a:solidFill>
                  <a:schemeClr val="tx1"/>
                </a:solidFill>
                <a:latin typeface="Arial" panose="020B0604020202020204" pitchFamily="34" charset="0"/>
                <a:ea typeface="+mn-ea"/>
                <a:cs typeface="+mn-cs"/>
              </a:rPr>
              <a:t>. Kazakh was better at 8.5%, but still significant.”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Manual errors: “We found misclassified posts like a two-token Kazakh message labeled as Yoruba—too short and too transliterated for the embeddings to work.”</a:t>
            </a:r>
          </a:p>
          <a:p>
            <a:pPr marL="171450" indent="-171450">
              <a:buFontTx/>
              <a:buChar char="-"/>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headline-metric trap: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“This is crucial: </a:t>
            </a:r>
            <a:r>
              <a:rPr lang="en-US" sz="1200" b="1" i="0" u="none" strike="noStrike" kern="1200" baseline="0" dirty="0">
                <a:solidFill>
                  <a:schemeClr val="tx1"/>
                </a:solidFill>
                <a:latin typeface="Arial" panose="020B0604020202020204" pitchFamily="34" charset="0"/>
                <a:ea typeface="+mn-ea"/>
                <a:cs typeface="+mn-cs"/>
              </a:rPr>
              <a:t>accuracy hides failures when classes are imbalanced or errors cluster by language.</a:t>
            </a:r>
            <a:r>
              <a:rPr lang="en-US" sz="1200" b="0" i="0" u="none" strike="noStrike" kern="1200" baseline="0" dirty="0">
                <a:solidFill>
                  <a:schemeClr val="tx1"/>
                </a:solidFill>
                <a:latin typeface="Arial" panose="020B0604020202020204" pitchFamily="34" charset="0"/>
                <a:ea typeface="+mn-ea"/>
                <a:cs typeface="+mn-cs"/>
              </a:rPr>
              <a: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Example: “If Yoruba represents 1% of social media data, a 10% error rate on Yoruba barely moves overall accuracy, but it is a real problem for Yoruba-language content.”</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Mitigation mentioned in Q1: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“To fix this, we recommend pairing fastText with character n-grams and flagging high-OOV sentences. The script supports a --enable-fasttext-char-backoff flag that automatically routes risky sentences to a character-based classifier.”</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Key takeaway: </a:t>
            </a:r>
            <a:r>
              <a:rPr lang="en-US" sz="1200" b="0" i="0" u="none" strike="noStrike" kern="1200" baseline="0" dirty="0">
                <a:solidFill>
                  <a:schemeClr val="tx1"/>
                </a:solidFill>
                <a:latin typeface="Arial" panose="020B0604020202020204" pitchFamily="34" charset="0"/>
                <a:ea typeface="+mn-ea"/>
                <a:cs typeface="+mn-cs"/>
              </a:rPr>
              <a:t>“</a:t>
            </a:r>
            <a:r>
              <a:rPr lang="en-US" sz="1200" b="1" i="0" u="none" strike="noStrike" kern="1200" baseline="0" dirty="0">
                <a:solidFill>
                  <a:schemeClr val="tx1"/>
                </a:solidFill>
                <a:latin typeface="Arial" panose="020B0604020202020204" pitchFamily="34" charset="0"/>
                <a:ea typeface="+mn-ea"/>
                <a:cs typeface="+mn-cs"/>
              </a:rPr>
              <a:t>Pretrained word embeddings alone are not a safe baseline for multilingual language ID without character-level backups and per-domain coverage checks.</a:t>
            </a:r>
            <a:r>
              <a:rPr lang="en-US" sz="1200" b="0" i="0" u="none" strike="noStrike" kern="1200" baseline="0" dirty="0">
                <a:solidFill>
                  <a:schemeClr val="tx1"/>
                </a:solidFill>
                <a:latin typeface="Arial" panose="020B0604020202020204" pitchFamily="34" charset="0"/>
                <a:ea typeface="+mn-ea"/>
                <a:cs typeface="+mn-cs"/>
              </a:rPr>
              <a:t>”</a:t>
            </a:r>
            <a:endParaRPr lang="en-US" dirty="0">
              <a:effectLst/>
              <a:latin typeface="fkGroteskNeue"/>
            </a:endParaRPr>
          </a:p>
        </p:txBody>
      </p:sp>
      <p:sp>
        <p:nvSpPr>
          <p:cNvPr id="4" name="Foliennummernplatzhalter 3">
            <a:extLst>
              <a:ext uri="{FF2B5EF4-FFF2-40B4-BE49-F238E27FC236}">
                <a16:creationId xmlns:a16="http://schemas.microsoft.com/office/drawing/2014/main" id="{013618DD-63AD-99E4-E13D-367F22639304}"/>
              </a:ext>
            </a:extLst>
          </p:cNvPr>
          <p:cNvSpPr>
            <a:spLocks noGrp="1"/>
          </p:cNvSpPr>
          <p:nvPr>
            <p:ph type="sldNum" sz="quarter" idx="5"/>
            <p:custDataLst>
              <p:tags r:id="rId3"/>
            </p:custDataLst>
          </p:nvPr>
        </p:nvSpPr>
        <p:spPr/>
        <p:txBody>
          <a:bodyPr/>
          <a:lstStyle/>
          <a:p>
            <a:fld id="{DD8BEB3B-C5EA-45F3-97F0-E17E2A187F46}" type="slidenum">
              <a:rPr lang="de-AT" smtClean="0"/>
              <a:t>6</a:t>
            </a:fld>
            <a:endParaRPr lang="de-AT" dirty="0"/>
          </a:p>
        </p:txBody>
      </p:sp>
    </p:spTree>
    <p:extLst>
      <p:ext uri="{BB962C8B-B14F-4D97-AF65-F5344CB8AC3E}">
        <p14:creationId xmlns:p14="http://schemas.microsoft.com/office/powerpoint/2010/main" val="2361175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CF96B-6D90-FFA9-AE46-869BF70DC03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2A1941A-4486-1680-3BBF-A29D64E9B0DE}"/>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40B491A9-126C-F341-11F4-AFCC71F03DE2}"/>
              </a:ext>
            </a:extLst>
          </p:cNvPr>
          <p:cNvSpPr>
            <a:spLocks noGrp="1"/>
          </p:cNvSpPr>
          <p:nvPr>
            <p:ph type="body" idx="1"/>
            <p:custDataLst>
              <p:tags r:id="rId2"/>
            </p:custDataLst>
          </p:nvPr>
        </p:nvSpPr>
        <p:spPr/>
        <p:txBody>
          <a:bodyPr/>
          <a:lstStyle/>
          <a:p>
            <a:endParaRPr lang="en-US" dirty="0">
              <a:effectLst/>
              <a:latin typeface="fkGroteskNeue"/>
            </a:endParaRPr>
          </a:p>
        </p:txBody>
      </p:sp>
      <p:sp>
        <p:nvSpPr>
          <p:cNvPr id="4" name="Foliennummernplatzhalter 3">
            <a:extLst>
              <a:ext uri="{FF2B5EF4-FFF2-40B4-BE49-F238E27FC236}">
                <a16:creationId xmlns:a16="http://schemas.microsoft.com/office/drawing/2014/main" id="{622D0329-0ED6-778B-A085-EB08E15D857B}"/>
              </a:ext>
            </a:extLst>
          </p:cNvPr>
          <p:cNvSpPr>
            <a:spLocks noGrp="1"/>
          </p:cNvSpPr>
          <p:nvPr>
            <p:ph type="sldNum" sz="quarter" idx="5"/>
            <p:custDataLst>
              <p:tags r:id="rId3"/>
            </p:custDataLst>
          </p:nvPr>
        </p:nvSpPr>
        <p:spPr/>
        <p:txBody>
          <a:bodyPr/>
          <a:lstStyle/>
          <a:p>
            <a:fld id="{DD8BEB3B-C5EA-45F3-97F0-E17E2A187F46}" type="slidenum">
              <a:rPr lang="de-AT" smtClean="0"/>
              <a:t>7</a:t>
            </a:fld>
            <a:endParaRPr lang="de-AT" dirty="0"/>
          </a:p>
        </p:txBody>
      </p:sp>
    </p:spTree>
    <p:extLst>
      <p:ext uri="{BB962C8B-B14F-4D97-AF65-F5344CB8AC3E}">
        <p14:creationId xmlns:p14="http://schemas.microsoft.com/office/powerpoint/2010/main" val="2845643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9FC2F-7BEF-2026-9D9E-54C0947ED9E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00CFF8C-C573-66D8-1093-7650ACA90214}"/>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B9A06D24-2D96-1660-3B39-BAAB7EECB262}"/>
              </a:ext>
            </a:extLst>
          </p:cNvPr>
          <p:cNvSpPr>
            <a:spLocks noGrp="1"/>
          </p:cNvSpPr>
          <p:nvPr>
            <p:ph type="body" idx="1"/>
            <p:custDataLst>
              <p:tags r:id="rId2"/>
            </p:custDataLst>
          </p:nvPr>
        </p:nvSpPr>
        <p:spPr/>
        <p:txBody>
          <a:bodyPr/>
          <a:lstStyle/>
          <a:p>
            <a:r>
              <a:rPr lang="en-US" sz="1200" b="0" i="0" kern="1200" dirty="0">
                <a:solidFill>
                  <a:schemeClr val="tx1"/>
                </a:solidFill>
                <a:effectLst/>
                <a:latin typeface="Arial" panose="020B0604020202020204" pitchFamily="34" charset="0"/>
                <a:ea typeface="+mn-ea"/>
                <a:cs typeface="+mn-cs"/>
              </a:rPr>
              <a:t>Translate metrics into practical deployment guidance (CPU vs. GPU).</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Call out the magnitude difference in latency as the key decision point.</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Tie back to stakeholders: “default to n-gram unless domain shift demands XLM-R.”</a:t>
            </a:r>
          </a:p>
          <a:p>
            <a:endParaRPr lang="en-US" dirty="0">
              <a:effectLst/>
              <a:latin typeface="fkGroteskNeue"/>
            </a:endParaRPr>
          </a:p>
        </p:txBody>
      </p:sp>
      <p:sp>
        <p:nvSpPr>
          <p:cNvPr id="4" name="Foliennummernplatzhalter 3">
            <a:extLst>
              <a:ext uri="{FF2B5EF4-FFF2-40B4-BE49-F238E27FC236}">
                <a16:creationId xmlns:a16="http://schemas.microsoft.com/office/drawing/2014/main" id="{1E518F44-F2B7-E025-205E-B5D6FED4224A}"/>
              </a:ext>
            </a:extLst>
          </p:cNvPr>
          <p:cNvSpPr>
            <a:spLocks noGrp="1"/>
          </p:cNvSpPr>
          <p:nvPr>
            <p:ph type="sldNum" sz="quarter" idx="5"/>
            <p:custDataLst>
              <p:tags r:id="rId3"/>
            </p:custDataLst>
          </p:nvPr>
        </p:nvSpPr>
        <p:spPr/>
        <p:txBody>
          <a:bodyPr/>
          <a:lstStyle/>
          <a:p>
            <a:fld id="{DD8BEB3B-C5EA-45F3-97F0-E17E2A187F46}" type="slidenum">
              <a:rPr lang="de-AT" smtClean="0"/>
              <a:t>8</a:t>
            </a:fld>
            <a:endParaRPr lang="de-AT" dirty="0"/>
          </a:p>
        </p:txBody>
      </p:sp>
    </p:spTree>
    <p:extLst>
      <p:ext uri="{BB962C8B-B14F-4D97-AF65-F5344CB8AC3E}">
        <p14:creationId xmlns:p14="http://schemas.microsoft.com/office/powerpoint/2010/main" val="2021585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C4902-A261-FEB6-4927-C656D11C291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C05E6D0-9745-322D-18A7-1F88F2CD22C5}"/>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8905C377-1913-3E86-332A-8D8EA3E5C26C}"/>
              </a:ext>
            </a:extLst>
          </p:cNvPr>
          <p:cNvSpPr>
            <a:spLocks noGrp="1"/>
          </p:cNvSpPr>
          <p:nvPr>
            <p:ph type="body" idx="1"/>
            <p:custDataLst>
              <p:tags r:id="rId2"/>
            </p:custDataLst>
          </p:nvPr>
        </p:nvSpPr>
        <p:spPr/>
        <p:txBody>
          <a:bodyPr/>
          <a:lstStyle/>
          <a:p>
            <a:r>
              <a:rPr lang="en-US" sz="1200" b="0" i="0" kern="1200" dirty="0">
                <a:solidFill>
                  <a:schemeClr val="tx1"/>
                </a:solidFill>
                <a:effectLst/>
                <a:latin typeface="Arial" panose="020B0604020202020204" pitchFamily="34" charset="0"/>
                <a:ea typeface="+mn-ea"/>
                <a:cs typeface="+mn-cs"/>
              </a:rPr>
              <a:t>Use this slide to humanize model behavior with concrete error patterns.</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Emphasize that most errors are explainable and cluster by script/orthography.</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Bridge to the next visuals as evidence for these patterns.</a:t>
            </a:r>
          </a:p>
          <a:p>
            <a:endParaRPr lang="en-US" dirty="0">
              <a:effectLst/>
              <a:latin typeface="fkGroteskNeue"/>
            </a:endParaRPr>
          </a:p>
        </p:txBody>
      </p:sp>
      <p:sp>
        <p:nvSpPr>
          <p:cNvPr id="4" name="Foliennummernplatzhalter 3">
            <a:extLst>
              <a:ext uri="{FF2B5EF4-FFF2-40B4-BE49-F238E27FC236}">
                <a16:creationId xmlns:a16="http://schemas.microsoft.com/office/drawing/2014/main" id="{AA8F7EE5-742B-A00C-E8B3-D29B9CAC5ACC}"/>
              </a:ext>
            </a:extLst>
          </p:cNvPr>
          <p:cNvSpPr>
            <a:spLocks noGrp="1"/>
          </p:cNvSpPr>
          <p:nvPr>
            <p:ph type="sldNum" sz="quarter" idx="5"/>
            <p:custDataLst>
              <p:tags r:id="rId3"/>
            </p:custDataLst>
          </p:nvPr>
        </p:nvSpPr>
        <p:spPr/>
        <p:txBody>
          <a:bodyPr/>
          <a:lstStyle/>
          <a:p>
            <a:fld id="{DD8BEB3B-C5EA-45F3-97F0-E17E2A187F46}" type="slidenum">
              <a:rPr lang="de-AT" smtClean="0"/>
              <a:t>9</a:t>
            </a:fld>
            <a:endParaRPr lang="de-AT" dirty="0"/>
          </a:p>
        </p:txBody>
      </p:sp>
    </p:spTree>
    <p:extLst>
      <p:ext uri="{BB962C8B-B14F-4D97-AF65-F5344CB8AC3E}">
        <p14:creationId xmlns:p14="http://schemas.microsoft.com/office/powerpoint/2010/main" val="4223264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C8D7D-7E3E-A438-03B9-01D8752560F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183B0F0-7072-5407-E535-DD06CB0BC7B7}"/>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9E52AB43-3256-2136-60E9-284E709BAD88}"/>
              </a:ext>
            </a:extLst>
          </p:cNvPr>
          <p:cNvSpPr>
            <a:spLocks noGrp="1"/>
          </p:cNvSpPr>
          <p:nvPr>
            <p:ph type="body" idx="1"/>
            <p:custDataLst>
              <p:tags r:id="rId2"/>
            </p:custDataLst>
          </p:nvPr>
        </p:nvSpPr>
        <p:spPr/>
        <p:txBody>
          <a:bodyPr/>
          <a:lstStyle/>
          <a:p>
            <a:r>
              <a:rPr lang="en-US" sz="1200" b="0" i="0" kern="1200" dirty="0">
                <a:solidFill>
                  <a:schemeClr val="tx1"/>
                </a:solidFill>
                <a:effectLst/>
                <a:latin typeface="Arial" panose="020B0604020202020204" pitchFamily="34" charset="0"/>
                <a:ea typeface="+mn-ea"/>
                <a:cs typeface="+mn-cs"/>
              </a:rPr>
              <a:t>Walk the audience left-to-right: rules → n-gram → XLM-R.</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Point out the clean Cyrillic separation as a success story.</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Note the persistent English/Swedish confusion as the main remaining ambiguity.</a:t>
            </a:r>
          </a:p>
          <a:p>
            <a:endParaRPr lang="en-US" dirty="0">
              <a:effectLst/>
              <a:latin typeface="fkGroteskNeue"/>
            </a:endParaRPr>
          </a:p>
        </p:txBody>
      </p:sp>
      <p:sp>
        <p:nvSpPr>
          <p:cNvPr id="4" name="Foliennummernplatzhalter 3">
            <a:extLst>
              <a:ext uri="{FF2B5EF4-FFF2-40B4-BE49-F238E27FC236}">
                <a16:creationId xmlns:a16="http://schemas.microsoft.com/office/drawing/2014/main" id="{EAE9919F-E292-5C6A-B221-20362DB5C3D3}"/>
              </a:ext>
            </a:extLst>
          </p:cNvPr>
          <p:cNvSpPr>
            <a:spLocks noGrp="1"/>
          </p:cNvSpPr>
          <p:nvPr>
            <p:ph type="sldNum" sz="quarter" idx="5"/>
            <p:custDataLst>
              <p:tags r:id="rId3"/>
            </p:custDataLst>
          </p:nvPr>
        </p:nvSpPr>
        <p:spPr/>
        <p:txBody>
          <a:bodyPr/>
          <a:lstStyle/>
          <a:p>
            <a:fld id="{DD8BEB3B-C5EA-45F3-97F0-E17E2A187F46}" type="slidenum">
              <a:rPr lang="de-AT" smtClean="0"/>
              <a:t>10</a:t>
            </a:fld>
            <a:endParaRPr lang="de-AT" dirty="0"/>
          </a:p>
        </p:txBody>
      </p:sp>
    </p:spTree>
    <p:extLst>
      <p:ext uri="{BB962C8B-B14F-4D97-AF65-F5344CB8AC3E}">
        <p14:creationId xmlns:p14="http://schemas.microsoft.com/office/powerpoint/2010/main" val="755316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8D810-9391-233A-D0A5-21FF62BA2C5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269312D-DA02-1A3F-FFCC-D30DA4F46EE3}"/>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54ACE01A-15BF-32EA-079E-0D922BB42188}"/>
              </a:ext>
            </a:extLst>
          </p:cNvPr>
          <p:cNvSpPr>
            <a:spLocks noGrp="1"/>
          </p:cNvSpPr>
          <p:nvPr>
            <p:ph type="body" idx="1"/>
            <p:custDataLst>
              <p:tags r:id="rId2"/>
            </p:custDataLst>
          </p:nvPr>
        </p:nvSpPr>
        <p:spPr/>
        <p:txBody>
          <a:bodyPr/>
          <a:lstStyle/>
          <a:p>
            <a:endParaRPr lang="en-US" dirty="0">
              <a:effectLst/>
              <a:latin typeface="fkGroteskNeue"/>
            </a:endParaRPr>
          </a:p>
        </p:txBody>
      </p:sp>
      <p:sp>
        <p:nvSpPr>
          <p:cNvPr id="4" name="Foliennummernplatzhalter 3">
            <a:extLst>
              <a:ext uri="{FF2B5EF4-FFF2-40B4-BE49-F238E27FC236}">
                <a16:creationId xmlns:a16="http://schemas.microsoft.com/office/drawing/2014/main" id="{5A62B050-09F6-7FC0-1026-B6D998EF00DD}"/>
              </a:ext>
            </a:extLst>
          </p:cNvPr>
          <p:cNvSpPr>
            <a:spLocks noGrp="1"/>
          </p:cNvSpPr>
          <p:nvPr>
            <p:ph type="sldNum" sz="quarter" idx="5"/>
            <p:custDataLst>
              <p:tags r:id="rId3"/>
            </p:custDataLst>
          </p:nvPr>
        </p:nvSpPr>
        <p:spPr/>
        <p:txBody>
          <a:bodyPr/>
          <a:lstStyle/>
          <a:p>
            <a:fld id="{DD8BEB3B-C5EA-45F3-97F0-E17E2A187F46}" type="slidenum">
              <a:rPr lang="de-AT" smtClean="0"/>
              <a:t>11</a:t>
            </a:fld>
            <a:endParaRPr lang="de-AT" dirty="0"/>
          </a:p>
        </p:txBody>
      </p:sp>
    </p:spTree>
    <p:extLst>
      <p:ext uri="{BB962C8B-B14F-4D97-AF65-F5344CB8AC3E}">
        <p14:creationId xmlns:p14="http://schemas.microsoft.com/office/powerpoint/2010/main" val="2385643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C3E27-C3E7-DABD-7429-D8FD8C9023E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48402B8-4698-5A9F-4552-AFDCC89ADB74}"/>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E0633FC9-4870-0709-326D-6E9393F06EB2}"/>
              </a:ext>
            </a:extLst>
          </p:cNvPr>
          <p:cNvSpPr>
            <a:spLocks noGrp="1"/>
          </p:cNvSpPr>
          <p:nvPr>
            <p:ph type="body" idx="1"/>
            <p:custDataLst>
              <p:tags r:id="rId2"/>
            </p:custDataLst>
          </p:nvPr>
        </p:nvSpPr>
        <p:spPr/>
        <p:txBody>
          <a:bodyPr/>
          <a:lstStyle/>
          <a:p>
            <a:endParaRPr lang="en-US" dirty="0">
              <a:effectLst/>
              <a:latin typeface="fkGroteskNeue"/>
            </a:endParaRPr>
          </a:p>
        </p:txBody>
      </p:sp>
      <p:sp>
        <p:nvSpPr>
          <p:cNvPr id="4" name="Foliennummernplatzhalter 3">
            <a:extLst>
              <a:ext uri="{FF2B5EF4-FFF2-40B4-BE49-F238E27FC236}">
                <a16:creationId xmlns:a16="http://schemas.microsoft.com/office/drawing/2014/main" id="{2CA15449-1D85-9C42-DD60-91E50DBB180A}"/>
              </a:ext>
            </a:extLst>
          </p:cNvPr>
          <p:cNvSpPr>
            <a:spLocks noGrp="1"/>
          </p:cNvSpPr>
          <p:nvPr>
            <p:ph type="sldNum" sz="quarter" idx="5"/>
            <p:custDataLst>
              <p:tags r:id="rId3"/>
            </p:custDataLst>
          </p:nvPr>
        </p:nvSpPr>
        <p:spPr/>
        <p:txBody>
          <a:bodyPr/>
          <a:lstStyle/>
          <a:p>
            <a:fld id="{DD8BEB3B-C5EA-45F3-97F0-E17E2A187F46}" type="slidenum">
              <a:rPr lang="de-AT" smtClean="0"/>
              <a:t>12</a:t>
            </a:fld>
            <a:endParaRPr lang="de-AT" dirty="0"/>
          </a:p>
        </p:txBody>
      </p:sp>
    </p:spTree>
    <p:extLst>
      <p:ext uri="{BB962C8B-B14F-4D97-AF65-F5344CB8AC3E}">
        <p14:creationId xmlns:p14="http://schemas.microsoft.com/office/powerpoint/2010/main" val="2742636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021B8-F09D-2E1D-225C-9673DEDC2BE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E376506-389B-C644-C19F-63C0292F9C21}"/>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F1C16227-B613-F395-9AC4-5660B4D0CFAB}"/>
              </a:ext>
            </a:extLst>
          </p:cNvPr>
          <p:cNvSpPr>
            <a:spLocks noGrp="1"/>
          </p:cNvSpPr>
          <p:nvPr>
            <p:ph type="body" idx="1"/>
            <p:custDataLst>
              <p:tags r:id="rId2"/>
            </p:custDataLst>
          </p:nvPr>
        </p:nvSpPr>
        <p:spPr/>
        <p:txBody>
          <a:bodyPr/>
          <a:lstStyle/>
          <a:p>
            <a:r>
              <a:rPr lang="en-US" sz="1200" b="0" i="0" kern="1200" dirty="0">
                <a:solidFill>
                  <a:schemeClr val="tx1"/>
                </a:solidFill>
                <a:effectLst/>
                <a:latin typeface="Arial" panose="020B0604020202020204" pitchFamily="34" charset="0"/>
                <a:ea typeface="+mn-ea"/>
                <a:cs typeface="+mn-cs"/>
              </a:rPr>
              <a:t>Explain what OOV means and why it matters for word-only embeddings.</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Highlight the stark difference between Latvian/Yoruba and why that drives failures.</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Mention that current tooling surfaces the issue but doesn’t auto-mitigate yet.</a:t>
            </a:r>
          </a:p>
          <a:p>
            <a:endParaRPr lang="en-US" dirty="0">
              <a:effectLst/>
              <a:latin typeface="fkGroteskNeue"/>
            </a:endParaRPr>
          </a:p>
        </p:txBody>
      </p:sp>
      <p:sp>
        <p:nvSpPr>
          <p:cNvPr id="4" name="Foliennummernplatzhalter 3">
            <a:extLst>
              <a:ext uri="{FF2B5EF4-FFF2-40B4-BE49-F238E27FC236}">
                <a16:creationId xmlns:a16="http://schemas.microsoft.com/office/drawing/2014/main" id="{7680363D-619B-343A-3C0E-150DD9FD8BF8}"/>
              </a:ext>
            </a:extLst>
          </p:cNvPr>
          <p:cNvSpPr>
            <a:spLocks noGrp="1"/>
          </p:cNvSpPr>
          <p:nvPr>
            <p:ph type="sldNum" sz="quarter" idx="5"/>
            <p:custDataLst>
              <p:tags r:id="rId3"/>
            </p:custDataLst>
          </p:nvPr>
        </p:nvSpPr>
        <p:spPr/>
        <p:txBody>
          <a:bodyPr/>
          <a:lstStyle/>
          <a:p>
            <a:fld id="{DD8BEB3B-C5EA-45F3-97F0-E17E2A187F46}" type="slidenum">
              <a:rPr lang="de-AT" smtClean="0"/>
              <a:t>13</a:t>
            </a:fld>
            <a:endParaRPr lang="de-AT" dirty="0"/>
          </a:p>
        </p:txBody>
      </p:sp>
    </p:spTree>
    <p:extLst>
      <p:ext uri="{BB962C8B-B14F-4D97-AF65-F5344CB8AC3E}">
        <p14:creationId xmlns:p14="http://schemas.microsoft.com/office/powerpoint/2010/main" val="13915908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4D42B-E285-A5ED-3732-56CA2967169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661F01C-158B-A0E9-4DE4-EB7D4EDE82B8}"/>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6B66F89D-A081-124C-9A96-09300D07986F}"/>
              </a:ext>
            </a:extLst>
          </p:cNvPr>
          <p:cNvSpPr>
            <a:spLocks noGrp="1"/>
          </p:cNvSpPr>
          <p:nvPr>
            <p:ph type="body" idx="1"/>
            <p:custDataLst>
              <p:tags r:id="rId2"/>
            </p:custDataLst>
          </p:nvPr>
        </p:nvSpPr>
        <p:spPr/>
        <p:txBody>
          <a:bodyPr/>
          <a:lstStyle/>
          <a:p>
            <a:r>
              <a:rPr lang="en-US" sz="1200" b="0" i="0" kern="1200" dirty="0">
                <a:solidFill>
                  <a:schemeClr val="tx1"/>
                </a:solidFill>
                <a:effectLst/>
                <a:latin typeface="Arial" panose="020B0604020202020204" pitchFamily="34" charset="0"/>
                <a:ea typeface="+mn-ea"/>
                <a:cs typeface="+mn-cs"/>
              </a:rPr>
              <a:t>Position this as a concrete engineering backlog, not just research ideas.</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Stress that character n-grams are already proven in-domain, so they’re the low-risk add-on.</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Close with the message: “coverage mitigations are actionable and measurable.”</a:t>
            </a:r>
          </a:p>
          <a:p>
            <a:endParaRPr lang="en-US" dirty="0">
              <a:effectLst/>
              <a:latin typeface="fkGroteskNeue"/>
            </a:endParaRPr>
          </a:p>
        </p:txBody>
      </p:sp>
      <p:sp>
        <p:nvSpPr>
          <p:cNvPr id="4" name="Foliennummernplatzhalter 3">
            <a:extLst>
              <a:ext uri="{FF2B5EF4-FFF2-40B4-BE49-F238E27FC236}">
                <a16:creationId xmlns:a16="http://schemas.microsoft.com/office/drawing/2014/main" id="{678CBFC4-DC27-8723-C6D2-11B866E24EF3}"/>
              </a:ext>
            </a:extLst>
          </p:cNvPr>
          <p:cNvSpPr>
            <a:spLocks noGrp="1"/>
          </p:cNvSpPr>
          <p:nvPr>
            <p:ph type="sldNum" sz="quarter" idx="5"/>
            <p:custDataLst>
              <p:tags r:id="rId3"/>
            </p:custDataLst>
          </p:nvPr>
        </p:nvSpPr>
        <p:spPr/>
        <p:txBody>
          <a:bodyPr/>
          <a:lstStyle/>
          <a:p>
            <a:fld id="{DD8BEB3B-C5EA-45F3-97F0-E17E2A187F46}" type="slidenum">
              <a:rPr lang="de-AT" smtClean="0"/>
              <a:t>14</a:t>
            </a:fld>
            <a:endParaRPr lang="de-AT" dirty="0"/>
          </a:p>
        </p:txBody>
      </p:sp>
    </p:spTree>
    <p:extLst>
      <p:ext uri="{BB962C8B-B14F-4D97-AF65-F5344CB8AC3E}">
        <p14:creationId xmlns:p14="http://schemas.microsoft.com/office/powerpoint/2010/main" val="3641378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FB27C-EA1F-D1D5-1540-297EFA7A2FC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98A6D66-A0FB-D459-7B32-6A5866448555}"/>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F83BEBE4-ECAE-C62E-4D08-95AC375B62E8}"/>
              </a:ext>
            </a:extLst>
          </p:cNvPr>
          <p:cNvSpPr>
            <a:spLocks noGrp="1"/>
          </p:cNvSpPr>
          <p:nvPr>
            <p:ph type="body" idx="1"/>
            <p:custDataLst>
              <p:tags r:id="rId2"/>
            </p:custDataLst>
          </p:nvPr>
        </p:nvSpPr>
        <p:spPr/>
        <p:txBody>
          <a:bodyPr/>
          <a:lstStyle/>
          <a:p>
            <a:endParaRPr lang="en-US" dirty="0">
              <a:effectLst/>
              <a:latin typeface="fkGroteskNeue"/>
            </a:endParaRPr>
          </a:p>
        </p:txBody>
      </p:sp>
      <p:sp>
        <p:nvSpPr>
          <p:cNvPr id="4" name="Foliennummernplatzhalter 3">
            <a:extLst>
              <a:ext uri="{FF2B5EF4-FFF2-40B4-BE49-F238E27FC236}">
                <a16:creationId xmlns:a16="http://schemas.microsoft.com/office/drawing/2014/main" id="{AADB4D02-C7CA-92F4-26CF-A9DC7D1DE65E}"/>
              </a:ext>
            </a:extLst>
          </p:cNvPr>
          <p:cNvSpPr>
            <a:spLocks noGrp="1"/>
          </p:cNvSpPr>
          <p:nvPr>
            <p:ph type="sldNum" sz="quarter" idx="5"/>
            <p:custDataLst>
              <p:tags r:id="rId3"/>
            </p:custDataLst>
          </p:nvPr>
        </p:nvSpPr>
        <p:spPr/>
        <p:txBody>
          <a:bodyPr/>
          <a:lstStyle/>
          <a:p>
            <a:fld id="{DD8BEB3B-C5EA-45F3-97F0-E17E2A187F46}" type="slidenum">
              <a:rPr lang="de-AT" smtClean="0"/>
              <a:t>15</a:t>
            </a:fld>
            <a:endParaRPr lang="de-AT" dirty="0"/>
          </a:p>
        </p:txBody>
      </p:sp>
    </p:spTree>
    <p:extLst>
      <p:ext uri="{BB962C8B-B14F-4D97-AF65-F5344CB8AC3E}">
        <p14:creationId xmlns:p14="http://schemas.microsoft.com/office/powerpoint/2010/main" val="19075374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5F5B3-D676-04C0-E40E-FCD32599FED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2379798-4CE4-A463-B88D-742296BCACC5}"/>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EF295AAC-AFEB-597F-E326-549E859DA652}"/>
              </a:ext>
            </a:extLst>
          </p:cNvPr>
          <p:cNvSpPr>
            <a:spLocks noGrp="1"/>
          </p:cNvSpPr>
          <p:nvPr>
            <p:ph type="body" idx="1"/>
            <p:custDataLst>
              <p:tags r:id="rId2"/>
            </p:custDataLst>
          </p:nvPr>
        </p:nvSpPr>
        <p:spPr/>
        <p:txBody>
          <a:bodyPr/>
          <a:lstStyle/>
          <a:p>
            <a:r>
              <a:rPr lang="en-US" sz="1200" b="0" i="0" kern="1200" dirty="0">
                <a:solidFill>
                  <a:schemeClr val="tx1"/>
                </a:solidFill>
                <a:effectLst/>
                <a:latin typeface="Arial" panose="020B0604020202020204" pitchFamily="34" charset="0"/>
                <a:ea typeface="+mn-ea"/>
                <a:cs typeface="+mn-cs"/>
              </a:rPr>
              <a:t>Deliver these as decision-ready recommendations for product owners.</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Emphasize the default path (n-gram) and the escalation path (XLM-R).</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Remind stakeholders to budget time for OOD audits.</a:t>
            </a:r>
          </a:p>
          <a:p>
            <a:endParaRPr lang="en-US" dirty="0">
              <a:effectLst/>
              <a:latin typeface="fkGroteskNeue"/>
            </a:endParaRPr>
          </a:p>
          <a:p>
            <a:r>
              <a:rPr lang="en-US" sz="1200" b="0" i="0" kern="1200" dirty="0">
                <a:solidFill>
                  <a:schemeClr val="tx1"/>
                </a:solidFill>
                <a:effectLst/>
                <a:latin typeface="Arial" panose="020B0604020202020204" pitchFamily="34" charset="0"/>
                <a:ea typeface="+mn-ea"/>
                <a:cs typeface="+mn-cs"/>
              </a:rPr>
              <a:t>Close with immediate actions to finalize the deck structure.</a:t>
            </a:r>
          </a:p>
          <a:p>
            <a:endParaRPr lang="en-US" sz="1200" b="0" i="0" kern="1200" dirty="0">
              <a:solidFill>
                <a:schemeClr val="tx1"/>
              </a:solidFill>
              <a:effectLst/>
              <a:latin typeface="Arial" panose="020B0604020202020204" pitchFamily="34" charset="0"/>
              <a:ea typeface="+mn-ea"/>
              <a:cs typeface="+mn-cs"/>
            </a:endParaRPr>
          </a:p>
          <a:p>
            <a:r>
              <a:rPr lang="en-US" sz="1200" b="0" i="0" kern="1200" dirty="0">
                <a:solidFill>
                  <a:schemeClr val="tx1"/>
                </a:solidFill>
                <a:effectLst/>
                <a:latin typeface="Arial" panose="020B0604020202020204" pitchFamily="34" charset="0"/>
                <a:ea typeface="+mn-ea"/>
                <a:cs typeface="+mn-cs"/>
              </a:rPr>
              <a:t>Reiterate the narrative flow: results → deployment trade-offs → recommendations.</a:t>
            </a:r>
          </a:p>
          <a:p>
            <a:endParaRPr lang="en-US" dirty="0">
              <a:effectLst/>
              <a:latin typeface="fkGroteskNeue"/>
            </a:endParaRPr>
          </a:p>
        </p:txBody>
      </p:sp>
      <p:sp>
        <p:nvSpPr>
          <p:cNvPr id="4" name="Foliennummernplatzhalter 3">
            <a:extLst>
              <a:ext uri="{FF2B5EF4-FFF2-40B4-BE49-F238E27FC236}">
                <a16:creationId xmlns:a16="http://schemas.microsoft.com/office/drawing/2014/main" id="{8B0A00E2-A7DA-7A71-99A6-8AF5CA1162FC}"/>
              </a:ext>
            </a:extLst>
          </p:cNvPr>
          <p:cNvSpPr>
            <a:spLocks noGrp="1"/>
          </p:cNvSpPr>
          <p:nvPr>
            <p:ph type="sldNum" sz="quarter" idx="5"/>
            <p:custDataLst>
              <p:tags r:id="rId3"/>
            </p:custDataLst>
          </p:nvPr>
        </p:nvSpPr>
        <p:spPr/>
        <p:txBody>
          <a:bodyPr/>
          <a:lstStyle/>
          <a:p>
            <a:fld id="{DD8BEB3B-C5EA-45F3-97F0-E17E2A187F46}" type="slidenum">
              <a:rPr lang="de-AT" smtClean="0"/>
              <a:t>16</a:t>
            </a:fld>
            <a:endParaRPr lang="de-AT" dirty="0"/>
          </a:p>
        </p:txBody>
      </p:sp>
    </p:spTree>
    <p:extLst>
      <p:ext uri="{BB962C8B-B14F-4D97-AF65-F5344CB8AC3E}">
        <p14:creationId xmlns:p14="http://schemas.microsoft.com/office/powerpoint/2010/main" val="14340684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2.sv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tags" Target="../tags/tag13.xml"/><Relationship Id="rId7"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image" Target="../media/image5.svg"/><Relationship Id="rId4" Type="http://schemas.openxmlformats.org/officeDocument/2006/relationships/tags" Target="../tags/tag14.xml"/><Relationship Id="rId9"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2.sv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image" Target="../media/image2.sv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7.xml"/><Relationship Id="rId7"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9"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36.xml"/><Relationship Id="rId7" Type="http://schemas.openxmlformats.org/officeDocument/2006/relationships/slideMaster" Target="../slideMasters/slideMaster1.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9"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2.xml"/><Relationship Id="rId7" Type="http://schemas.openxmlformats.org/officeDocument/2006/relationships/tags" Target="../tags/tag46.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10" Type="http://schemas.openxmlformats.org/officeDocument/2006/relationships/image" Target="../media/image2.svg"/><Relationship Id="rId4" Type="http://schemas.openxmlformats.org/officeDocument/2006/relationships/tags" Target="../tags/tag43.xml"/><Relationship Id="rId9"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54.xml"/><Relationship Id="rId3" Type="http://schemas.openxmlformats.org/officeDocument/2006/relationships/tags" Target="../tags/tag49.xml"/><Relationship Id="rId7" Type="http://schemas.openxmlformats.org/officeDocument/2006/relationships/tags" Target="../tags/tag53.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image" Target="../media/image2.svg"/><Relationship Id="rId5" Type="http://schemas.openxmlformats.org/officeDocument/2006/relationships/tags" Target="../tags/tag51.xml"/><Relationship Id="rId10" Type="http://schemas.openxmlformats.org/officeDocument/2006/relationships/image" Target="../media/image1.png"/><Relationship Id="rId4" Type="http://schemas.openxmlformats.org/officeDocument/2006/relationships/tags" Target="../tags/tag50.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media/image2.svg"/><Relationship Id="rId5" Type="http://schemas.openxmlformats.org/officeDocument/2006/relationships/tags" Target="../tags/tag59.xml"/><Relationship Id="rId10" Type="http://schemas.openxmlformats.org/officeDocument/2006/relationships/image" Target="../media/image1.png"/><Relationship Id="rId4" Type="http://schemas.openxmlformats.org/officeDocument/2006/relationships/tags" Target="../tags/tag58.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65.xml"/><Relationship Id="rId7" Type="http://schemas.openxmlformats.org/officeDocument/2006/relationships/image" Target="../media/image1.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Master" Target="../slideMasters/slideMaster1.xml"/><Relationship Id="rId5" Type="http://schemas.openxmlformats.org/officeDocument/2006/relationships/tags" Target="../tags/tag67.xml"/><Relationship Id="rId4" Type="http://schemas.openxmlformats.org/officeDocument/2006/relationships/tags" Target="../tags/tag66.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70.xml"/><Relationship Id="rId7" Type="http://schemas.openxmlformats.org/officeDocument/2006/relationships/image" Target="../media/image1.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slideMaster" Target="../slideMasters/slideMaster1.xml"/><Relationship Id="rId5" Type="http://schemas.openxmlformats.org/officeDocument/2006/relationships/tags" Target="../tags/tag72.xml"/><Relationship Id="rId4" Type="http://schemas.openxmlformats.org/officeDocument/2006/relationships/tags" Target="../tags/tag7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75.xml"/><Relationship Id="rId7" Type="http://schemas.openxmlformats.org/officeDocument/2006/relationships/image" Target="../media/image2.sv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76.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79.xml"/><Relationship Id="rId7" Type="http://schemas.openxmlformats.org/officeDocument/2006/relationships/image" Target="../media/image1.png"/><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slideMaster" Target="../slideMasters/slideMaster1.xml"/><Relationship Id="rId5" Type="http://schemas.openxmlformats.org/officeDocument/2006/relationships/tags" Target="../tags/tag81.xml"/><Relationship Id="rId4" Type="http://schemas.openxmlformats.org/officeDocument/2006/relationships/tags" Target="../tags/tag80.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5.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5" Type="http://schemas.openxmlformats.org/officeDocument/2006/relationships/slideMaster" Target="../slideMasters/slideMaster1.xml"/><Relationship Id="rId4" Type="http://schemas.openxmlformats.org/officeDocument/2006/relationships/tags" Target="../tags/tag8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5" Type="http://schemas.openxmlformats.org/officeDocument/2006/relationships/slideMaster" Target="../slideMasters/slideMaster1.xml"/><Relationship Id="rId4" Type="http://schemas.openxmlformats.org/officeDocument/2006/relationships/tags" Target="../tags/tag93.xm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tags" Target="../tags/tag96.xml"/><Relationship Id="rId7" Type="http://schemas.openxmlformats.org/officeDocument/2006/relationships/slideMaster" Target="../slideMasters/slideMaster1.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05.xml"/><Relationship Id="rId7" Type="http://schemas.openxmlformats.org/officeDocument/2006/relationships/image" Target="../media/image7.sv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image" Target="../media/image6.png"/><Relationship Id="rId5" Type="http://schemas.openxmlformats.org/officeDocument/2006/relationships/slideMaster" Target="../slideMasters/slideMaster1.xml"/><Relationship Id="rId4" Type="http://schemas.openxmlformats.org/officeDocument/2006/relationships/tags" Target="../tags/tag106.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09.xml"/><Relationship Id="rId7" Type="http://schemas.openxmlformats.org/officeDocument/2006/relationships/image" Target="../media/image7.sv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6.png"/><Relationship Id="rId5" Type="http://schemas.openxmlformats.org/officeDocument/2006/relationships/slideMaster" Target="../slideMasters/slideMaster1.xml"/><Relationship Id="rId4" Type="http://schemas.openxmlformats.org/officeDocument/2006/relationships/tags" Target="../tags/tag110.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13.xml"/><Relationship Id="rId7" Type="http://schemas.openxmlformats.org/officeDocument/2006/relationships/slideMaster" Target="../slideMasters/slideMaster1.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9"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19.xml"/><Relationship Id="rId7" Type="http://schemas.openxmlformats.org/officeDocument/2006/relationships/slideMaster" Target="../slideMasters/slideMaster1.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9" Type="http://schemas.openxmlformats.org/officeDocument/2006/relationships/image" Target="../media/image7.svg"/></Relationships>
</file>

<file path=ppt/slideLayouts/_rels/slideLayout2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25.xml"/><Relationship Id="rId7" Type="http://schemas.openxmlformats.org/officeDocument/2006/relationships/tags" Target="../tags/tag129.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5" Type="http://schemas.openxmlformats.org/officeDocument/2006/relationships/tags" Target="../tags/tag127.xml"/><Relationship Id="rId10" Type="http://schemas.openxmlformats.org/officeDocument/2006/relationships/image" Target="../media/image7.svg"/><Relationship Id="rId4" Type="http://schemas.openxmlformats.org/officeDocument/2006/relationships/tags" Target="../tags/tag126.xml"/><Relationship Id="rId9"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32.xml"/><Relationship Id="rId7" Type="http://schemas.openxmlformats.org/officeDocument/2006/relationships/tags" Target="../tags/tag136.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tags" Target="../tags/tag135.xml"/><Relationship Id="rId5" Type="http://schemas.openxmlformats.org/officeDocument/2006/relationships/tags" Target="../tags/tag134.xml"/><Relationship Id="rId10" Type="http://schemas.openxmlformats.org/officeDocument/2006/relationships/image" Target="../media/image7.svg"/><Relationship Id="rId4" Type="http://schemas.openxmlformats.org/officeDocument/2006/relationships/tags" Target="../tags/tag133.xml"/><Relationship Id="rId9"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44.xml"/><Relationship Id="rId3" Type="http://schemas.openxmlformats.org/officeDocument/2006/relationships/tags" Target="../tags/tag139.xml"/><Relationship Id="rId7" Type="http://schemas.openxmlformats.org/officeDocument/2006/relationships/tags" Target="../tags/tag143.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image" Target="../media/image7.svg"/><Relationship Id="rId5" Type="http://schemas.openxmlformats.org/officeDocument/2006/relationships/tags" Target="../tags/tag141.xml"/><Relationship Id="rId10" Type="http://schemas.openxmlformats.org/officeDocument/2006/relationships/image" Target="../media/image6.png"/><Relationship Id="rId4" Type="http://schemas.openxmlformats.org/officeDocument/2006/relationships/tags" Target="../tags/tag140.xml"/><Relationship Id="rId9"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147.xml"/><Relationship Id="rId7" Type="http://schemas.openxmlformats.org/officeDocument/2006/relationships/image" Target="../media/image6.png"/><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slideMaster" Target="../slideMasters/slideMaster1.xml"/><Relationship Id="rId5" Type="http://schemas.openxmlformats.org/officeDocument/2006/relationships/tags" Target="../tags/tag149.xml"/><Relationship Id="rId4" Type="http://schemas.openxmlformats.org/officeDocument/2006/relationships/tags" Target="../tags/tag148.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152.xml"/><Relationship Id="rId7" Type="http://schemas.openxmlformats.org/officeDocument/2006/relationships/image" Target="../media/image6.pn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slideMaster" Target="../slideMasters/slideMaster1.xml"/><Relationship Id="rId5" Type="http://schemas.openxmlformats.org/officeDocument/2006/relationships/tags" Target="../tags/tag154.xml"/><Relationship Id="rId4" Type="http://schemas.openxmlformats.org/officeDocument/2006/relationships/tags" Target="../tags/tag153.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157.xml"/><Relationship Id="rId7" Type="http://schemas.openxmlformats.org/officeDocument/2006/relationships/image" Target="../media/image7.svg"/><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image" Target="../media/image6.png"/><Relationship Id="rId5" Type="http://schemas.openxmlformats.org/officeDocument/2006/relationships/slideMaster" Target="../slideMasters/slideMaster1.xml"/><Relationship Id="rId4" Type="http://schemas.openxmlformats.org/officeDocument/2006/relationships/tags" Target="../tags/tag158.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161.xml"/><Relationship Id="rId7" Type="http://schemas.openxmlformats.org/officeDocument/2006/relationships/image" Target="../media/image6.png"/><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slideMaster" Target="../slideMasters/slideMaster1.xml"/><Relationship Id="rId5" Type="http://schemas.openxmlformats.org/officeDocument/2006/relationships/tags" Target="../tags/tag163.xml"/><Relationship Id="rId4" Type="http://schemas.openxmlformats.org/officeDocument/2006/relationships/tags" Target="../tags/tag162.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41" name="Grafik 40" descr="Logo der Technischen Universität Wien">
            <a:extLst>
              <a:ext uri="{FF2B5EF4-FFF2-40B4-BE49-F238E27FC236}">
                <a16:creationId xmlns:a16="http://schemas.microsoft.com/office/drawing/2014/main" id="{4F515961-5FE0-48A5-A350-239B3180909B}"/>
              </a:ext>
            </a:extLst>
          </p:cNvPr>
          <p:cNvPicPr/>
          <p:nvPr userDrawn="1">
            <p:custDataLst>
              <p:tags r:id="rId1"/>
            </p:custDataLst>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68287" y="466725"/>
            <a:ext cx="1939882" cy="734886"/>
          </a:xfrm>
          <a:prstGeom prst="rect">
            <a:avLst/>
          </a:prstGeom>
        </p:spPr>
      </p:pic>
      <p:sp>
        <p:nvSpPr>
          <p:cNvPr id="2" name="Titel 1">
            <a:extLst>
              <a:ext uri="{FF2B5EF4-FFF2-40B4-BE49-F238E27FC236}">
                <a16:creationId xmlns:a16="http://schemas.microsoft.com/office/drawing/2014/main" id="{7226F95A-C572-4753-9A21-DBF6531D5F3A}"/>
              </a:ext>
            </a:extLst>
          </p:cNvPr>
          <p:cNvSpPr>
            <a:spLocks noGrp="1"/>
          </p:cNvSpPr>
          <p:nvPr>
            <p:ph type="ctrTitle" hasCustomPrompt="1"/>
            <p:custDataLst>
              <p:tags r:id="rId2"/>
            </p:custDataLst>
          </p:nvPr>
        </p:nvSpPr>
        <p:spPr>
          <a:xfrm>
            <a:off x="1308100" y="2276475"/>
            <a:ext cx="9577388" cy="1524000"/>
          </a:xfrm>
        </p:spPr>
        <p:txBody>
          <a:bodyPr lIns="0" tIns="0" rIns="0" bIns="0" anchor="b">
            <a:noAutofit/>
          </a:bodyPr>
          <a:lstStyle>
            <a:lvl1pPr algn="l">
              <a:defRPr sz="5400">
                <a:solidFill>
                  <a:schemeClr val="accent1"/>
                </a:solidFill>
              </a:defRPr>
            </a:lvl1pPr>
          </a:lstStyle>
          <a:p>
            <a:r>
              <a:rPr lang="de-AT" dirty="0"/>
              <a:t>Titel</a:t>
            </a:r>
          </a:p>
        </p:txBody>
      </p:sp>
      <p:sp>
        <p:nvSpPr>
          <p:cNvPr id="3" name="Untertitel 2">
            <a:extLst>
              <a:ext uri="{FF2B5EF4-FFF2-40B4-BE49-F238E27FC236}">
                <a16:creationId xmlns:a16="http://schemas.microsoft.com/office/drawing/2014/main" id="{53DE19F1-4351-4A07-8662-A968E8A450FD}"/>
              </a:ext>
            </a:extLst>
          </p:cNvPr>
          <p:cNvSpPr>
            <a:spLocks noGrp="1"/>
          </p:cNvSpPr>
          <p:nvPr>
            <p:ph type="subTitle" idx="1" hasCustomPrompt="1"/>
            <p:custDataLst>
              <p:tags r:id="rId3"/>
            </p:custDataLst>
          </p:nvPr>
        </p:nvSpPr>
        <p:spPr>
          <a:xfrm>
            <a:off x="1308100" y="3971926"/>
            <a:ext cx="9577388" cy="1104900"/>
          </a:xfrm>
        </p:spPr>
        <p:txBody>
          <a:bodyPr lIns="0" tIns="0" rIns="0" bIns="0">
            <a:noAutofit/>
          </a:bodyPr>
          <a:lstStyle>
            <a:lvl1pPr marL="0" indent="0" algn="l">
              <a:buNone/>
              <a:defRPr sz="3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de-AT" dirty="0"/>
              <a:t>Untertitel (Datum, Ort, Name, ...)</a:t>
            </a:r>
          </a:p>
        </p:txBody>
      </p:sp>
      <p:sp>
        <p:nvSpPr>
          <p:cNvPr id="40" name="Textplatzhalter 4">
            <a:extLst>
              <a:ext uri="{FF2B5EF4-FFF2-40B4-BE49-F238E27FC236}">
                <a16:creationId xmlns:a16="http://schemas.microsoft.com/office/drawing/2014/main" id="{7A5D3C4D-4D39-4C8C-BFBF-C78298318782}"/>
              </a:ext>
            </a:extLst>
          </p:cNvPr>
          <p:cNvSpPr>
            <a:spLocks noGrp="1"/>
          </p:cNvSpPr>
          <p:nvPr>
            <p:ph type="body" sz="quarter" idx="10" hasCustomPrompt="1"/>
            <p:custDataLst>
              <p:tags r:id="rId4"/>
            </p:custDataLst>
          </p:nvPr>
        </p:nvSpPr>
        <p:spPr bwMode="gray">
          <a:xfrm>
            <a:off x="7589520" y="6412992"/>
            <a:ext cx="4123055" cy="233552"/>
          </a:xfrm>
        </p:spPr>
        <p:txBody>
          <a:bodyPr anchor="ctr"/>
          <a:lstStyle>
            <a:lvl1pPr marL="0" indent="0" algn="r">
              <a:buNone/>
              <a:defRPr sz="1400" b="1">
                <a:solidFill>
                  <a:schemeClr val="bg1"/>
                </a:solidFill>
              </a:defRPr>
            </a:lvl1pPr>
          </a:lstStyle>
          <a:p>
            <a:pPr lvl="0"/>
            <a:r>
              <a:rPr lang="de-AT" dirty="0"/>
              <a:t>www.tuwien.at</a:t>
            </a:r>
          </a:p>
        </p:txBody>
      </p:sp>
    </p:spTree>
    <p:extLst>
      <p:ext uri="{BB962C8B-B14F-4D97-AF65-F5344CB8AC3E}">
        <p14:creationId xmlns:p14="http://schemas.microsoft.com/office/powerpoint/2010/main" val="351039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mit Bild">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4BB5D645-0874-4ED8-A93C-F4A35806743C}"/>
              </a:ext>
              <a:ext uri="{C183D7F6-B498-43B3-948B-1728B52AA6E4}">
                <adec:decorative xmlns:adec="http://schemas.microsoft.com/office/drawing/2017/decorative" val="1"/>
              </a:ext>
            </a:extLst>
          </p:cNvPr>
          <p:cNvPicPr>
            <a:picLocks noChangeAspect="1"/>
          </p:cNvPicPr>
          <p:nvPr userDrawn="1">
            <p:custDataLst>
              <p:tags r:id="rId1"/>
            </p:custDataLst>
          </p:nvPr>
        </p:nvPicPr>
        <p:blipFill rotWithShape="1">
          <a:blip r:embed="rId8" cstate="screen">
            <a:extLst>
              <a:ext uri="{28A0092B-C50C-407E-A947-70E740481C1C}">
                <a14:useLocalDpi xmlns:a14="http://schemas.microsoft.com/office/drawing/2010/main"/>
              </a:ext>
            </a:extLst>
          </a:blip>
          <a:srcRect b="11502"/>
          <a:stretch/>
        </p:blipFill>
        <p:spPr>
          <a:xfrm>
            <a:off x="0" y="3312"/>
            <a:ext cx="12192000" cy="6063380"/>
          </a:xfrm>
          <a:prstGeom prst="rect">
            <a:avLst/>
          </a:prstGeom>
        </p:spPr>
      </p:pic>
      <p:pic>
        <p:nvPicPr>
          <p:cNvPr id="50" name="Grafik 49" descr="Logo der Technischen Universität Wien">
            <a:extLst>
              <a:ext uri="{FF2B5EF4-FFF2-40B4-BE49-F238E27FC236}">
                <a16:creationId xmlns:a16="http://schemas.microsoft.com/office/drawing/2014/main" id="{B9752043-E0A7-4A49-ABCE-FA89B17A8BB8}"/>
              </a:ext>
            </a:extLst>
          </p:cNvPr>
          <p:cNvPicPr/>
          <p:nvPr userDrawn="1">
            <p:custDataLst>
              <p:tags r:id="rId2"/>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68287" y="467692"/>
            <a:ext cx="1939882" cy="732952"/>
          </a:xfrm>
          <a:prstGeom prst="rect">
            <a:avLst/>
          </a:prstGeom>
        </p:spPr>
      </p:pic>
      <p:sp>
        <p:nvSpPr>
          <p:cNvPr id="2" name="Titel 1">
            <a:extLst>
              <a:ext uri="{FF2B5EF4-FFF2-40B4-BE49-F238E27FC236}">
                <a16:creationId xmlns:a16="http://schemas.microsoft.com/office/drawing/2014/main" id="{03701E1D-9FD1-42AD-91DE-DF5BA9B4DB6F}"/>
              </a:ext>
            </a:extLst>
          </p:cNvPr>
          <p:cNvSpPr>
            <a:spLocks noGrp="1"/>
          </p:cNvSpPr>
          <p:nvPr>
            <p:ph type="title" hasCustomPrompt="1"/>
            <p:custDataLst>
              <p:tags r:id="rId3"/>
            </p:custDataLst>
          </p:nvPr>
        </p:nvSpPr>
        <p:spPr bwMode="white">
          <a:xfrm>
            <a:off x="461963" y="4438899"/>
            <a:ext cx="10134599" cy="1039564"/>
          </a:xfrm>
        </p:spPr>
        <p:txBody>
          <a:bodyPr/>
          <a:lstStyle>
            <a:lvl1pPr>
              <a:defRPr>
                <a:solidFill>
                  <a:schemeClr val="bg1"/>
                </a:solidFill>
              </a:defRPr>
            </a:lvl1pPr>
          </a:lstStyle>
          <a:p>
            <a:r>
              <a:rPr lang="de-AT" dirty="0"/>
              <a:t>Titel</a:t>
            </a:r>
          </a:p>
        </p:txBody>
      </p:sp>
      <p:sp>
        <p:nvSpPr>
          <p:cNvPr id="7" name="Textplatzhalter 6">
            <a:extLst>
              <a:ext uri="{FF2B5EF4-FFF2-40B4-BE49-F238E27FC236}">
                <a16:creationId xmlns:a16="http://schemas.microsoft.com/office/drawing/2014/main" id="{6029DDD8-08D2-4AD9-B5F0-E6CCC5954B07}"/>
              </a:ext>
            </a:extLst>
          </p:cNvPr>
          <p:cNvSpPr>
            <a:spLocks noGrp="1"/>
          </p:cNvSpPr>
          <p:nvPr>
            <p:ph type="body" sz="quarter" idx="15" hasCustomPrompt="1"/>
            <p:custDataLst>
              <p:tags r:id="rId4"/>
            </p:custDataLst>
          </p:nvPr>
        </p:nvSpPr>
        <p:spPr>
          <a:xfrm>
            <a:off x="461963" y="5550408"/>
            <a:ext cx="10134600" cy="345566"/>
          </a:xfrm>
        </p:spPr>
        <p:txBody>
          <a:bodyPr/>
          <a:lstStyle>
            <a:lvl1pPr marL="0" indent="0">
              <a:buNone/>
              <a:defRPr sz="2400">
                <a:solidFill>
                  <a:schemeClr val="bg1"/>
                </a:solidFill>
              </a:defRPr>
            </a:lvl1pPr>
            <a:lvl2pPr marL="0" indent="0">
              <a:buNone/>
              <a:defRPr sz="2400">
                <a:solidFill>
                  <a:schemeClr val="bg1"/>
                </a:solidFill>
              </a:defRPr>
            </a:lvl2pPr>
            <a:lvl3pPr marL="269875" indent="0">
              <a:buNone/>
              <a:defRPr sz="2400">
                <a:solidFill>
                  <a:schemeClr val="bg1"/>
                </a:solidFill>
              </a:defRPr>
            </a:lvl3pPr>
            <a:lvl4pPr marL="538162" indent="0">
              <a:buNone/>
              <a:defRPr sz="2400">
                <a:solidFill>
                  <a:schemeClr val="bg1"/>
                </a:solidFill>
              </a:defRPr>
            </a:lvl4pPr>
            <a:lvl5pPr marL="903288" indent="0">
              <a:buNone/>
              <a:defRPr sz="2400">
                <a:solidFill>
                  <a:schemeClr val="bg1"/>
                </a:solidFill>
              </a:defRPr>
            </a:lvl5pPr>
          </a:lstStyle>
          <a:p>
            <a:pPr lvl="0"/>
            <a:r>
              <a:rPr lang="de-AT" dirty="0"/>
              <a:t>Untertitel (Datum, Ort, Name, ...)</a:t>
            </a:r>
          </a:p>
        </p:txBody>
      </p:sp>
      <p:sp>
        <p:nvSpPr>
          <p:cNvPr id="46" name="Textplatzhalter 42">
            <a:extLst>
              <a:ext uri="{FF2B5EF4-FFF2-40B4-BE49-F238E27FC236}">
                <a16:creationId xmlns:a16="http://schemas.microsoft.com/office/drawing/2014/main" id="{065FC1A0-E07C-4B15-AC25-3575EBB8EEAA}"/>
              </a:ext>
            </a:extLst>
          </p:cNvPr>
          <p:cNvSpPr>
            <a:spLocks noGrp="1"/>
          </p:cNvSpPr>
          <p:nvPr>
            <p:ph type="body" sz="quarter" idx="14" hasCustomPrompt="1"/>
            <p:custDataLst>
              <p:tags r:id="rId5"/>
            </p:custDataLst>
          </p:nvPr>
        </p:nvSpPr>
        <p:spPr>
          <a:xfrm>
            <a:off x="7247493" y="6050376"/>
            <a:ext cx="4465082" cy="171450"/>
          </a:xfrm>
        </p:spPr>
        <p:txBody>
          <a:bodyPr anchor="b"/>
          <a:lstStyle>
            <a:lvl1pPr algn="r">
              <a:buNone/>
              <a:defRPr sz="800" cap="all" baseline="0"/>
            </a:lvl1pPr>
            <a:lvl2pPr>
              <a:buNone/>
              <a:defRPr sz="800"/>
            </a:lvl2pPr>
            <a:lvl3pPr>
              <a:buNone/>
              <a:defRPr sz="800"/>
            </a:lvl3pPr>
            <a:lvl4pPr>
              <a:buNone/>
              <a:defRPr sz="800"/>
            </a:lvl4pPr>
            <a:lvl5pPr>
              <a:buNone/>
              <a:defRPr sz="800"/>
            </a:lvl5pPr>
          </a:lstStyle>
          <a:p>
            <a:pPr lvl="0" algn="r">
              <a:buNone/>
            </a:pPr>
            <a:r>
              <a:rPr lang="de-AT" dirty="0"/>
              <a:t>© Copyright-Info, Quelle, …</a:t>
            </a:r>
          </a:p>
        </p:txBody>
      </p:sp>
      <p:sp>
        <p:nvSpPr>
          <p:cNvPr id="48" name="Textplatzhalter 4">
            <a:extLst>
              <a:ext uri="{FF2B5EF4-FFF2-40B4-BE49-F238E27FC236}">
                <a16:creationId xmlns:a16="http://schemas.microsoft.com/office/drawing/2014/main" id="{178BDD75-53A6-43C6-8C0C-26F0514FCFC8}"/>
              </a:ext>
            </a:extLst>
          </p:cNvPr>
          <p:cNvSpPr>
            <a:spLocks noGrp="1"/>
          </p:cNvSpPr>
          <p:nvPr>
            <p:ph type="body" sz="quarter" idx="10" hasCustomPrompt="1"/>
            <p:custDataLst>
              <p:tags r:id="rId6"/>
            </p:custDataLst>
          </p:nvPr>
        </p:nvSpPr>
        <p:spPr bwMode="gray">
          <a:xfrm>
            <a:off x="7589520" y="6412992"/>
            <a:ext cx="4123055" cy="233552"/>
          </a:xfrm>
        </p:spPr>
        <p:txBody>
          <a:bodyPr anchor="ctr"/>
          <a:lstStyle>
            <a:lvl1pPr marL="0" indent="0" algn="r">
              <a:buNone/>
              <a:defRPr sz="1400" b="1">
                <a:solidFill>
                  <a:schemeClr val="bg1"/>
                </a:solidFill>
              </a:defRPr>
            </a:lvl1pPr>
          </a:lstStyle>
          <a:p>
            <a:pPr lvl="0"/>
            <a:r>
              <a:rPr lang="de-AT" dirty="0"/>
              <a:t>www.tuwien.at</a:t>
            </a:r>
          </a:p>
        </p:txBody>
      </p:sp>
    </p:spTree>
    <p:extLst>
      <p:ext uri="{BB962C8B-B14F-4D97-AF65-F5344CB8AC3E}">
        <p14:creationId xmlns:p14="http://schemas.microsoft.com/office/powerpoint/2010/main" val="3529687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pic>
        <p:nvPicPr>
          <p:cNvPr id="42" name="Grafik 41" descr="Logo der Technischen Universität Wien">
            <a:extLst>
              <a:ext uri="{FF2B5EF4-FFF2-40B4-BE49-F238E27FC236}">
                <a16:creationId xmlns:a16="http://schemas.microsoft.com/office/drawing/2014/main" id="{98735E1B-0541-4A0E-9FE3-B087FEBC9257}"/>
              </a:ext>
            </a:extLst>
          </p:cNvPr>
          <p:cNvPicPr/>
          <p:nvPr userDrawn="1">
            <p:custDataLst>
              <p:tags r:id="rId1"/>
            </p:custDataLst>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68287" y="466725"/>
            <a:ext cx="1939882" cy="734886"/>
          </a:xfrm>
          <a:prstGeom prst="rect">
            <a:avLst/>
          </a:prstGeom>
        </p:spPr>
      </p:pic>
      <p:sp>
        <p:nvSpPr>
          <p:cNvPr id="4" name="Titel 3">
            <a:extLst>
              <a:ext uri="{FF2B5EF4-FFF2-40B4-BE49-F238E27FC236}">
                <a16:creationId xmlns:a16="http://schemas.microsoft.com/office/drawing/2014/main" id="{26FE97BF-50D8-4DF7-BDB0-2CE0DB6CB7F9}"/>
              </a:ext>
            </a:extLst>
          </p:cNvPr>
          <p:cNvSpPr>
            <a:spLocks noGrp="1"/>
          </p:cNvSpPr>
          <p:nvPr>
            <p:ph type="title"/>
            <p:custDataLst>
              <p:tags r:id="rId2"/>
            </p:custDataLst>
          </p:nvPr>
        </p:nvSpPr>
        <p:spPr>
          <a:xfrm>
            <a:off x="1307065" y="1549399"/>
            <a:ext cx="9289498"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229AD4FC-B392-43C1-88AF-11A99A7BAEB9}"/>
              </a:ext>
            </a:extLst>
          </p:cNvPr>
          <p:cNvSpPr>
            <a:spLocks noGrp="1"/>
          </p:cNvSpPr>
          <p:nvPr>
            <p:ph idx="1" hasCustomPrompt="1"/>
            <p:custDataLst>
              <p:tags r:id="rId3"/>
            </p:custDataLst>
          </p:nvPr>
        </p:nvSpPr>
        <p:spPr>
          <a:xfrm>
            <a:off x="1308100" y="2628900"/>
            <a:ext cx="9288463" cy="3095625"/>
          </a:xfrm>
        </p:spPr>
        <p:txBody>
          <a:bodyPr/>
          <a:lstStyle>
            <a:lvl1pPr>
              <a:buClr>
                <a:schemeClr val="accent1"/>
              </a:buClr>
              <a:defRPr lang="de-AT" dirty="0"/>
            </a:lvl1pPr>
            <a:lvl2pPr>
              <a:buClr>
                <a:schemeClr val="accent1"/>
              </a:buClr>
              <a:defRPr lang="de-AT" dirty="0"/>
            </a:lvl2pPr>
            <a:lvl3pPr>
              <a:buClr>
                <a:schemeClr val="accent1"/>
              </a:buClr>
              <a:defRPr lang="de-AT" dirty="0"/>
            </a:lvl3pPr>
            <a:lvl4pPr>
              <a:buClr>
                <a:schemeClr val="accent1"/>
              </a:buClr>
              <a:defRPr lang="de-AT" dirty="0"/>
            </a:lvl4pPr>
            <a:lvl5pPr>
              <a:buClr>
                <a:schemeClr val="accent1"/>
              </a:buClr>
              <a:defRPr lang="de-AT" dirty="0"/>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3" name="Textplatzhalter 6">
            <a:extLst>
              <a:ext uri="{FF2B5EF4-FFF2-40B4-BE49-F238E27FC236}">
                <a16:creationId xmlns:a16="http://schemas.microsoft.com/office/drawing/2014/main" id="{AB39C453-1E66-49C6-A96C-112E158D898D}"/>
              </a:ext>
            </a:extLst>
          </p:cNvPr>
          <p:cNvSpPr>
            <a:spLocks noGrp="1"/>
          </p:cNvSpPr>
          <p:nvPr>
            <p:ph type="body" sz="quarter" idx="16" hasCustomPrompt="1"/>
            <p:custDataLst>
              <p:tags r:id="rId4"/>
            </p:custDataLst>
          </p:nvPr>
        </p:nvSpPr>
        <p:spPr>
          <a:xfrm>
            <a:off x="1308100" y="5795962"/>
            <a:ext cx="9288463"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243B606A-DCE3-4B26-81CB-18C2E897C839}"/>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20F75537-0A25-4CFA-A3B7-13DE6D8B980C}"/>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84496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ließtext 2-spalting">
    <p:spTree>
      <p:nvGrpSpPr>
        <p:cNvPr id="1" name=""/>
        <p:cNvGrpSpPr/>
        <p:nvPr/>
      </p:nvGrpSpPr>
      <p:grpSpPr>
        <a:xfrm>
          <a:off x="0" y="0"/>
          <a:ext cx="0" cy="0"/>
          <a:chOff x="0" y="0"/>
          <a:chExt cx="0" cy="0"/>
        </a:xfrm>
      </p:grpSpPr>
      <p:pic>
        <p:nvPicPr>
          <p:cNvPr id="42" name="Grafik 41" descr="Logo der Technischen Universität Wien">
            <a:extLst>
              <a:ext uri="{FF2B5EF4-FFF2-40B4-BE49-F238E27FC236}">
                <a16:creationId xmlns:a16="http://schemas.microsoft.com/office/drawing/2014/main" id="{A4D9C9F8-301E-4CFC-8B8A-DEDA2C5FE76E}"/>
              </a:ext>
            </a:extLst>
          </p:cNvPr>
          <p:cNvPicPr/>
          <p:nvPr userDrawn="1">
            <p:custDataLst>
              <p:tags r:id="rId1"/>
            </p:custDataLst>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68287" y="466725"/>
            <a:ext cx="1939882" cy="734886"/>
          </a:xfrm>
          <a:prstGeom prst="rect">
            <a:avLst/>
          </a:prstGeom>
        </p:spPr>
      </p:pic>
      <p:sp>
        <p:nvSpPr>
          <p:cNvPr id="2" name="Titel 1">
            <a:extLst>
              <a:ext uri="{FF2B5EF4-FFF2-40B4-BE49-F238E27FC236}">
                <a16:creationId xmlns:a16="http://schemas.microsoft.com/office/drawing/2014/main" id="{D1800308-609F-43F8-A26B-1C8A6934DB39}"/>
              </a:ext>
            </a:extLst>
          </p:cNvPr>
          <p:cNvSpPr>
            <a:spLocks noGrp="1"/>
          </p:cNvSpPr>
          <p:nvPr>
            <p:ph type="title"/>
            <p:custDataLst>
              <p:tags r:id="rId2"/>
            </p:custDataLst>
          </p:nvPr>
        </p:nvSpPr>
        <p:spPr>
          <a:xfrm>
            <a:off x="1307065" y="1549399"/>
            <a:ext cx="9289498"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229AD4FC-B392-43C1-88AF-11A99A7BAEB9}"/>
              </a:ext>
            </a:extLst>
          </p:cNvPr>
          <p:cNvSpPr>
            <a:spLocks noGrp="1"/>
          </p:cNvSpPr>
          <p:nvPr>
            <p:ph idx="1" hasCustomPrompt="1"/>
            <p:custDataLst>
              <p:tags r:id="rId3"/>
            </p:custDataLst>
          </p:nvPr>
        </p:nvSpPr>
        <p:spPr>
          <a:xfrm>
            <a:off x="1308100" y="2628900"/>
            <a:ext cx="9288463" cy="3095625"/>
          </a:xfrm>
        </p:spPr>
        <p:txBody>
          <a:bodyPr numCol="2" spcCol="540000"/>
          <a:lstStyle>
            <a:lvl1pPr>
              <a:buClr>
                <a:schemeClr val="accent1"/>
              </a:buClr>
              <a:defRPr lang="de-AT" dirty="0"/>
            </a:lvl1pPr>
            <a:lvl2pPr>
              <a:buClr>
                <a:schemeClr val="accent1"/>
              </a:buClr>
              <a:defRPr lang="de-AT" dirty="0"/>
            </a:lvl2pPr>
            <a:lvl3pPr>
              <a:buClr>
                <a:schemeClr val="accent1"/>
              </a:buClr>
              <a:defRPr lang="de-AT" dirty="0"/>
            </a:lvl3pPr>
            <a:lvl4pPr>
              <a:buClr>
                <a:schemeClr val="accent1"/>
              </a:buClr>
              <a:defRPr lang="de-AT" dirty="0"/>
            </a:lvl4pPr>
            <a:lvl5pPr>
              <a:buClr>
                <a:schemeClr val="accent1"/>
              </a:buClr>
              <a:defRPr lang="de-AT" dirty="0"/>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3" name="Textplatzhalter 6">
            <a:extLst>
              <a:ext uri="{FF2B5EF4-FFF2-40B4-BE49-F238E27FC236}">
                <a16:creationId xmlns:a16="http://schemas.microsoft.com/office/drawing/2014/main" id="{E46D94CB-4BAE-48DA-827F-D9056A475D34}"/>
              </a:ext>
            </a:extLst>
          </p:cNvPr>
          <p:cNvSpPr>
            <a:spLocks noGrp="1"/>
          </p:cNvSpPr>
          <p:nvPr>
            <p:ph type="body" sz="quarter" idx="16" hasCustomPrompt="1"/>
            <p:custDataLst>
              <p:tags r:id="rId4"/>
            </p:custDataLst>
          </p:nvPr>
        </p:nvSpPr>
        <p:spPr>
          <a:xfrm>
            <a:off x="1308100" y="5795962"/>
            <a:ext cx="9288463"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D63E4034-6935-4B71-9A67-0E435E534DEB}"/>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1ED50658-ABE2-461D-84EF-37BA96365EA1}"/>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305470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44" name="Grafik 43" descr="Logo der Technischen Universität Wien">
            <a:extLst>
              <a:ext uri="{FF2B5EF4-FFF2-40B4-BE49-F238E27FC236}">
                <a16:creationId xmlns:a16="http://schemas.microsoft.com/office/drawing/2014/main" id="{A7466A94-84E9-488D-9FEA-54A799BB8F63}"/>
              </a:ext>
            </a:extLst>
          </p:cNvPr>
          <p:cNvPicPr/>
          <p:nvPr userDrawn="1">
            <p:custDataLst>
              <p:tags r:id="rId1"/>
            </p:custDataLst>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68287" y="466725"/>
            <a:ext cx="1939882" cy="734886"/>
          </a:xfrm>
          <a:prstGeom prst="rect">
            <a:avLst/>
          </a:prstGeom>
        </p:spPr>
      </p:pic>
      <p:sp>
        <p:nvSpPr>
          <p:cNvPr id="5" name="Titel 4">
            <a:extLst>
              <a:ext uri="{FF2B5EF4-FFF2-40B4-BE49-F238E27FC236}">
                <a16:creationId xmlns:a16="http://schemas.microsoft.com/office/drawing/2014/main" id="{7994A365-AC87-4177-BCC2-611ADD06E3C5}"/>
              </a:ext>
            </a:extLst>
          </p:cNvPr>
          <p:cNvSpPr>
            <a:spLocks noGrp="1"/>
          </p:cNvSpPr>
          <p:nvPr>
            <p:ph type="title"/>
            <p:custDataLst>
              <p:tags r:id="rId2"/>
            </p:custDataLst>
          </p:nvPr>
        </p:nvSpPr>
        <p:spPr>
          <a:xfrm>
            <a:off x="1307068" y="1549399"/>
            <a:ext cx="9578419" cy="828675"/>
          </a:xfrm>
        </p:spPr>
        <p:txBody>
          <a:bodyPr/>
          <a:lstStyle/>
          <a:p>
            <a:r>
              <a:rPr lang="en-US"/>
              <a:t>Click to edit Master title style</a:t>
            </a:r>
            <a:endParaRPr lang="de-AT" dirty="0"/>
          </a:p>
        </p:txBody>
      </p:sp>
      <p:sp>
        <p:nvSpPr>
          <p:cNvPr id="8" name="Textplatzhalter 5">
            <a:extLst>
              <a:ext uri="{FF2B5EF4-FFF2-40B4-BE49-F238E27FC236}">
                <a16:creationId xmlns:a16="http://schemas.microsoft.com/office/drawing/2014/main" id="{F29669C5-6473-4DB6-A3D0-5DBCA391D293}"/>
              </a:ext>
            </a:extLst>
          </p:cNvPr>
          <p:cNvSpPr>
            <a:spLocks noGrp="1"/>
          </p:cNvSpPr>
          <p:nvPr>
            <p:ph type="body" sz="quarter" idx="12" hasCustomPrompt="1"/>
            <p:custDataLst>
              <p:tags r:id="rId3"/>
            </p:custDataLst>
          </p:nvPr>
        </p:nvSpPr>
        <p:spPr>
          <a:xfrm>
            <a:off x="1307069" y="2628900"/>
            <a:ext cx="4465081" cy="3103562"/>
          </a:xfrm>
        </p:spPr>
        <p:txBody>
          <a:bodyPr/>
          <a:lstStyle>
            <a:lvl1pPr marL="0" indent="0">
              <a:buClr>
                <a:schemeClr val="tx2"/>
              </a:buClr>
              <a:buNone/>
              <a:defRPr b="1">
                <a:solidFill>
                  <a:schemeClr val="accent1"/>
                </a:solidFill>
              </a:defRPr>
            </a:lvl1pPr>
            <a:lvl2pPr marL="0" indent="0">
              <a:buClr>
                <a:schemeClr val="tx2"/>
              </a:buClr>
              <a:buNone/>
              <a:defRPr b="1"/>
            </a:lvl2pPr>
            <a:lvl3pPr marL="273050" indent="-273050">
              <a:buClr>
                <a:schemeClr val="accent1"/>
              </a:buClr>
              <a:defRPr/>
            </a:lvl3pPr>
            <a:lvl4pPr marL="536575" indent="-268288">
              <a:buClr>
                <a:schemeClr val="accent1"/>
              </a:buClr>
              <a:defRPr/>
            </a:lvl4pPr>
            <a:lvl5pPr marL="809625" indent="-268288">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6" name="Textplatzhalter 6">
            <a:extLst>
              <a:ext uri="{FF2B5EF4-FFF2-40B4-BE49-F238E27FC236}">
                <a16:creationId xmlns:a16="http://schemas.microsoft.com/office/drawing/2014/main" id="{914CD1B9-8EAD-4E64-B937-2191518FA7BA}"/>
              </a:ext>
            </a:extLst>
          </p:cNvPr>
          <p:cNvSpPr>
            <a:spLocks noGrp="1"/>
          </p:cNvSpPr>
          <p:nvPr>
            <p:ph type="body" sz="quarter" idx="16" hasCustomPrompt="1"/>
            <p:custDataLst>
              <p:tags r:id="rId4"/>
            </p:custDataLst>
          </p:nvPr>
        </p:nvSpPr>
        <p:spPr>
          <a:xfrm>
            <a:off x="1308100"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0" name="Textplatzhalter 5">
            <a:extLst>
              <a:ext uri="{FF2B5EF4-FFF2-40B4-BE49-F238E27FC236}">
                <a16:creationId xmlns:a16="http://schemas.microsoft.com/office/drawing/2014/main" id="{3467B23B-DD93-4CED-BBFA-9278E3AD6732}"/>
              </a:ext>
            </a:extLst>
          </p:cNvPr>
          <p:cNvSpPr>
            <a:spLocks noGrp="1"/>
          </p:cNvSpPr>
          <p:nvPr>
            <p:ph type="body" sz="quarter" idx="13" hasCustomPrompt="1"/>
            <p:custDataLst>
              <p:tags r:id="rId5"/>
            </p:custDataLst>
          </p:nvPr>
        </p:nvSpPr>
        <p:spPr>
          <a:xfrm>
            <a:off x="6418246" y="2628900"/>
            <a:ext cx="4465081" cy="3103562"/>
          </a:xfrm>
        </p:spPr>
        <p:txBody>
          <a:bodyPr/>
          <a:lstStyle>
            <a:lvl1pPr marL="0" indent="0">
              <a:buClr>
                <a:schemeClr val="tx2"/>
              </a:buClr>
              <a:buNone/>
              <a:defRPr b="1">
                <a:solidFill>
                  <a:schemeClr val="accent1"/>
                </a:solidFill>
              </a:defRPr>
            </a:lvl1pPr>
            <a:lvl2pPr marL="0" indent="0">
              <a:buClr>
                <a:schemeClr val="tx2"/>
              </a:buClr>
              <a:buNone/>
              <a:defRPr b="1"/>
            </a:lvl2pPr>
            <a:lvl3pPr marL="273050" indent="-273050">
              <a:buClr>
                <a:schemeClr val="accent1"/>
              </a:buClr>
              <a:defRPr/>
            </a:lvl3pPr>
            <a:lvl4pPr marL="536575" indent="-268288">
              <a:buClr>
                <a:schemeClr val="accent1"/>
              </a:buClr>
              <a:defRPr/>
            </a:lvl4pPr>
            <a:lvl5pPr marL="809625" indent="-268288">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7" name="Textplatzhalter 6">
            <a:extLst>
              <a:ext uri="{FF2B5EF4-FFF2-40B4-BE49-F238E27FC236}">
                <a16:creationId xmlns:a16="http://schemas.microsoft.com/office/drawing/2014/main" id="{40AACBD9-D144-47D8-BF22-75B6B84380F3}"/>
              </a:ext>
            </a:extLst>
          </p:cNvPr>
          <p:cNvSpPr>
            <a:spLocks noGrp="1"/>
          </p:cNvSpPr>
          <p:nvPr>
            <p:ph type="body" sz="quarter" idx="20" hasCustomPrompt="1"/>
            <p:custDataLst>
              <p:tags r:id="rId6"/>
            </p:custDataLst>
          </p:nvPr>
        </p:nvSpPr>
        <p:spPr>
          <a:xfrm>
            <a:off x="6419327"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D634CED7-D00E-4574-8CD5-1FA88AC3EA98}"/>
              </a:ext>
            </a:extLst>
          </p:cNvPr>
          <p:cNvSpPr>
            <a:spLocks noGrp="1"/>
          </p:cNvSpPr>
          <p:nvPr>
            <p:ph type="ftr" sz="quarter" idx="18"/>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2B125049-6367-4C75-8FB6-5DE528AB6A17}"/>
              </a:ext>
            </a:extLst>
          </p:cNvPr>
          <p:cNvSpPr>
            <a:spLocks noGrp="1"/>
          </p:cNvSpPr>
          <p:nvPr>
            <p:ph type="sldNum" sz="quarter" idx="19"/>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578669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bschnitts-&#10;überschrift">
    <p:spTree>
      <p:nvGrpSpPr>
        <p:cNvPr id="1" name=""/>
        <p:cNvGrpSpPr/>
        <p:nvPr/>
      </p:nvGrpSpPr>
      <p:grpSpPr>
        <a:xfrm>
          <a:off x="0" y="0"/>
          <a:ext cx="0" cy="0"/>
          <a:chOff x="0" y="0"/>
          <a:chExt cx="0" cy="0"/>
        </a:xfrm>
      </p:grpSpPr>
      <p:pic>
        <p:nvPicPr>
          <p:cNvPr id="41" name="Grafik 40" descr="Logo der Technischen Universität Wien">
            <a:extLst>
              <a:ext uri="{FF2B5EF4-FFF2-40B4-BE49-F238E27FC236}">
                <a16:creationId xmlns:a16="http://schemas.microsoft.com/office/drawing/2014/main" id="{F00D7A92-5520-4010-997D-C3C16905376F}"/>
              </a:ext>
            </a:extLst>
          </p:cNvPr>
          <p:cNvPicPr/>
          <p:nvPr userDrawn="1">
            <p:custDataLst>
              <p:tags r:id="rId1"/>
            </p:custDataLst>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8287" y="466725"/>
            <a:ext cx="1939882" cy="734886"/>
          </a:xfrm>
          <a:prstGeom prst="rect">
            <a:avLst/>
          </a:prstGeom>
        </p:spPr>
      </p:pic>
      <p:sp>
        <p:nvSpPr>
          <p:cNvPr id="2" name="Titel 1">
            <a:extLst>
              <a:ext uri="{FF2B5EF4-FFF2-40B4-BE49-F238E27FC236}">
                <a16:creationId xmlns:a16="http://schemas.microsoft.com/office/drawing/2014/main" id="{1241BC17-C220-4886-BD60-87072EB61113}"/>
              </a:ext>
            </a:extLst>
          </p:cNvPr>
          <p:cNvSpPr>
            <a:spLocks noGrp="1"/>
          </p:cNvSpPr>
          <p:nvPr>
            <p:ph type="title"/>
            <p:custDataLst>
              <p:tags r:id="rId2"/>
            </p:custDataLst>
          </p:nvPr>
        </p:nvSpPr>
        <p:spPr>
          <a:xfrm>
            <a:off x="1307065" y="1549399"/>
            <a:ext cx="9269084" cy="828675"/>
          </a:xfrm>
        </p:spPr>
        <p:txBody>
          <a:bodyPr/>
          <a:lstStyle/>
          <a:p>
            <a:r>
              <a:rPr lang="en-US"/>
              <a:t>Click to edit Master title style</a:t>
            </a:r>
            <a:endParaRPr lang="de-AT" dirty="0"/>
          </a:p>
        </p:txBody>
      </p:sp>
      <p:sp>
        <p:nvSpPr>
          <p:cNvPr id="3" name="Textplatzhalter 2">
            <a:extLst>
              <a:ext uri="{FF2B5EF4-FFF2-40B4-BE49-F238E27FC236}">
                <a16:creationId xmlns:a16="http://schemas.microsoft.com/office/drawing/2014/main" id="{F233E7E8-1933-4C21-BF6B-D51AF4E4672E}"/>
              </a:ext>
            </a:extLst>
          </p:cNvPr>
          <p:cNvSpPr>
            <a:spLocks noGrp="1"/>
          </p:cNvSpPr>
          <p:nvPr>
            <p:ph type="body" idx="1"/>
            <p:custDataLst>
              <p:tags r:id="rId3"/>
            </p:custDataLst>
          </p:nvPr>
        </p:nvSpPr>
        <p:spPr>
          <a:xfrm>
            <a:off x="1308100" y="2628900"/>
            <a:ext cx="926908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Fußzeilenplatzhalter 10">
            <a:extLst>
              <a:ext uri="{FF2B5EF4-FFF2-40B4-BE49-F238E27FC236}">
                <a16:creationId xmlns:a16="http://schemas.microsoft.com/office/drawing/2014/main" id="{A403E22A-F459-43A1-AB6C-BD735B41F161}"/>
              </a:ext>
            </a:extLst>
          </p:cNvPr>
          <p:cNvSpPr>
            <a:spLocks noGrp="1"/>
          </p:cNvSpPr>
          <p:nvPr>
            <p:ph type="ftr" sz="quarter" idx="10"/>
          </p:nvPr>
        </p:nvSpPr>
        <p:spPr/>
        <p:txBody>
          <a:bodyPr/>
          <a:lstStyle/>
          <a:p>
            <a:r>
              <a:rPr lang="de-AT"/>
              <a:t>Musterpräsentation | September 2021</a:t>
            </a:r>
            <a:endParaRPr lang="de-AT" dirty="0"/>
          </a:p>
        </p:txBody>
      </p:sp>
      <p:sp>
        <p:nvSpPr>
          <p:cNvPr id="12" name="Foliennummernplatzhalter 11">
            <a:extLst>
              <a:ext uri="{FF2B5EF4-FFF2-40B4-BE49-F238E27FC236}">
                <a16:creationId xmlns:a16="http://schemas.microsoft.com/office/drawing/2014/main" id="{B833629F-A04C-410B-858F-2375C6E7FB95}"/>
              </a:ext>
            </a:extLst>
          </p:cNvPr>
          <p:cNvSpPr>
            <a:spLocks noGrp="1"/>
          </p:cNvSpPr>
          <p:nvPr>
            <p:ph type="sldNum" sz="quarter" idx="11"/>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957113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Inhalte">
    <p:spTree>
      <p:nvGrpSpPr>
        <p:cNvPr id="1" name=""/>
        <p:cNvGrpSpPr/>
        <p:nvPr/>
      </p:nvGrpSpPr>
      <p:grpSpPr>
        <a:xfrm>
          <a:off x="0" y="0"/>
          <a:ext cx="0" cy="0"/>
          <a:chOff x="0" y="0"/>
          <a:chExt cx="0" cy="0"/>
        </a:xfrm>
      </p:grpSpPr>
      <p:pic>
        <p:nvPicPr>
          <p:cNvPr id="45" name="Grafik 44" descr="Logo der Technischen Universität Wien">
            <a:extLst>
              <a:ext uri="{FF2B5EF4-FFF2-40B4-BE49-F238E27FC236}">
                <a16:creationId xmlns:a16="http://schemas.microsoft.com/office/drawing/2014/main" id="{6EA20A8E-3CA3-4F5D-8861-97A51D3F6533}"/>
              </a:ext>
            </a:extLst>
          </p:cNvPr>
          <p:cNvPicPr/>
          <p:nvPr userDrawn="1">
            <p:custDataLst>
              <p:tags r:id="rId1"/>
            </p:custDataLst>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68287" y="466725"/>
            <a:ext cx="1939882" cy="734886"/>
          </a:xfrm>
          <a:prstGeom prst="rect">
            <a:avLst/>
          </a:prstGeom>
        </p:spPr>
      </p:pic>
      <p:sp>
        <p:nvSpPr>
          <p:cNvPr id="43" name="Titel 42">
            <a:extLst>
              <a:ext uri="{FF2B5EF4-FFF2-40B4-BE49-F238E27FC236}">
                <a16:creationId xmlns:a16="http://schemas.microsoft.com/office/drawing/2014/main" id="{1F24D4FE-3C5E-4183-ACAE-90DCD1944895}"/>
              </a:ext>
            </a:extLst>
          </p:cNvPr>
          <p:cNvSpPr>
            <a:spLocks noGrp="1"/>
          </p:cNvSpPr>
          <p:nvPr>
            <p:ph type="title"/>
            <p:custDataLst>
              <p:tags r:id="rId2"/>
            </p:custDataLst>
          </p:nvPr>
        </p:nvSpPr>
        <p:spPr>
          <a:xfrm>
            <a:off x="1307070" y="1549399"/>
            <a:ext cx="9578418"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3"/>
            </p:custDataLst>
          </p:nvPr>
        </p:nvSpPr>
        <p:spPr>
          <a:xfrm>
            <a:off x="1307069" y="2628900"/>
            <a:ext cx="4465082"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4" name="Textplatzhalter 6">
            <a:extLst>
              <a:ext uri="{FF2B5EF4-FFF2-40B4-BE49-F238E27FC236}">
                <a16:creationId xmlns:a16="http://schemas.microsoft.com/office/drawing/2014/main" id="{DBDE5BD8-2226-45B1-BEC6-F35C7B6AF32C}"/>
              </a:ext>
            </a:extLst>
          </p:cNvPr>
          <p:cNvSpPr>
            <a:spLocks noGrp="1"/>
          </p:cNvSpPr>
          <p:nvPr>
            <p:ph type="body" sz="quarter" idx="17" hasCustomPrompt="1"/>
            <p:custDataLst>
              <p:tags r:id="rId4"/>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5"/>
            </p:custDataLst>
          </p:nvPr>
        </p:nvSpPr>
        <p:spPr>
          <a:xfrm>
            <a:off x="6424937" y="2628900"/>
            <a:ext cx="4459997"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7" name="Textplatzhalter 6">
            <a:extLst>
              <a:ext uri="{FF2B5EF4-FFF2-40B4-BE49-F238E27FC236}">
                <a16:creationId xmlns:a16="http://schemas.microsoft.com/office/drawing/2014/main" id="{701ADA35-279E-492B-B021-30E7C8352F7A}"/>
              </a:ext>
            </a:extLst>
          </p:cNvPr>
          <p:cNvSpPr>
            <a:spLocks noGrp="1"/>
          </p:cNvSpPr>
          <p:nvPr>
            <p:ph type="body" sz="quarter" idx="20" hasCustomPrompt="1"/>
            <p:custDataLst>
              <p:tags r:id="rId6"/>
            </p:custDataLst>
          </p:nvPr>
        </p:nvSpPr>
        <p:spPr>
          <a:xfrm>
            <a:off x="6419327"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93027492-3CB4-4D02-9A01-189D75146616}"/>
              </a:ext>
            </a:extLst>
          </p:cNvPr>
          <p:cNvSpPr>
            <a:spLocks noGrp="1"/>
          </p:cNvSpPr>
          <p:nvPr>
            <p:ph type="ftr" sz="quarter" idx="15"/>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8BD27729-9276-4DB3-AF92-EA11DF36B7B7}"/>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393690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Inhalte mit Titel und Zwischentitel">
    <p:spTree>
      <p:nvGrpSpPr>
        <p:cNvPr id="1" name=""/>
        <p:cNvGrpSpPr/>
        <p:nvPr/>
      </p:nvGrpSpPr>
      <p:grpSpPr>
        <a:xfrm>
          <a:off x="0" y="0"/>
          <a:ext cx="0" cy="0"/>
          <a:chOff x="0" y="0"/>
          <a:chExt cx="0" cy="0"/>
        </a:xfrm>
      </p:grpSpPr>
      <p:pic>
        <p:nvPicPr>
          <p:cNvPr id="48" name="Grafik 47" descr="Logo der Technischen Universität Wien">
            <a:extLst>
              <a:ext uri="{FF2B5EF4-FFF2-40B4-BE49-F238E27FC236}">
                <a16:creationId xmlns:a16="http://schemas.microsoft.com/office/drawing/2014/main" id="{0070AC2A-BF7C-4825-9DC2-F4E94C492039}"/>
              </a:ext>
            </a:extLst>
          </p:cNvPr>
          <p:cNvPicPr/>
          <p:nvPr userDrawn="1">
            <p:custDataLst>
              <p:tags r:id="rId1"/>
            </p:custDataLst>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68287" y="466725"/>
            <a:ext cx="1939882" cy="734886"/>
          </a:xfrm>
          <a:prstGeom prst="rect">
            <a:avLst/>
          </a:prstGeom>
        </p:spPr>
      </p:pic>
      <p:sp>
        <p:nvSpPr>
          <p:cNvPr id="43" name="Titel 42">
            <a:extLst>
              <a:ext uri="{FF2B5EF4-FFF2-40B4-BE49-F238E27FC236}">
                <a16:creationId xmlns:a16="http://schemas.microsoft.com/office/drawing/2014/main" id="{1F24D4FE-3C5E-4183-ACAE-90DCD1944895}"/>
              </a:ext>
            </a:extLst>
          </p:cNvPr>
          <p:cNvSpPr>
            <a:spLocks noGrp="1"/>
          </p:cNvSpPr>
          <p:nvPr>
            <p:ph type="title"/>
            <p:custDataLst>
              <p:tags r:id="rId2"/>
            </p:custDataLst>
          </p:nvPr>
        </p:nvSpPr>
        <p:spPr>
          <a:xfrm>
            <a:off x="1307070" y="1549399"/>
            <a:ext cx="9578418" cy="828675"/>
          </a:xfrm>
        </p:spPr>
        <p:txBody>
          <a:bodyPr/>
          <a:lstStyle/>
          <a:p>
            <a:r>
              <a:rPr lang="en-US"/>
              <a:t>Click to edit Master title style</a:t>
            </a:r>
            <a:endParaRPr lang="de-AT" dirty="0"/>
          </a:p>
        </p:txBody>
      </p:sp>
      <p:sp>
        <p:nvSpPr>
          <p:cNvPr id="5" name="Textplatzhalter 4">
            <a:extLst>
              <a:ext uri="{FF2B5EF4-FFF2-40B4-BE49-F238E27FC236}">
                <a16:creationId xmlns:a16="http://schemas.microsoft.com/office/drawing/2014/main" id="{EFEDB697-75F4-40C0-9433-E49B99644D2C}"/>
              </a:ext>
            </a:extLst>
          </p:cNvPr>
          <p:cNvSpPr>
            <a:spLocks noGrp="1"/>
          </p:cNvSpPr>
          <p:nvPr>
            <p:ph type="body" sz="quarter" idx="23" hasCustomPrompt="1"/>
            <p:custDataLst>
              <p:tags r:id="rId3"/>
            </p:custDataLst>
          </p:nvPr>
        </p:nvSpPr>
        <p:spPr>
          <a:xfrm>
            <a:off x="1306513" y="2635386"/>
            <a:ext cx="9578975" cy="412400"/>
          </a:xfrm>
        </p:spPr>
        <p:txBody>
          <a:bodyPr vert="horz" lIns="0" tIns="0" rIns="0" bIns="0" rtlCol="0">
            <a:noAutofit/>
          </a:bodyPr>
          <a:lstStyle>
            <a:lvl1pPr>
              <a:defRPr lang="de-DE" b="1" smtClean="0">
                <a:solidFill>
                  <a:schemeClr val="accent1"/>
                </a:solidFill>
              </a:defRPr>
            </a:lvl1pPr>
            <a:lvl2pPr>
              <a:defRPr lang="de-DE" smtClean="0"/>
            </a:lvl2pPr>
            <a:lvl3pPr>
              <a:defRPr lang="de-DE" smtClean="0"/>
            </a:lvl3pPr>
            <a:lvl4pPr>
              <a:defRPr lang="de-DE" smtClean="0"/>
            </a:lvl4pPr>
            <a:lvl5pPr>
              <a:defRPr lang="de-AT"/>
            </a:lvl5pPr>
          </a:lstStyle>
          <a:p>
            <a:pPr marL="0" lvl="0" indent="0">
              <a:buNone/>
            </a:pPr>
            <a:r>
              <a:rPr lang="de-AT" dirty="0"/>
              <a:t>Zwischentitel</a:t>
            </a:r>
          </a:p>
        </p:txBody>
      </p:sp>
      <p:sp>
        <p:nvSpPr>
          <p:cNvPr id="45" name="Inhaltsplatzhalter 2">
            <a:extLst>
              <a:ext uri="{FF2B5EF4-FFF2-40B4-BE49-F238E27FC236}">
                <a16:creationId xmlns:a16="http://schemas.microsoft.com/office/drawing/2014/main" id="{9824CDBD-05FF-44D6-AFB9-1597F69DA601}"/>
              </a:ext>
            </a:extLst>
          </p:cNvPr>
          <p:cNvSpPr>
            <a:spLocks noGrp="1"/>
          </p:cNvSpPr>
          <p:nvPr>
            <p:ph sz="half" idx="21" hasCustomPrompt="1"/>
            <p:custDataLst>
              <p:tags r:id="rId4"/>
            </p:custDataLst>
          </p:nvPr>
        </p:nvSpPr>
        <p:spPr>
          <a:xfrm>
            <a:off x="1307069" y="3047786"/>
            <a:ext cx="4465082" cy="267673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4" name="Textplatzhalter 6">
            <a:extLst>
              <a:ext uri="{FF2B5EF4-FFF2-40B4-BE49-F238E27FC236}">
                <a16:creationId xmlns:a16="http://schemas.microsoft.com/office/drawing/2014/main" id="{4BC4CB93-0EDA-40F6-A82A-7933C7369F62}"/>
              </a:ext>
            </a:extLst>
          </p:cNvPr>
          <p:cNvSpPr>
            <a:spLocks noGrp="1"/>
          </p:cNvSpPr>
          <p:nvPr>
            <p:ph type="body" sz="quarter" idx="17" hasCustomPrompt="1"/>
            <p:custDataLst>
              <p:tags r:id="rId5"/>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6" name="Inhaltsplatzhalter 3">
            <a:extLst>
              <a:ext uri="{FF2B5EF4-FFF2-40B4-BE49-F238E27FC236}">
                <a16:creationId xmlns:a16="http://schemas.microsoft.com/office/drawing/2014/main" id="{CF7679A8-5D7D-4C63-A562-FF2DD8258D52}"/>
              </a:ext>
            </a:extLst>
          </p:cNvPr>
          <p:cNvSpPr>
            <a:spLocks noGrp="1"/>
          </p:cNvSpPr>
          <p:nvPr>
            <p:ph sz="half" idx="22" hasCustomPrompt="1"/>
            <p:custDataLst>
              <p:tags r:id="rId6"/>
            </p:custDataLst>
          </p:nvPr>
        </p:nvSpPr>
        <p:spPr>
          <a:xfrm>
            <a:off x="6424937" y="3047786"/>
            <a:ext cx="4459997" cy="267673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7" name="Textplatzhalter 6">
            <a:extLst>
              <a:ext uri="{FF2B5EF4-FFF2-40B4-BE49-F238E27FC236}">
                <a16:creationId xmlns:a16="http://schemas.microsoft.com/office/drawing/2014/main" id="{049E4546-1F5E-4098-86E2-2AC2D6739014}"/>
              </a:ext>
            </a:extLst>
          </p:cNvPr>
          <p:cNvSpPr>
            <a:spLocks noGrp="1"/>
          </p:cNvSpPr>
          <p:nvPr>
            <p:ph type="body" sz="quarter" idx="20" hasCustomPrompt="1"/>
            <p:custDataLst>
              <p:tags r:id="rId7"/>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93027492-3CB4-4D02-9A01-189D75146616}"/>
              </a:ext>
            </a:extLst>
          </p:cNvPr>
          <p:cNvSpPr>
            <a:spLocks noGrp="1"/>
          </p:cNvSpPr>
          <p:nvPr>
            <p:ph type="ftr" sz="quarter" idx="15"/>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8BD27729-9276-4DB3-AF92-EA11DF36B7B7}"/>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912992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Inhalte">
    <p:spTree>
      <p:nvGrpSpPr>
        <p:cNvPr id="1" name=""/>
        <p:cNvGrpSpPr/>
        <p:nvPr/>
      </p:nvGrpSpPr>
      <p:grpSpPr>
        <a:xfrm>
          <a:off x="0" y="0"/>
          <a:ext cx="0" cy="0"/>
          <a:chOff x="0" y="0"/>
          <a:chExt cx="0" cy="0"/>
        </a:xfrm>
      </p:grpSpPr>
      <p:pic>
        <p:nvPicPr>
          <p:cNvPr id="46" name="Grafik 45" descr="Logo der Technischen Universität Wien">
            <a:extLst>
              <a:ext uri="{FF2B5EF4-FFF2-40B4-BE49-F238E27FC236}">
                <a16:creationId xmlns:a16="http://schemas.microsoft.com/office/drawing/2014/main" id="{04A85C70-7CAB-4F95-9075-BECE02272E9D}"/>
              </a:ext>
            </a:extLst>
          </p:cNvPr>
          <p:cNvPicPr/>
          <p:nvPr userDrawn="1">
            <p:custDataLst>
              <p:tags r:id="rId1"/>
            </p:custDataLst>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8287" y="466725"/>
            <a:ext cx="1939882" cy="734886"/>
          </a:xfrm>
          <a:prstGeom prst="rect">
            <a:avLst/>
          </a:prstGeom>
        </p:spPr>
      </p:pic>
      <p:sp>
        <p:nvSpPr>
          <p:cNvPr id="43" name="Titel 42">
            <a:extLst>
              <a:ext uri="{FF2B5EF4-FFF2-40B4-BE49-F238E27FC236}">
                <a16:creationId xmlns:a16="http://schemas.microsoft.com/office/drawing/2014/main" id="{1F24D4FE-3C5E-4183-ACAE-90DCD1944895}"/>
              </a:ext>
            </a:extLst>
          </p:cNvPr>
          <p:cNvSpPr>
            <a:spLocks noGrp="1"/>
          </p:cNvSpPr>
          <p:nvPr>
            <p:ph type="title"/>
            <p:custDataLst>
              <p:tags r:id="rId2"/>
            </p:custDataLst>
          </p:nvPr>
        </p:nvSpPr>
        <p:spPr>
          <a:xfrm>
            <a:off x="1307070" y="1549399"/>
            <a:ext cx="9578418"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3"/>
            </p:custDataLst>
          </p:nvPr>
        </p:nvSpPr>
        <p:spPr>
          <a:xfrm>
            <a:off x="1307364" y="2628900"/>
            <a:ext cx="2880000"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9" name="Textplatzhalter 6">
            <a:extLst>
              <a:ext uri="{FF2B5EF4-FFF2-40B4-BE49-F238E27FC236}">
                <a16:creationId xmlns:a16="http://schemas.microsoft.com/office/drawing/2014/main" id="{6BCE82C1-419A-452A-A896-A11CD5E44833}"/>
              </a:ext>
            </a:extLst>
          </p:cNvPr>
          <p:cNvSpPr>
            <a:spLocks noGrp="1"/>
          </p:cNvSpPr>
          <p:nvPr>
            <p:ph type="body" sz="quarter" idx="18" hasCustomPrompt="1"/>
            <p:custDataLst>
              <p:tags r:id="rId4"/>
            </p:custDataLst>
          </p:nvPr>
        </p:nvSpPr>
        <p:spPr>
          <a:xfrm>
            <a:off x="1308099"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5"/>
            </p:custDataLst>
          </p:nvPr>
        </p:nvSpPr>
        <p:spPr>
          <a:xfrm>
            <a:off x="4656023" y="2628900"/>
            <a:ext cx="2880000"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50" name="Textplatzhalter 6">
            <a:extLst>
              <a:ext uri="{FF2B5EF4-FFF2-40B4-BE49-F238E27FC236}">
                <a16:creationId xmlns:a16="http://schemas.microsoft.com/office/drawing/2014/main" id="{60062EA2-CEBE-4CD2-886F-E7499AFB7832}"/>
              </a:ext>
            </a:extLst>
          </p:cNvPr>
          <p:cNvSpPr>
            <a:spLocks noGrp="1"/>
          </p:cNvSpPr>
          <p:nvPr>
            <p:ph type="body" sz="quarter" idx="19" hasCustomPrompt="1"/>
            <p:custDataLst>
              <p:tags r:id="rId6"/>
            </p:custDataLst>
          </p:nvPr>
        </p:nvSpPr>
        <p:spPr>
          <a:xfrm>
            <a:off x="4656023"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4" name="Inhaltsplatzhalter 3">
            <a:extLst>
              <a:ext uri="{FF2B5EF4-FFF2-40B4-BE49-F238E27FC236}">
                <a16:creationId xmlns:a16="http://schemas.microsoft.com/office/drawing/2014/main" id="{835A0ABB-9EF3-4E9D-B6E8-3A64CA54EFA3}"/>
              </a:ext>
            </a:extLst>
          </p:cNvPr>
          <p:cNvSpPr>
            <a:spLocks noGrp="1"/>
          </p:cNvSpPr>
          <p:nvPr>
            <p:ph sz="half" idx="17" hasCustomPrompt="1"/>
            <p:custDataLst>
              <p:tags r:id="rId7"/>
            </p:custDataLst>
          </p:nvPr>
        </p:nvSpPr>
        <p:spPr>
          <a:xfrm>
            <a:off x="8004683" y="2628900"/>
            <a:ext cx="2880000"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51" name="Textplatzhalter 6">
            <a:extLst>
              <a:ext uri="{FF2B5EF4-FFF2-40B4-BE49-F238E27FC236}">
                <a16:creationId xmlns:a16="http://schemas.microsoft.com/office/drawing/2014/main" id="{8A0E8162-B812-4DFA-A815-61AA72E5C157}"/>
              </a:ext>
            </a:extLst>
          </p:cNvPr>
          <p:cNvSpPr>
            <a:spLocks noGrp="1"/>
          </p:cNvSpPr>
          <p:nvPr>
            <p:ph type="body" sz="quarter" idx="20" hasCustomPrompt="1"/>
            <p:custDataLst>
              <p:tags r:id="rId8"/>
            </p:custDataLst>
          </p:nvPr>
        </p:nvSpPr>
        <p:spPr>
          <a:xfrm>
            <a:off x="8003901"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93027492-3CB4-4D02-9A01-189D75146616}"/>
              </a:ext>
            </a:extLst>
          </p:cNvPr>
          <p:cNvSpPr>
            <a:spLocks noGrp="1"/>
          </p:cNvSpPr>
          <p:nvPr>
            <p:ph type="ftr" sz="quarter" idx="15"/>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8BD27729-9276-4DB3-AF92-EA11DF36B7B7}"/>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789034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Inhalte mit 2 Überschriften">
    <p:spTree>
      <p:nvGrpSpPr>
        <p:cNvPr id="1" name=""/>
        <p:cNvGrpSpPr/>
        <p:nvPr/>
      </p:nvGrpSpPr>
      <p:grpSpPr>
        <a:xfrm>
          <a:off x="0" y="0"/>
          <a:ext cx="0" cy="0"/>
          <a:chOff x="0" y="0"/>
          <a:chExt cx="0" cy="0"/>
        </a:xfrm>
      </p:grpSpPr>
      <p:pic>
        <p:nvPicPr>
          <p:cNvPr id="46" name="Grafik 45" descr="Logo der Technischen Universität Wien">
            <a:extLst>
              <a:ext uri="{FF2B5EF4-FFF2-40B4-BE49-F238E27FC236}">
                <a16:creationId xmlns:a16="http://schemas.microsoft.com/office/drawing/2014/main" id="{099E51E9-DC66-419A-A177-526841A9308B}"/>
              </a:ext>
            </a:extLst>
          </p:cNvPr>
          <p:cNvPicPr/>
          <p:nvPr userDrawn="1">
            <p:custDataLst>
              <p:tags r:id="rId1"/>
            </p:custDataLst>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8287" y="466725"/>
            <a:ext cx="1939882" cy="734886"/>
          </a:xfrm>
          <a:prstGeom prst="rect">
            <a:avLst/>
          </a:prstGeom>
        </p:spPr>
      </p:pic>
      <p:sp>
        <p:nvSpPr>
          <p:cNvPr id="7" name="Foliennummernplatzhalter 6">
            <a:extLst>
              <a:ext uri="{FF2B5EF4-FFF2-40B4-BE49-F238E27FC236}">
                <a16:creationId xmlns:a16="http://schemas.microsoft.com/office/drawing/2014/main" id="{29B3A894-6582-4131-8E80-1DD0D8D21934}"/>
              </a:ext>
            </a:extLst>
          </p:cNvPr>
          <p:cNvSpPr>
            <a:spLocks noGrp="1"/>
          </p:cNvSpPr>
          <p:nvPr>
            <p:ph type="sldNum" sz="quarter" idx="17"/>
            <p:custDataLst>
              <p:tags r:id="rId2"/>
            </p:custDataLst>
          </p:nvPr>
        </p:nvSpPr>
        <p:spPr/>
        <p:txBody>
          <a:bodyPr/>
          <a:lstStyle/>
          <a:p>
            <a:fld id="{418F7AD7-DC47-44A0-A9D7-F1C17BFD6F09}" type="slidenum">
              <a:rPr lang="de-AT" smtClean="0"/>
              <a:pPr/>
              <a:t>‹#›</a:t>
            </a:fld>
            <a:endParaRPr lang="de-AT" dirty="0"/>
          </a:p>
        </p:txBody>
      </p:sp>
      <p:sp>
        <p:nvSpPr>
          <p:cNvPr id="44" name="Titel 43">
            <a:extLst>
              <a:ext uri="{FF2B5EF4-FFF2-40B4-BE49-F238E27FC236}">
                <a16:creationId xmlns:a16="http://schemas.microsoft.com/office/drawing/2014/main" id="{F963C0A1-5171-448F-A988-DE64FAB96000}"/>
              </a:ext>
            </a:extLst>
          </p:cNvPr>
          <p:cNvSpPr>
            <a:spLocks noGrp="1"/>
          </p:cNvSpPr>
          <p:nvPr>
            <p:ph type="title"/>
            <p:custDataLst>
              <p:tags r:id="rId3"/>
            </p:custDataLst>
          </p:nvPr>
        </p:nvSpPr>
        <p:spPr>
          <a:xfrm>
            <a:off x="1308101" y="1549399"/>
            <a:ext cx="4464050"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4"/>
            </p:custDataLst>
          </p:nvPr>
        </p:nvSpPr>
        <p:spPr>
          <a:xfrm>
            <a:off x="1308100" y="2628900"/>
            <a:ext cx="4464051"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5" name="Textplatzhalter 6">
            <a:extLst>
              <a:ext uri="{FF2B5EF4-FFF2-40B4-BE49-F238E27FC236}">
                <a16:creationId xmlns:a16="http://schemas.microsoft.com/office/drawing/2014/main" id="{F036BFB8-13F4-45C1-A152-0C4BA80C11B8}"/>
              </a:ext>
            </a:extLst>
          </p:cNvPr>
          <p:cNvSpPr>
            <a:spLocks noGrp="1"/>
          </p:cNvSpPr>
          <p:nvPr>
            <p:ph type="body" sz="quarter" idx="18" hasCustomPrompt="1"/>
            <p:custDataLst>
              <p:tags r:id="rId5"/>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Textplatzhalter 4">
            <a:extLst>
              <a:ext uri="{FF2B5EF4-FFF2-40B4-BE49-F238E27FC236}">
                <a16:creationId xmlns:a16="http://schemas.microsoft.com/office/drawing/2014/main" id="{090A6531-1A5C-4E36-808F-D401F287FCB8}"/>
              </a:ext>
            </a:extLst>
          </p:cNvPr>
          <p:cNvSpPr>
            <a:spLocks noGrp="1"/>
          </p:cNvSpPr>
          <p:nvPr>
            <p:ph type="body" sz="quarter" idx="11" hasCustomPrompt="1"/>
            <p:custDataLst>
              <p:tags r:id="rId6"/>
            </p:custDataLst>
          </p:nvPr>
        </p:nvSpPr>
        <p:spPr bwMode="gray">
          <a:xfrm>
            <a:off x="6419849" y="1549401"/>
            <a:ext cx="4464000" cy="828674"/>
          </a:xfrm>
        </p:spPr>
        <p:txBody>
          <a:bodyPr anchor="b"/>
          <a:lstStyle>
            <a:lvl1pPr marL="0" indent="0">
              <a:buNone/>
              <a:defRPr sz="3200" b="1">
                <a:solidFill>
                  <a:schemeClr val="accent1"/>
                </a:solidFill>
              </a:defRPr>
            </a:lvl1pPr>
          </a:lstStyle>
          <a:p>
            <a:pPr lvl="0"/>
            <a:r>
              <a:rPr lang="de-AT" dirty="0"/>
              <a:t>Titel kurz</a:t>
            </a:r>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7"/>
            </p:custDataLst>
          </p:nvPr>
        </p:nvSpPr>
        <p:spPr>
          <a:xfrm>
            <a:off x="6419849" y="2628900"/>
            <a:ext cx="4464000"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8" name="Textplatzhalter 6">
            <a:extLst>
              <a:ext uri="{FF2B5EF4-FFF2-40B4-BE49-F238E27FC236}">
                <a16:creationId xmlns:a16="http://schemas.microsoft.com/office/drawing/2014/main" id="{EDFB22B7-5CFA-40C9-876A-2EEB5D5B9329}"/>
              </a:ext>
            </a:extLst>
          </p:cNvPr>
          <p:cNvSpPr>
            <a:spLocks noGrp="1"/>
          </p:cNvSpPr>
          <p:nvPr>
            <p:ph type="body" sz="quarter" idx="20" hasCustomPrompt="1"/>
            <p:custDataLst>
              <p:tags r:id="rId8"/>
            </p:custDataLst>
          </p:nvPr>
        </p:nvSpPr>
        <p:spPr>
          <a:xfrm>
            <a:off x="6419327"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01645802-C8CA-46DF-993F-A4B3CBA5C158}"/>
              </a:ext>
            </a:extLst>
          </p:cNvPr>
          <p:cNvSpPr>
            <a:spLocks noGrp="1"/>
          </p:cNvSpPr>
          <p:nvPr>
            <p:ph type="ftr" sz="quarter" idx="16"/>
          </p:nvPr>
        </p:nvSpPr>
        <p:spPr/>
        <p:txBody>
          <a:bodyPr/>
          <a:lstStyle/>
          <a:p>
            <a:r>
              <a:rPr lang="de-AT"/>
              <a:t>Musterpräsentation | September 2021</a:t>
            </a:r>
            <a:endParaRPr lang="de-AT" dirty="0"/>
          </a:p>
        </p:txBody>
      </p:sp>
    </p:spTree>
    <p:extLst>
      <p:ext uri="{BB962C8B-B14F-4D97-AF65-F5344CB8AC3E}">
        <p14:creationId xmlns:p14="http://schemas.microsoft.com/office/powerpoint/2010/main" val="2139903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und Bild groß">
    <p:spTree>
      <p:nvGrpSpPr>
        <p:cNvPr id="1" name=""/>
        <p:cNvGrpSpPr/>
        <p:nvPr/>
      </p:nvGrpSpPr>
      <p:grpSpPr>
        <a:xfrm>
          <a:off x="0" y="0"/>
          <a:ext cx="0" cy="0"/>
          <a:chOff x="0" y="0"/>
          <a:chExt cx="0" cy="0"/>
        </a:xfrm>
      </p:grpSpPr>
      <p:pic>
        <p:nvPicPr>
          <p:cNvPr id="44" name="Grafik 43" descr="Logo der Technischen Universität Wien">
            <a:extLst>
              <a:ext uri="{FF2B5EF4-FFF2-40B4-BE49-F238E27FC236}">
                <a16:creationId xmlns:a16="http://schemas.microsoft.com/office/drawing/2014/main" id="{6F6E8048-A8A6-40D6-9F76-8C1F76FD6D30}"/>
              </a:ext>
            </a:extLst>
          </p:cNvPr>
          <p:cNvPicPr/>
          <p:nvPr userDrawn="1">
            <p:custDataLst>
              <p:tags r:id="rId1"/>
            </p:custDataLst>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8287" y="466725"/>
            <a:ext cx="1939882" cy="734886"/>
          </a:xfrm>
          <a:prstGeom prst="rect">
            <a:avLst/>
          </a:prstGeom>
        </p:spPr>
      </p:pic>
      <p:sp>
        <p:nvSpPr>
          <p:cNvPr id="2" name="Titel 1">
            <a:extLst>
              <a:ext uri="{FF2B5EF4-FFF2-40B4-BE49-F238E27FC236}">
                <a16:creationId xmlns:a16="http://schemas.microsoft.com/office/drawing/2014/main" id="{33818965-B1EA-4BB7-B603-FBD6BFB823F3}"/>
              </a:ext>
            </a:extLst>
          </p:cNvPr>
          <p:cNvSpPr>
            <a:spLocks noGrp="1"/>
          </p:cNvSpPr>
          <p:nvPr>
            <p:ph type="title"/>
            <p:custDataLst>
              <p:tags r:id="rId2"/>
            </p:custDataLst>
          </p:nvPr>
        </p:nvSpPr>
        <p:spPr>
          <a:xfrm>
            <a:off x="1308101" y="1549399"/>
            <a:ext cx="4464050" cy="828675"/>
          </a:xfrm>
        </p:spPr>
        <p:txBody>
          <a:body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2628900"/>
            <a:ext cx="4464050" cy="32750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1" name="Bildplatzhalter 10">
            <a:extLst>
              <a:ext uri="{FF2B5EF4-FFF2-40B4-BE49-F238E27FC236}">
                <a16:creationId xmlns:a16="http://schemas.microsoft.com/office/drawing/2014/main" id="{90032777-F022-4926-B155-9B65CA68852D}"/>
              </a:ext>
            </a:extLst>
          </p:cNvPr>
          <p:cNvSpPr>
            <a:spLocks noGrp="1"/>
          </p:cNvSpPr>
          <p:nvPr>
            <p:ph type="pic" sz="quarter" idx="12"/>
            <p:custDataLst>
              <p:tags r:id="rId4"/>
            </p:custDataLst>
          </p:nvPr>
        </p:nvSpPr>
        <p:spPr>
          <a:xfrm>
            <a:off x="6419850" y="466724"/>
            <a:ext cx="5292725" cy="5257801"/>
          </a:xfrm>
        </p:spPr>
        <p:txBody>
          <a:bodyPr/>
          <a:lstStyle>
            <a:lvl1pPr marL="0" indent="0">
              <a:buNone/>
              <a:defRPr/>
            </a:lvl1pPr>
          </a:lstStyle>
          <a:p>
            <a:r>
              <a:rPr lang="en-US"/>
              <a:t>Click icon to add picture</a:t>
            </a:r>
            <a:endParaRPr lang="de-AT" dirty="0"/>
          </a:p>
        </p:txBody>
      </p:sp>
      <p:sp>
        <p:nvSpPr>
          <p:cNvPr id="43" name="Textplatzhalter 6">
            <a:extLst>
              <a:ext uri="{FF2B5EF4-FFF2-40B4-BE49-F238E27FC236}">
                <a16:creationId xmlns:a16="http://schemas.microsoft.com/office/drawing/2014/main" id="{D7E7DD6B-7A49-46D6-9B77-F3D80A663AC4}"/>
              </a:ext>
            </a:extLst>
          </p:cNvPr>
          <p:cNvSpPr>
            <a:spLocks noGrp="1"/>
          </p:cNvSpPr>
          <p:nvPr>
            <p:ph type="body" sz="quarter" idx="20" hasCustomPrompt="1"/>
            <p:custDataLst>
              <p:tags r:id="rId5"/>
            </p:custDataLst>
          </p:nvPr>
        </p:nvSpPr>
        <p:spPr>
          <a:xfrm>
            <a:off x="6422935" y="579596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6498FEE5-0E49-40F0-A7F3-0900FB3D0710}"/>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B03C87CB-D750-4CCA-B59C-9E8CA49429C9}"/>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722140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und Bild Querformat">
    <p:spTree>
      <p:nvGrpSpPr>
        <p:cNvPr id="1" name=""/>
        <p:cNvGrpSpPr/>
        <p:nvPr/>
      </p:nvGrpSpPr>
      <p:grpSpPr>
        <a:xfrm>
          <a:off x="0" y="0"/>
          <a:ext cx="0" cy="0"/>
          <a:chOff x="0" y="0"/>
          <a:chExt cx="0" cy="0"/>
        </a:xfrm>
      </p:grpSpPr>
      <p:pic>
        <p:nvPicPr>
          <p:cNvPr id="46" name="Grafik 45" descr="Logo der Technischen Universität Wien">
            <a:extLst>
              <a:ext uri="{FF2B5EF4-FFF2-40B4-BE49-F238E27FC236}">
                <a16:creationId xmlns:a16="http://schemas.microsoft.com/office/drawing/2014/main" id="{8255916F-C74A-4F99-B096-58397C68C15E}"/>
              </a:ext>
            </a:extLst>
          </p:cNvPr>
          <p:cNvPicPr/>
          <p:nvPr userDrawn="1">
            <p:custDataLst>
              <p:tags r:id="rId1"/>
            </p:custDataLst>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8287" y="466725"/>
            <a:ext cx="1939882" cy="734886"/>
          </a:xfrm>
          <a:prstGeom prst="rect">
            <a:avLst/>
          </a:prstGeom>
        </p:spPr>
      </p:pic>
      <p:sp>
        <p:nvSpPr>
          <p:cNvPr id="5" name="Titel 4">
            <a:extLst>
              <a:ext uri="{FF2B5EF4-FFF2-40B4-BE49-F238E27FC236}">
                <a16:creationId xmlns:a16="http://schemas.microsoft.com/office/drawing/2014/main" id="{23A681F0-FCE5-4B65-9CC1-B94D7109D7CD}"/>
              </a:ext>
            </a:extLst>
          </p:cNvPr>
          <p:cNvSpPr>
            <a:spLocks noGrp="1"/>
          </p:cNvSpPr>
          <p:nvPr>
            <p:ph type="title"/>
            <p:custDataLst>
              <p:tags r:id="rId2"/>
            </p:custDataLst>
          </p:nvPr>
        </p:nvSpPr>
        <p:spPr>
          <a:xfrm>
            <a:off x="1308101" y="1549399"/>
            <a:ext cx="4464050" cy="828675"/>
          </a:xfrm>
        </p:spPr>
        <p:txBody>
          <a:body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2628900"/>
            <a:ext cx="4464050" cy="2455862"/>
          </a:xfrm>
        </p:spPr>
        <p:txBody>
          <a:bodyPr/>
          <a:lstStyle>
            <a:lvl1pPr>
              <a:buClr>
                <a:schemeClr val="accent1"/>
              </a:buClr>
              <a:defRPr lang="de-AT" dirty="0"/>
            </a:lvl1pPr>
            <a:lvl2pPr>
              <a:buClr>
                <a:schemeClr val="accent1"/>
              </a:buClr>
              <a:defRPr lang="de-AT" dirty="0"/>
            </a:lvl2pPr>
            <a:lvl3pPr>
              <a:buClr>
                <a:schemeClr val="accent1"/>
              </a:buClr>
              <a:defRPr lang="de-AT" dirty="0"/>
            </a:lvl3pPr>
            <a:lvl4pPr>
              <a:buClr>
                <a:schemeClr val="accent1"/>
              </a:buClr>
              <a:defRPr lang="de-AT" dirty="0"/>
            </a:lvl4pPr>
            <a:lvl5pPr>
              <a:buClr>
                <a:schemeClr val="accent1"/>
              </a:buClr>
              <a:defRPr lang="de-AT" dirty="0"/>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1" name="Bildplatzhalter 10">
            <a:extLst>
              <a:ext uri="{FF2B5EF4-FFF2-40B4-BE49-F238E27FC236}">
                <a16:creationId xmlns:a16="http://schemas.microsoft.com/office/drawing/2014/main" id="{90032777-F022-4926-B155-9B65CA68852D}"/>
              </a:ext>
            </a:extLst>
          </p:cNvPr>
          <p:cNvSpPr>
            <a:spLocks noGrp="1"/>
          </p:cNvSpPr>
          <p:nvPr>
            <p:ph type="pic" sz="quarter" idx="12"/>
            <p:custDataLst>
              <p:tags r:id="rId4"/>
            </p:custDataLst>
          </p:nvPr>
        </p:nvSpPr>
        <p:spPr>
          <a:xfrm>
            <a:off x="6419850" y="1549400"/>
            <a:ext cx="5292725" cy="3527425"/>
          </a:xfrm>
        </p:spPr>
        <p:txBody>
          <a:bodyPr/>
          <a:lstStyle>
            <a:lvl1pPr marL="0" indent="0">
              <a:buNone/>
              <a:defRPr/>
            </a:lvl1pPr>
          </a:lstStyle>
          <a:p>
            <a:r>
              <a:rPr lang="en-US"/>
              <a:t>Click icon to add picture</a:t>
            </a:r>
            <a:endParaRPr lang="de-AT" dirty="0"/>
          </a:p>
        </p:txBody>
      </p:sp>
      <p:sp>
        <p:nvSpPr>
          <p:cNvPr id="43" name="Textplatzhalter 6">
            <a:extLst>
              <a:ext uri="{FF2B5EF4-FFF2-40B4-BE49-F238E27FC236}">
                <a16:creationId xmlns:a16="http://schemas.microsoft.com/office/drawing/2014/main" id="{3C366575-A0E1-435D-B2F7-A633BB9BA970}"/>
              </a:ext>
            </a:extLst>
          </p:cNvPr>
          <p:cNvSpPr>
            <a:spLocks noGrp="1"/>
          </p:cNvSpPr>
          <p:nvPr>
            <p:ph type="body" sz="quarter" idx="20" hasCustomPrompt="1"/>
            <p:custDataLst>
              <p:tags r:id="rId5"/>
            </p:custDataLst>
          </p:nvPr>
        </p:nvSpPr>
        <p:spPr>
          <a:xfrm>
            <a:off x="6422935" y="5139015"/>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DAF7C3B0-C23A-4FDF-A6AF-F0A70F586791}"/>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E6F37747-6725-4A2E-9A78-7D0CB46DB205}"/>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4301386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elle">
    <p:spTree>
      <p:nvGrpSpPr>
        <p:cNvPr id="1" name=""/>
        <p:cNvGrpSpPr/>
        <p:nvPr/>
      </p:nvGrpSpPr>
      <p:grpSpPr>
        <a:xfrm>
          <a:off x="0" y="0"/>
          <a:ext cx="0" cy="0"/>
          <a:chOff x="0" y="0"/>
          <a:chExt cx="0" cy="0"/>
        </a:xfrm>
      </p:grpSpPr>
      <p:pic>
        <p:nvPicPr>
          <p:cNvPr id="42" name="Grafik 41" descr="Logo der Technischen Universität Wien">
            <a:extLst>
              <a:ext uri="{FF2B5EF4-FFF2-40B4-BE49-F238E27FC236}">
                <a16:creationId xmlns:a16="http://schemas.microsoft.com/office/drawing/2014/main" id="{01CD9B7C-68E1-417F-A205-77F00F0A1E1F}"/>
              </a:ext>
            </a:extLst>
          </p:cNvPr>
          <p:cNvPicPr/>
          <p:nvPr userDrawn="1">
            <p:custDataLst>
              <p:tags r:id="rId1"/>
            </p:custDataLst>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68287" y="466725"/>
            <a:ext cx="1939882" cy="734886"/>
          </a:xfrm>
          <a:prstGeom prst="rect">
            <a:avLst/>
          </a:prstGeom>
        </p:spPr>
      </p:pic>
      <p:sp>
        <p:nvSpPr>
          <p:cNvPr id="43" name="Titel 42">
            <a:extLst>
              <a:ext uri="{FF2B5EF4-FFF2-40B4-BE49-F238E27FC236}">
                <a16:creationId xmlns:a16="http://schemas.microsoft.com/office/drawing/2014/main" id="{257E20E4-5915-449A-9EAF-02177CB5A4F4}"/>
              </a:ext>
            </a:extLst>
          </p:cNvPr>
          <p:cNvSpPr>
            <a:spLocks noGrp="1"/>
          </p:cNvSpPr>
          <p:nvPr>
            <p:ph type="title"/>
            <p:custDataLst>
              <p:tags r:id="rId2"/>
            </p:custDataLst>
          </p:nvPr>
        </p:nvSpPr>
        <p:spPr/>
        <p:txBody>
          <a:bodyPr/>
          <a:lstStyle/>
          <a:p>
            <a:r>
              <a:rPr lang="en-US"/>
              <a:t>Click to edit Master title style</a:t>
            </a:r>
            <a:endParaRPr lang="de-AT" dirty="0"/>
          </a:p>
        </p:txBody>
      </p:sp>
      <p:sp>
        <p:nvSpPr>
          <p:cNvPr id="7" name="Tabellenplatzhalter 6">
            <a:extLst>
              <a:ext uri="{FF2B5EF4-FFF2-40B4-BE49-F238E27FC236}">
                <a16:creationId xmlns:a16="http://schemas.microsoft.com/office/drawing/2014/main" id="{16875FCD-3D13-4E90-B3E6-1E014D587D9B}"/>
              </a:ext>
            </a:extLst>
          </p:cNvPr>
          <p:cNvSpPr>
            <a:spLocks noGrp="1"/>
          </p:cNvSpPr>
          <p:nvPr>
            <p:ph type="tbl" sz="quarter" idx="11"/>
            <p:custDataLst>
              <p:tags r:id="rId3"/>
            </p:custDataLst>
          </p:nvPr>
        </p:nvSpPr>
        <p:spPr>
          <a:xfrm>
            <a:off x="1307069" y="2628900"/>
            <a:ext cx="10405506" cy="3103562"/>
          </a:xfrm>
        </p:spPr>
        <p:txBody>
          <a:bodyPr/>
          <a:lstStyle>
            <a:lvl1pPr marL="0" indent="0">
              <a:buNone/>
              <a:defRPr/>
            </a:lvl1pPr>
          </a:lstStyle>
          <a:p>
            <a:r>
              <a:rPr lang="en-US"/>
              <a:t>Click icon to add table</a:t>
            </a:r>
            <a:endParaRPr lang="de-AT" dirty="0"/>
          </a:p>
        </p:txBody>
      </p:sp>
      <p:sp>
        <p:nvSpPr>
          <p:cNvPr id="44" name="Textplatzhalter 6">
            <a:extLst>
              <a:ext uri="{FF2B5EF4-FFF2-40B4-BE49-F238E27FC236}">
                <a16:creationId xmlns:a16="http://schemas.microsoft.com/office/drawing/2014/main" id="{477C37F3-41FF-4F9C-879D-61D49123C46A}"/>
              </a:ext>
            </a:extLst>
          </p:cNvPr>
          <p:cNvSpPr>
            <a:spLocks noGrp="1"/>
          </p:cNvSpPr>
          <p:nvPr>
            <p:ph type="body" sz="quarter" idx="18" hasCustomPrompt="1"/>
            <p:custDataLst>
              <p:tags r:id="rId4"/>
            </p:custDataLst>
          </p:nvPr>
        </p:nvSpPr>
        <p:spPr>
          <a:xfrm>
            <a:off x="1308099" y="5795962"/>
            <a:ext cx="1040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 name="Fußzeilenplatzhalter 3">
            <a:extLst>
              <a:ext uri="{FF2B5EF4-FFF2-40B4-BE49-F238E27FC236}">
                <a16:creationId xmlns:a16="http://schemas.microsoft.com/office/drawing/2014/main" id="{2A144BF2-C4EA-4914-B417-C39C63944825}"/>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02E67494-E528-4F3B-BF5C-BED8288A0989}"/>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927438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und Diagramm">
    <p:spTree>
      <p:nvGrpSpPr>
        <p:cNvPr id="1" name=""/>
        <p:cNvGrpSpPr/>
        <p:nvPr/>
      </p:nvGrpSpPr>
      <p:grpSpPr>
        <a:xfrm>
          <a:off x="0" y="0"/>
          <a:ext cx="0" cy="0"/>
          <a:chOff x="0" y="0"/>
          <a:chExt cx="0" cy="0"/>
        </a:xfrm>
      </p:grpSpPr>
      <p:pic>
        <p:nvPicPr>
          <p:cNvPr id="45" name="Grafik 44" descr="Logo der Technischen Universität Wien">
            <a:extLst>
              <a:ext uri="{FF2B5EF4-FFF2-40B4-BE49-F238E27FC236}">
                <a16:creationId xmlns:a16="http://schemas.microsoft.com/office/drawing/2014/main" id="{A3C39FBE-5949-4D36-BF84-EE4617A28BE0}"/>
              </a:ext>
            </a:extLst>
          </p:cNvPr>
          <p:cNvPicPr/>
          <p:nvPr userDrawn="1">
            <p:custDataLst>
              <p:tags r:id="rId1"/>
            </p:custDataLst>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8287" y="466725"/>
            <a:ext cx="1939882" cy="734886"/>
          </a:xfrm>
          <a:prstGeom prst="rect">
            <a:avLst/>
          </a:prstGeom>
        </p:spPr>
      </p:pic>
      <p:sp>
        <p:nvSpPr>
          <p:cNvPr id="6" name="Titel 5">
            <a:extLst>
              <a:ext uri="{FF2B5EF4-FFF2-40B4-BE49-F238E27FC236}">
                <a16:creationId xmlns:a16="http://schemas.microsoft.com/office/drawing/2014/main" id="{6C00A8C0-0C94-4283-B6B6-E3602A0E62F2}"/>
              </a:ext>
            </a:extLst>
          </p:cNvPr>
          <p:cNvSpPr>
            <a:spLocks noGrp="1"/>
          </p:cNvSpPr>
          <p:nvPr>
            <p:ph type="title"/>
            <p:custDataLst>
              <p:tags r:id="rId2"/>
            </p:custDataLst>
          </p:nvPr>
        </p:nvSpPr>
        <p:spPr>
          <a:xfrm>
            <a:off x="1308101" y="1549399"/>
            <a:ext cx="4464050" cy="828675"/>
          </a:xfrm>
        </p:spPr>
        <p:txBody>
          <a:body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2628900"/>
            <a:ext cx="4464050" cy="32750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3" name="Diagrammplatzhalter 2">
            <a:extLst>
              <a:ext uri="{FF2B5EF4-FFF2-40B4-BE49-F238E27FC236}">
                <a16:creationId xmlns:a16="http://schemas.microsoft.com/office/drawing/2014/main" id="{32E0DB4B-5F1B-42DD-83CB-F2653DB6A8BB}"/>
              </a:ext>
            </a:extLst>
          </p:cNvPr>
          <p:cNvSpPr>
            <a:spLocks noGrp="1"/>
          </p:cNvSpPr>
          <p:nvPr>
            <p:ph type="chart" sz="quarter" idx="14"/>
            <p:custDataLst>
              <p:tags r:id="rId4"/>
            </p:custDataLst>
          </p:nvPr>
        </p:nvSpPr>
        <p:spPr>
          <a:xfrm>
            <a:off x="6419850" y="1209674"/>
            <a:ext cx="5292725" cy="4514851"/>
          </a:xfrm>
        </p:spPr>
        <p:txBody>
          <a:bodyPr/>
          <a:lstStyle>
            <a:lvl1pPr marL="0" indent="0">
              <a:buNone/>
              <a:defRPr/>
            </a:lvl1pPr>
          </a:lstStyle>
          <a:p>
            <a:r>
              <a:rPr lang="en-US"/>
              <a:t>Click icon to add chart</a:t>
            </a:r>
            <a:endParaRPr lang="de-AT" dirty="0"/>
          </a:p>
        </p:txBody>
      </p:sp>
      <p:sp>
        <p:nvSpPr>
          <p:cNvPr id="43" name="Textplatzhalter 6">
            <a:extLst>
              <a:ext uri="{FF2B5EF4-FFF2-40B4-BE49-F238E27FC236}">
                <a16:creationId xmlns:a16="http://schemas.microsoft.com/office/drawing/2014/main" id="{C2ADED94-8356-4555-85DB-EBCA122F7F78}"/>
              </a:ext>
            </a:extLst>
          </p:cNvPr>
          <p:cNvSpPr>
            <a:spLocks noGrp="1"/>
          </p:cNvSpPr>
          <p:nvPr>
            <p:ph type="body" sz="quarter" idx="20" hasCustomPrompt="1"/>
            <p:custDataLst>
              <p:tags r:id="rId5"/>
            </p:custDataLst>
          </p:nvPr>
        </p:nvSpPr>
        <p:spPr>
          <a:xfrm>
            <a:off x="6422935" y="579596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3AF8834E-16B1-4EE9-8DF7-FA1E2F51D028}"/>
              </a:ext>
            </a:extLst>
          </p:cNvPr>
          <p:cNvSpPr>
            <a:spLocks noGrp="1"/>
          </p:cNvSpPr>
          <p:nvPr>
            <p:ph type="ftr" sz="quarter" idx="15"/>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676AD5D1-50CA-4899-9199-1E0698A40712}"/>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819919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Video">
    <p:bg bwMode="gray">
      <p:bgPr>
        <a:solidFill>
          <a:schemeClr val="tx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E750BCC-5617-4E30-A125-B426A9710263}"/>
              </a:ext>
            </a:extLst>
          </p:cNvPr>
          <p:cNvSpPr>
            <a:spLocks noGrp="1"/>
          </p:cNvSpPr>
          <p:nvPr>
            <p:ph type="title"/>
            <p:custDataLst>
              <p:tags r:id="rId1"/>
            </p:custDataLst>
          </p:nvPr>
        </p:nvSpPr>
        <p:spPr>
          <a:xfrm>
            <a:off x="822961" y="195048"/>
            <a:ext cx="10469880" cy="507896"/>
          </a:xfrm>
        </p:spPr>
        <p:txBody>
          <a:bodyPr/>
          <a:lstStyle>
            <a:lvl1pPr>
              <a:defRPr>
                <a:solidFill>
                  <a:schemeClr val="bg1"/>
                </a:solidFill>
              </a:defRPr>
            </a:lvl1pPr>
          </a:lstStyle>
          <a:p>
            <a:r>
              <a:rPr lang="en-US"/>
              <a:t>Click to edit Master title style</a:t>
            </a:r>
            <a:endParaRPr lang="de-AT" dirty="0"/>
          </a:p>
        </p:txBody>
      </p:sp>
      <p:sp>
        <p:nvSpPr>
          <p:cNvPr id="8" name="Medienplatzhalter 7">
            <a:extLst>
              <a:ext uri="{FF2B5EF4-FFF2-40B4-BE49-F238E27FC236}">
                <a16:creationId xmlns:a16="http://schemas.microsoft.com/office/drawing/2014/main" id="{9DB15156-AFEA-490A-9AB3-282980DCE6BB}"/>
              </a:ext>
            </a:extLst>
          </p:cNvPr>
          <p:cNvSpPr>
            <a:spLocks noGrp="1"/>
          </p:cNvSpPr>
          <p:nvPr>
            <p:ph type="media" sz="quarter" idx="11"/>
            <p:custDataLst>
              <p:tags r:id="rId2"/>
            </p:custDataLst>
          </p:nvPr>
        </p:nvSpPr>
        <p:spPr>
          <a:xfrm>
            <a:off x="838200" y="860793"/>
            <a:ext cx="10454640" cy="5179859"/>
          </a:xfrm>
        </p:spPr>
        <p:txBody>
          <a:bodyPr/>
          <a:lstStyle>
            <a:lvl1pPr marL="0" indent="0">
              <a:buNone/>
              <a:defRPr>
                <a:solidFill>
                  <a:schemeClr val="bg1"/>
                </a:solidFill>
              </a:defRPr>
            </a:lvl1pPr>
          </a:lstStyle>
          <a:p>
            <a:r>
              <a:rPr lang="en-US"/>
              <a:t>Click icon to add media</a:t>
            </a:r>
            <a:endParaRPr lang="de-AT" dirty="0"/>
          </a:p>
        </p:txBody>
      </p:sp>
      <p:sp>
        <p:nvSpPr>
          <p:cNvPr id="10" name="Textplatzhalter 6">
            <a:extLst>
              <a:ext uri="{FF2B5EF4-FFF2-40B4-BE49-F238E27FC236}">
                <a16:creationId xmlns:a16="http://schemas.microsoft.com/office/drawing/2014/main" id="{023AC317-B486-4CC7-B5B5-23C174489D1B}"/>
              </a:ext>
            </a:extLst>
          </p:cNvPr>
          <p:cNvSpPr>
            <a:spLocks noGrp="1"/>
          </p:cNvSpPr>
          <p:nvPr>
            <p:ph type="body" sz="quarter" idx="20" hasCustomPrompt="1"/>
            <p:custDataLst>
              <p:tags r:id="rId3"/>
            </p:custDataLst>
          </p:nvPr>
        </p:nvSpPr>
        <p:spPr>
          <a:xfrm>
            <a:off x="6422935" y="6082240"/>
            <a:ext cx="4869905" cy="100013"/>
          </a:xfrm>
        </p:spPr>
        <p:txBody>
          <a:bodyPr anchor="b"/>
          <a:lstStyle>
            <a:lvl1pPr marL="0" indent="0">
              <a:buNone/>
              <a:defRPr sz="800" cap="all" baseline="0">
                <a:solidFill>
                  <a:schemeClr val="bg1"/>
                </a:solidFill>
              </a:defRPr>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963120CD-C498-4220-A8B4-BE4E0E076332}"/>
              </a:ext>
            </a:extLst>
          </p:cNvPr>
          <p:cNvSpPr>
            <a:spLocks noGrp="1"/>
          </p:cNvSpPr>
          <p:nvPr>
            <p:ph type="ftr" sz="quarter" idx="14"/>
          </p:nvPr>
        </p:nvSpPr>
        <p:spPr/>
        <p:txBody>
          <a:bodyPr/>
          <a:lstStyle/>
          <a:p>
            <a:r>
              <a:rPr lang="de-AT"/>
              <a:t>Musterpräsentation | September 2021</a:t>
            </a:r>
            <a:endParaRPr lang="de-AT" dirty="0"/>
          </a:p>
        </p:txBody>
      </p:sp>
      <p:sp>
        <p:nvSpPr>
          <p:cNvPr id="3" name="Foliennummernplatzhalter 2">
            <a:extLst>
              <a:ext uri="{FF2B5EF4-FFF2-40B4-BE49-F238E27FC236}">
                <a16:creationId xmlns:a16="http://schemas.microsoft.com/office/drawing/2014/main" id="{F6E1F152-AD0F-4B68-9E69-AE6948F47C76}"/>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730932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Zitat etc.">
    <p:bg bwMode="gray">
      <p:bgPr>
        <a:solidFill>
          <a:schemeClr val="tx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E750BCC-5617-4E30-A125-B426A9710263}"/>
              </a:ext>
            </a:extLst>
          </p:cNvPr>
          <p:cNvSpPr>
            <a:spLocks noGrp="1"/>
          </p:cNvSpPr>
          <p:nvPr>
            <p:ph type="title"/>
            <p:custDataLst>
              <p:tags r:id="rId1"/>
            </p:custDataLst>
          </p:nvPr>
        </p:nvSpPr>
        <p:spPr>
          <a:xfrm>
            <a:off x="1308100" y="1209676"/>
            <a:ext cx="9577388" cy="3099778"/>
          </a:xfrm>
        </p:spPr>
        <p:txBody>
          <a:bodyPr anchor="ctr"/>
          <a:lstStyle>
            <a:lvl1pPr algn="ctr">
              <a:defRPr sz="4000">
                <a:solidFill>
                  <a:schemeClr val="bg1"/>
                </a:solidFill>
              </a:defRPr>
            </a:lvl1pPr>
          </a:lstStyle>
          <a:p>
            <a:r>
              <a:rPr lang="en-US"/>
              <a:t>Click to edit Master title style</a:t>
            </a:r>
            <a:endParaRPr lang="de-AT" dirty="0"/>
          </a:p>
        </p:txBody>
      </p:sp>
      <p:sp>
        <p:nvSpPr>
          <p:cNvPr id="5" name="Textplatzhalter 4">
            <a:extLst>
              <a:ext uri="{FF2B5EF4-FFF2-40B4-BE49-F238E27FC236}">
                <a16:creationId xmlns:a16="http://schemas.microsoft.com/office/drawing/2014/main" id="{1B6E97C2-5489-4CD9-873E-EF97AACF8A28}"/>
              </a:ext>
            </a:extLst>
          </p:cNvPr>
          <p:cNvSpPr>
            <a:spLocks noGrp="1"/>
          </p:cNvSpPr>
          <p:nvPr>
            <p:ph type="body" sz="quarter" idx="16"/>
          </p:nvPr>
        </p:nvSpPr>
        <p:spPr>
          <a:xfrm>
            <a:off x="6232525" y="4503737"/>
            <a:ext cx="4652963" cy="573088"/>
          </a:xfrm>
        </p:spPr>
        <p:txBody>
          <a:bodyPr/>
          <a:lstStyle>
            <a:lvl1pPr marL="0" indent="0" algn="r">
              <a:buNone/>
              <a:defRPr sz="1800">
                <a:solidFill>
                  <a:schemeClr val="bg1"/>
                </a:solidFill>
              </a:defRPr>
            </a:lvl1pPr>
            <a:lvl2pPr algn="r">
              <a:defRPr sz="1600">
                <a:solidFill>
                  <a:schemeClr val="bg1"/>
                </a:solidFill>
              </a:defRPr>
            </a:lvl2pPr>
            <a:lvl3pPr algn="r">
              <a:defRPr sz="1400">
                <a:solidFill>
                  <a:schemeClr val="bg1"/>
                </a:solidFill>
              </a:defRPr>
            </a:lvl3pPr>
            <a:lvl4pPr algn="r">
              <a:defRPr sz="1400">
                <a:solidFill>
                  <a:schemeClr val="bg1"/>
                </a:solidFill>
              </a:defRPr>
            </a:lvl4pPr>
            <a:lvl5pPr algn="r">
              <a:defRPr sz="1400">
                <a:solidFill>
                  <a:schemeClr val="bg1"/>
                </a:solidFill>
              </a:defRPr>
            </a:lvl5pPr>
          </a:lstStyle>
          <a:p>
            <a:pPr lvl="0"/>
            <a:r>
              <a:rPr lang="en-US"/>
              <a:t>Click to edit Master text styles</a:t>
            </a:r>
          </a:p>
        </p:txBody>
      </p:sp>
      <p:sp>
        <p:nvSpPr>
          <p:cNvPr id="2" name="Fußzeilenplatzhalter 1">
            <a:extLst>
              <a:ext uri="{FF2B5EF4-FFF2-40B4-BE49-F238E27FC236}">
                <a16:creationId xmlns:a16="http://schemas.microsoft.com/office/drawing/2014/main" id="{963120CD-C498-4220-A8B4-BE4E0E076332}"/>
              </a:ext>
            </a:extLst>
          </p:cNvPr>
          <p:cNvSpPr>
            <a:spLocks noGrp="1"/>
          </p:cNvSpPr>
          <p:nvPr>
            <p:ph type="ftr" sz="quarter" idx="14"/>
          </p:nvPr>
        </p:nvSpPr>
        <p:spPr/>
        <p:txBody>
          <a:bodyPr/>
          <a:lstStyle/>
          <a:p>
            <a:r>
              <a:rPr lang="de-AT"/>
              <a:t>Musterpräsentation | September 2021</a:t>
            </a:r>
            <a:endParaRPr lang="de-AT" dirty="0"/>
          </a:p>
        </p:txBody>
      </p:sp>
      <p:sp>
        <p:nvSpPr>
          <p:cNvPr id="3" name="Foliennummernplatzhalter 2">
            <a:extLst>
              <a:ext uri="{FF2B5EF4-FFF2-40B4-BE49-F238E27FC236}">
                <a16:creationId xmlns:a16="http://schemas.microsoft.com/office/drawing/2014/main" id="{F6E1F152-AD0F-4B68-9E69-AE6948F47C76}"/>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95621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ld">
    <p:bg>
      <p:bgRef idx="1001">
        <a:schemeClr val="bg1"/>
      </p:bgRef>
    </p:bg>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88835D5-7CB1-4717-895C-F6ACBDD1151E}"/>
              </a:ext>
            </a:extLst>
          </p:cNvPr>
          <p:cNvSpPr>
            <a:spLocks noGrp="1"/>
          </p:cNvSpPr>
          <p:nvPr>
            <p:ph type="pic" sz="quarter" idx="16"/>
            <p:custDataLst>
              <p:tags r:id="rId1"/>
            </p:custDataLst>
          </p:nvPr>
        </p:nvSpPr>
        <p:spPr>
          <a:xfrm>
            <a:off x="0" y="0"/>
            <a:ext cx="12192000" cy="6063380"/>
          </a:xfrm>
          <a:solidFill>
            <a:schemeClr val="bg1">
              <a:lumMod val="75000"/>
            </a:schemeClr>
          </a:solidFill>
          <a:ln>
            <a:noFill/>
          </a:ln>
        </p:spPr>
        <p:txBody>
          <a:bodyPr/>
          <a:lstStyle>
            <a:lvl1pPr marL="0" indent="0">
              <a:buNone/>
              <a:defRPr/>
            </a:lvl1pPr>
          </a:lstStyle>
          <a:p>
            <a:r>
              <a:rPr lang="en-US"/>
              <a:t>Click icon to add picture</a:t>
            </a:r>
            <a:endParaRPr lang="de-AT" dirty="0"/>
          </a:p>
        </p:txBody>
      </p:sp>
      <p:sp>
        <p:nvSpPr>
          <p:cNvPr id="13" name="Titel 12">
            <a:extLst>
              <a:ext uri="{FF2B5EF4-FFF2-40B4-BE49-F238E27FC236}">
                <a16:creationId xmlns:a16="http://schemas.microsoft.com/office/drawing/2014/main" id="{DE750BCC-5617-4E30-A125-B426A9710263}"/>
              </a:ext>
            </a:extLst>
          </p:cNvPr>
          <p:cNvSpPr>
            <a:spLocks noGrp="1"/>
          </p:cNvSpPr>
          <p:nvPr>
            <p:ph type="title"/>
            <p:custDataLst>
              <p:tags r:id="rId2"/>
            </p:custDataLst>
          </p:nvPr>
        </p:nvSpPr>
        <p:spPr>
          <a:xfrm>
            <a:off x="822961" y="195048"/>
            <a:ext cx="10469880" cy="507896"/>
          </a:xfrm>
        </p:spPr>
        <p:txBody>
          <a:bodyPr/>
          <a:lstStyle>
            <a:lvl1pPr>
              <a:defRPr>
                <a:solidFill>
                  <a:schemeClr val="bg1"/>
                </a:solidFill>
              </a:defRPr>
            </a:lvl1pPr>
          </a:lstStyle>
          <a:p>
            <a:r>
              <a:rPr lang="en-US"/>
              <a:t>Click to edit Master title style</a:t>
            </a:r>
            <a:endParaRPr lang="de-AT" dirty="0"/>
          </a:p>
        </p:txBody>
      </p:sp>
      <p:sp>
        <p:nvSpPr>
          <p:cNvPr id="7" name="Textplatzhalter 42">
            <a:extLst>
              <a:ext uri="{FF2B5EF4-FFF2-40B4-BE49-F238E27FC236}">
                <a16:creationId xmlns:a16="http://schemas.microsoft.com/office/drawing/2014/main" id="{B15E41F2-9F0D-4C90-B6D3-88903F9FBD2B}"/>
              </a:ext>
            </a:extLst>
          </p:cNvPr>
          <p:cNvSpPr>
            <a:spLocks noGrp="1"/>
          </p:cNvSpPr>
          <p:nvPr>
            <p:ph type="body" sz="quarter" idx="17" hasCustomPrompt="1"/>
            <p:custDataLst>
              <p:tags r:id="rId3"/>
            </p:custDataLst>
          </p:nvPr>
        </p:nvSpPr>
        <p:spPr>
          <a:xfrm>
            <a:off x="7247493" y="6050376"/>
            <a:ext cx="4465082" cy="171450"/>
          </a:xfrm>
        </p:spPr>
        <p:txBody>
          <a:bodyPr anchor="b"/>
          <a:lstStyle>
            <a:lvl1pPr algn="r">
              <a:buNone/>
              <a:defRPr sz="800" cap="all" baseline="0"/>
            </a:lvl1pPr>
            <a:lvl2pPr>
              <a:buNone/>
              <a:defRPr sz="800"/>
            </a:lvl2pPr>
            <a:lvl3pPr>
              <a:buNone/>
              <a:defRPr sz="800"/>
            </a:lvl3pPr>
            <a:lvl4pPr>
              <a:buNone/>
              <a:defRPr sz="800"/>
            </a:lvl4pPr>
            <a:lvl5pPr>
              <a:buNone/>
              <a:defRPr sz="800"/>
            </a:lvl5pPr>
          </a:lstStyle>
          <a:p>
            <a:pPr lvl="0" algn="r">
              <a:buNone/>
            </a:pPr>
            <a:r>
              <a:rPr lang="de-AT" dirty="0"/>
              <a:t>© Copyright-Info, Quelle, …</a:t>
            </a:r>
          </a:p>
        </p:txBody>
      </p:sp>
      <p:sp>
        <p:nvSpPr>
          <p:cNvPr id="2" name="Fußzeilenplatzhalter 1">
            <a:extLst>
              <a:ext uri="{FF2B5EF4-FFF2-40B4-BE49-F238E27FC236}">
                <a16:creationId xmlns:a16="http://schemas.microsoft.com/office/drawing/2014/main" id="{963120CD-C498-4220-A8B4-BE4E0E076332}"/>
              </a:ext>
            </a:extLst>
          </p:cNvPr>
          <p:cNvSpPr>
            <a:spLocks noGrp="1"/>
          </p:cNvSpPr>
          <p:nvPr>
            <p:ph type="ftr" sz="quarter" idx="14"/>
          </p:nvPr>
        </p:nvSpPr>
        <p:spPr/>
        <p:txBody>
          <a:bodyPr/>
          <a:lstStyle/>
          <a:p>
            <a:r>
              <a:rPr lang="de-AT"/>
              <a:t>Musterpräsentation | September 2021</a:t>
            </a:r>
            <a:endParaRPr lang="de-AT" dirty="0"/>
          </a:p>
        </p:txBody>
      </p:sp>
      <p:sp>
        <p:nvSpPr>
          <p:cNvPr id="3" name="Foliennummernplatzhalter 2">
            <a:extLst>
              <a:ext uri="{FF2B5EF4-FFF2-40B4-BE49-F238E27FC236}">
                <a16:creationId xmlns:a16="http://schemas.microsoft.com/office/drawing/2014/main" id="{F6E1F152-AD0F-4B68-9E69-AE6948F47C76}"/>
              </a:ext>
            </a:extLst>
          </p:cNvPr>
          <p:cNvSpPr>
            <a:spLocks noGrp="1"/>
          </p:cNvSpPr>
          <p:nvPr>
            <p:ph type="sldNum" sz="quarter" idx="15"/>
            <p:custDataLst>
              <p:tags r:id="rId4"/>
            </p:custDataLst>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212252985"/>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folie mit Sublogo">
    <p:spTree>
      <p:nvGrpSpPr>
        <p:cNvPr id="1" name=""/>
        <p:cNvGrpSpPr/>
        <p:nvPr/>
      </p:nvGrpSpPr>
      <p:grpSpPr>
        <a:xfrm>
          <a:off x="0" y="0"/>
          <a:ext cx="0" cy="0"/>
          <a:chOff x="0" y="0"/>
          <a:chExt cx="0" cy="0"/>
        </a:xfrm>
      </p:grpSpPr>
      <p:sp>
        <p:nvSpPr>
          <p:cNvPr id="51" name="Inhaltsplatzhalter 50">
            <a:extLst>
              <a:ext uri="{FF2B5EF4-FFF2-40B4-BE49-F238E27FC236}">
                <a16:creationId xmlns:a16="http://schemas.microsoft.com/office/drawing/2014/main" id="{FA616A29-9F54-4E04-A2B1-9CBD31AC30BF}"/>
              </a:ext>
              <a:ext uri="{C183D7F6-B498-43B3-948B-1728B52AA6E4}">
                <adec:decorative xmlns:adec="http://schemas.microsoft.com/office/drawing/2017/decorative" val="1"/>
              </a:ext>
            </a:extLst>
          </p:cNvPr>
          <p:cNvSpPr>
            <a:spLocks noGrp="1"/>
          </p:cNvSpPr>
          <p:nvPr>
            <p:ph sz="quarter" idx="17" hasCustomPrompt="1"/>
            <p:custDataLst>
              <p:tags r:id="rId1"/>
            </p:custDataLst>
          </p:nvPr>
        </p:nvSpPr>
        <p:spPr>
          <a:xfrm>
            <a:off x="464055" y="468437"/>
            <a:ext cx="2424112" cy="738000"/>
          </a:xfrm>
        </p:spPr>
        <p:txBody>
          <a:bodyPr/>
          <a:lstStyle>
            <a:lvl1pPr>
              <a:buNone/>
              <a:defRPr/>
            </a:lvl1pPr>
            <a:lvl2pPr>
              <a:buNone/>
              <a:defRPr/>
            </a:lvl2pPr>
            <a:lvl3pPr>
              <a:buNone/>
              <a:defRPr/>
            </a:lvl3pPr>
            <a:lvl4pPr>
              <a:buNone/>
              <a:defRPr/>
            </a:lvl4pPr>
            <a:lvl5pPr>
              <a:buNone/>
              <a:defRPr/>
            </a:lvl5pPr>
          </a:lstStyle>
          <a:p>
            <a:pPr lvl="0"/>
            <a:r>
              <a:rPr lang="de-AT" dirty="0"/>
              <a:t>Sublogo</a:t>
            </a:r>
          </a:p>
        </p:txBody>
      </p:sp>
      <p:sp>
        <p:nvSpPr>
          <p:cNvPr id="2" name="Titel 1">
            <a:extLst>
              <a:ext uri="{FF2B5EF4-FFF2-40B4-BE49-F238E27FC236}">
                <a16:creationId xmlns:a16="http://schemas.microsoft.com/office/drawing/2014/main" id="{7226F95A-C572-4753-9A21-DBF6531D5F3A}"/>
              </a:ext>
            </a:extLst>
          </p:cNvPr>
          <p:cNvSpPr>
            <a:spLocks noGrp="1"/>
          </p:cNvSpPr>
          <p:nvPr>
            <p:ph type="ctrTitle" hasCustomPrompt="1"/>
            <p:custDataLst>
              <p:tags r:id="rId2"/>
            </p:custDataLst>
          </p:nvPr>
        </p:nvSpPr>
        <p:spPr>
          <a:xfrm>
            <a:off x="1308100" y="2276475"/>
            <a:ext cx="9288464" cy="1524000"/>
          </a:xfrm>
        </p:spPr>
        <p:txBody>
          <a:bodyPr lIns="0" tIns="0" rIns="0" bIns="0" anchor="b">
            <a:noAutofit/>
          </a:bodyPr>
          <a:lstStyle>
            <a:lvl1pPr algn="l">
              <a:defRPr sz="5400">
                <a:solidFill>
                  <a:schemeClr val="accent1"/>
                </a:solidFill>
              </a:defRPr>
            </a:lvl1pPr>
          </a:lstStyle>
          <a:p>
            <a:r>
              <a:rPr lang="de-AT" dirty="0"/>
              <a:t>Titel</a:t>
            </a:r>
          </a:p>
        </p:txBody>
      </p:sp>
      <p:sp>
        <p:nvSpPr>
          <p:cNvPr id="3" name="Untertitel 2">
            <a:extLst>
              <a:ext uri="{FF2B5EF4-FFF2-40B4-BE49-F238E27FC236}">
                <a16:creationId xmlns:a16="http://schemas.microsoft.com/office/drawing/2014/main" id="{53DE19F1-4351-4A07-8662-A968E8A450FD}"/>
              </a:ext>
            </a:extLst>
          </p:cNvPr>
          <p:cNvSpPr>
            <a:spLocks noGrp="1"/>
          </p:cNvSpPr>
          <p:nvPr>
            <p:ph type="subTitle" idx="1" hasCustomPrompt="1"/>
            <p:custDataLst>
              <p:tags r:id="rId3"/>
            </p:custDataLst>
          </p:nvPr>
        </p:nvSpPr>
        <p:spPr>
          <a:xfrm>
            <a:off x="1308100" y="3971926"/>
            <a:ext cx="9288464" cy="1104900"/>
          </a:xfrm>
        </p:spPr>
        <p:txBody>
          <a:bodyPr lIns="0" tIns="0" rIns="0" bIns="0">
            <a:noAutofit/>
          </a:bodyPr>
          <a:lstStyle>
            <a:lvl1pPr marL="0" indent="0" algn="l">
              <a:buNone/>
              <a:defRPr sz="3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de-AT" dirty="0"/>
              <a:t>Untertitel (Datum, Ort, Name, ...)</a:t>
            </a:r>
          </a:p>
        </p:txBody>
      </p:sp>
      <p:sp>
        <p:nvSpPr>
          <p:cNvPr id="6" name="Textplatzhalter 4">
            <a:extLst>
              <a:ext uri="{FF2B5EF4-FFF2-40B4-BE49-F238E27FC236}">
                <a16:creationId xmlns:a16="http://schemas.microsoft.com/office/drawing/2014/main" id="{11F96F86-EC1A-4E1A-B16C-1B22A6CC3DCF}"/>
              </a:ext>
            </a:extLst>
          </p:cNvPr>
          <p:cNvSpPr>
            <a:spLocks noGrp="1"/>
          </p:cNvSpPr>
          <p:nvPr>
            <p:ph type="body" sz="quarter" idx="10" hasCustomPrompt="1"/>
            <p:custDataLst>
              <p:tags r:id="rId4"/>
            </p:custDataLst>
          </p:nvPr>
        </p:nvSpPr>
        <p:spPr bwMode="gray">
          <a:xfrm>
            <a:off x="7589520" y="6412992"/>
            <a:ext cx="4123055" cy="233552"/>
          </a:xfrm>
        </p:spPr>
        <p:txBody>
          <a:bodyPr anchor="ctr"/>
          <a:lstStyle>
            <a:lvl1pPr marL="0" indent="0" algn="r">
              <a:buNone/>
              <a:defRPr sz="1400" b="1">
                <a:solidFill>
                  <a:schemeClr val="bg1"/>
                </a:solidFill>
              </a:defRPr>
            </a:lvl1pPr>
          </a:lstStyle>
          <a:p>
            <a:pPr lvl="0"/>
            <a:r>
              <a:rPr lang="de-AT" dirty="0"/>
              <a:t>www.tuwien.at</a:t>
            </a:r>
          </a:p>
        </p:txBody>
      </p:sp>
    </p:spTree>
    <p:extLst>
      <p:ext uri="{BB962C8B-B14F-4D97-AF65-F5344CB8AC3E}">
        <p14:creationId xmlns:p14="http://schemas.microsoft.com/office/powerpoint/2010/main" val="6039738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folie mit Bild und Sublogo">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BC768571-8F27-4801-BE51-98B18A003B6D}"/>
              </a:ext>
              <a:ext uri="{C183D7F6-B498-43B3-948B-1728B52AA6E4}">
                <adec:decorative xmlns:adec="http://schemas.microsoft.com/office/drawing/2017/decorative" val="1"/>
              </a:ext>
            </a:extLst>
          </p:cNvPr>
          <p:cNvPicPr>
            <a:picLocks noChangeAspect="1"/>
          </p:cNvPicPr>
          <p:nvPr userDrawn="1">
            <p:custDataLst>
              <p:tags r:id="rId1"/>
            </p:custDataLst>
          </p:nvPr>
        </p:nvPicPr>
        <p:blipFill rotWithShape="1">
          <a:blip r:embed="rId8" cstate="screen">
            <a:extLst>
              <a:ext uri="{28A0092B-C50C-407E-A947-70E740481C1C}">
                <a14:useLocalDpi xmlns:a14="http://schemas.microsoft.com/office/drawing/2010/main"/>
              </a:ext>
            </a:extLst>
          </a:blip>
          <a:srcRect b="11502"/>
          <a:stretch/>
        </p:blipFill>
        <p:spPr>
          <a:xfrm>
            <a:off x="0" y="3312"/>
            <a:ext cx="12192000" cy="6063380"/>
          </a:xfrm>
          <a:prstGeom prst="rect">
            <a:avLst/>
          </a:prstGeom>
        </p:spPr>
      </p:pic>
      <p:sp>
        <p:nvSpPr>
          <p:cNvPr id="10" name="Inhaltsplatzhalter 50">
            <a:extLst>
              <a:ext uri="{FF2B5EF4-FFF2-40B4-BE49-F238E27FC236}">
                <a16:creationId xmlns:a16="http://schemas.microsoft.com/office/drawing/2014/main" id="{36BC36E0-5BB3-4FF7-91BE-F08527FA05CA}"/>
              </a:ext>
              <a:ext uri="{C183D7F6-B498-43B3-948B-1728B52AA6E4}">
                <adec:decorative xmlns:adec="http://schemas.microsoft.com/office/drawing/2017/decorative" val="1"/>
              </a:ext>
            </a:extLst>
          </p:cNvPr>
          <p:cNvSpPr>
            <a:spLocks noGrp="1"/>
          </p:cNvSpPr>
          <p:nvPr>
            <p:ph sz="quarter" idx="17" hasCustomPrompt="1"/>
            <p:custDataLst>
              <p:tags r:id="rId2"/>
            </p:custDataLst>
          </p:nvPr>
        </p:nvSpPr>
        <p:spPr bwMode="gray">
          <a:xfrm>
            <a:off x="464055" y="468437"/>
            <a:ext cx="2424112" cy="738000"/>
          </a:xfrm>
        </p:spPr>
        <p:txBody>
          <a:bodyPr/>
          <a:lstStyle>
            <a:lvl1pPr>
              <a:buNone/>
              <a:defRPr/>
            </a:lvl1pPr>
            <a:lvl2pPr>
              <a:buNone/>
              <a:defRPr/>
            </a:lvl2pPr>
            <a:lvl3pPr>
              <a:buNone/>
              <a:defRPr/>
            </a:lvl3pPr>
            <a:lvl4pPr>
              <a:buNone/>
              <a:defRPr/>
            </a:lvl4pPr>
            <a:lvl5pPr>
              <a:buNone/>
              <a:defRPr/>
            </a:lvl5pPr>
          </a:lstStyle>
          <a:p>
            <a:pPr lvl="0"/>
            <a:r>
              <a:rPr lang="de-AT" dirty="0"/>
              <a:t>Sublogo</a:t>
            </a:r>
          </a:p>
        </p:txBody>
      </p:sp>
      <p:sp>
        <p:nvSpPr>
          <p:cNvPr id="3" name="Titel 2">
            <a:extLst>
              <a:ext uri="{FF2B5EF4-FFF2-40B4-BE49-F238E27FC236}">
                <a16:creationId xmlns:a16="http://schemas.microsoft.com/office/drawing/2014/main" id="{518F59B5-2786-498C-82D3-0A9C1CD89FA5}"/>
              </a:ext>
            </a:extLst>
          </p:cNvPr>
          <p:cNvSpPr>
            <a:spLocks noGrp="1"/>
          </p:cNvSpPr>
          <p:nvPr>
            <p:ph type="title" hasCustomPrompt="1"/>
            <p:custDataLst>
              <p:tags r:id="rId3"/>
            </p:custDataLst>
          </p:nvPr>
        </p:nvSpPr>
        <p:spPr>
          <a:xfrm>
            <a:off x="461963" y="4301639"/>
            <a:ext cx="10134599" cy="1176824"/>
          </a:xfrm>
        </p:spPr>
        <p:txBody>
          <a:bodyPr/>
          <a:lstStyle>
            <a:lvl1pPr>
              <a:defRPr>
                <a:solidFill>
                  <a:schemeClr val="bg1"/>
                </a:solidFill>
              </a:defRPr>
            </a:lvl1pPr>
          </a:lstStyle>
          <a:p>
            <a:r>
              <a:rPr lang="de-AT" dirty="0"/>
              <a:t>Titel</a:t>
            </a:r>
          </a:p>
        </p:txBody>
      </p:sp>
      <p:sp>
        <p:nvSpPr>
          <p:cNvPr id="5" name="Textplatzhalter 6">
            <a:extLst>
              <a:ext uri="{FF2B5EF4-FFF2-40B4-BE49-F238E27FC236}">
                <a16:creationId xmlns:a16="http://schemas.microsoft.com/office/drawing/2014/main" id="{F336A329-ED2F-4460-87B8-2E6D5936410D}"/>
              </a:ext>
            </a:extLst>
          </p:cNvPr>
          <p:cNvSpPr>
            <a:spLocks noGrp="1"/>
          </p:cNvSpPr>
          <p:nvPr>
            <p:ph type="body" sz="quarter" idx="15" hasCustomPrompt="1"/>
            <p:custDataLst>
              <p:tags r:id="rId4"/>
            </p:custDataLst>
          </p:nvPr>
        </p:nvSpPr>
        <p:spPr>
          <a:xfrm>
            <a:off x="461963" y="5550408"/>
            <a:ext cx="10134600" cy="345566"/>
          </a:xfrm>
        </p:spPr>
        <p:txBody>
          <a:bodyPr/>
          <a:lstStyle>
            <a:lvl1pPr marL="0" indent="0">
              <a:buNone/>
              <a:defRPr sz="2400">
                <a:solidFill>
                  <a:schemeClr val="bg1"/>
                </a:solidFill>
              </a:defRPr>
            </a:lvl1pPr>
            <a:lvl2pPr marL="0" indent="0">
              <a:buNone/>
              <a:defRPr sz="2400">
                <a:solidFill>
                  <a:schemeClr val="bg1"/>
                </a:solidFill>
              </a:defRPr>
            </a:lvl2pPr>
            <a:lvl3pPr marL="269875" indent="0">
              <a:buNone/>
              <a:defRPr sz="2400">
                <a:solidFill>
                  <a:schemeClr val="bg1"/>
                </a:solidFill>
              </a:defRPr>
            </a:lvl3pPr>
            <a:lvl4pPr marL="538162" indent="0">
              <a:buNone/>
              <a:defRPr sz="2400">
                <a:solidFill>
                  <a:schemeClr val="bg1"/>
                </a:solidFill>
              </a:defRPr>
            </a:lvl4pPr>
            <a:lvl5pPr marL="903288" indent="0">
              <a:buNone/>
              <a:defRPr sz="2400">
                <a:solidFill>
                  <a:schemeClr val="bg1"/>
                </a:solidFill>
              </a:defRPr>
            </a:lvl5pPr>
          </a:lstStyle>
          <a:p>
            <a:pPr lvl="0"/>
            <a:r>
              <a:rPr lang="de-AT" dirty="0"/>
              <a:t>Untertitel (Datum, Ort, Name, …)</a:t>
            </a:r>
          </a:p>
        </p:txBody>
      </p:sp>
      <p:sp>
        <p:nvSpPr>
          <p:cNvPr id="6" name="Textplatzhalter 42">
            <a:extLst>
              <a:ext uri="{FF2B5EF4-FFF2-40B4-BE49-F238E27FC236}">
                <a16:creationId xmlns:a16="http://schemas.microsoft.com/office/drawing/2014/main" id="{A5A954F1-45CA-4DB2-A03D-24CC2A505886}"/>
              </a:ext>
            </a:extLst>
          </p:cNvPr>
          <p:cNvSpPr>
            <a:spLocks noGrp="1"/>
          </p:cNvSpPr>
          <p:nvPr>
            <p:ph type="body" sz="quarter" idx="14" hasCustomPrompt="1"/>
            <p:custDataLst>
              <p:tags r:id="rId5"/>
            </p:custDataLst>
          </p:nvPr>
        </p:nvSpPr>
        <p:spPr>
          <a:xfrm>
            <a:off x="7247493" y="6050376"/>
            <a:ext cx="4465082" cy="171450"/>
          </a:xfrm>
        </p:spPr>
        <p:txBody>
          <a:bodyPr anchor="b"/>
          <a:lstStyle>
            <a:lvl1pPr algn="r">
              <a:buNone/>
              <a:defRPr sz="800" cap="all" baseline="0"/>
            </a:lvl1pPr>
            <a:lvl2pPr>
              <a:buNone/>
              <a:defRPr sz="800"/>
            </a:lvl2pPr>
            <a:lvl3pPr>
              <a:buNone/>
              <a:defRPr sz="800"/>
            </a:lvl3pPr>
            <a:lvl4pPr>
              <a:buNone/>
              <a:defRPr sz="800"/>
            </a:lvl4pPr>
            <a:lvl5pPr>
              <a:buNone/>
              <a:defRPr sz="800"/>
            </a:lvl5pPr>
          </a:lstStyle>
          <a:p>
            <a:pPr lvl="0" algn="r">
              <a:buNone/>
            </a:pPr>
            <a:r>
              <a:rPr lang="de-AT" dirty="0"/>
              <a:t>© Copyright-Info, Quelle, …</a:t>
            </a:r>
          </a:p>
        </p:txBody>
      </p:sp>
      <p:sp>
        <p:nvSpPr>
          <p:cNvPr id="8" name="Textplatzhalter 4">
            <a:extLst>
              <a:ext uri="{FF2B5EF4-FFF2-40B4-BE49-F238E27FC236}">
                <a16:creationId xmlns:a16="http://schemas.microsoft.com/office/drawing/2014/main" id="{C4669611-45BF-4E01-AE99-8C851B6E8EC1}"/>
              </a:ext>
            </a:extLst>
          </p:cNvPr>
          <p:cNvSpPr>
            <a:spLocks noGrp="1"/>
          </p:cNvSpPr>
          <p:nvPr>
            <p:ph type="body" sz="quarter" idx="10" hasCustomPrompt="1"/>
            <p:custDataLst>
              <p:tags r:id="rId6"/>
            </p:custDataLst>
          </p:nvPr>
        </p:nvSpPr>
        <p:spPr bwMode="gray">
          <a:xfrm>
            <a:off x="7589520" y="6412992"/>
            <a:ext cx="4123055" cy="233552"/>
          </a:xfrm>
        </p:spPr>
        <p:txBody>
          <a:bodyPr anchor="ctr"/>
          <a:lstStyle>
            <a:lvl1pPr marL="0" indent="0" algn="r">
              <a:buNone/>
              <a:defRPr sz="1400" b="1">
                <a:solidFill>
                  <a:schemeClr val="bg1"/>
                </a:solidFill>
              </a:defRPr>
            </a:lvl1pPr>
          </a:lstStyle>
          <a:p>
            <a:pPr lvl="0"/>
            <a:r>
              <a:rPr lang="de-AT" dirty="0"/>
              <a:t>www.tuwien.at</a:t>
            </a:r>
          </a:p>
        </p:txBody>
      </p:sp>
    </p:spTree>
    <p:extLst>
      <p:ext uri="{BB962C8B-B14F-4D97-AF65-F5344CB8AC3E}">
        <p14:creationId xmlns:p14="http://schemas.microsoft.com/office/powerpoint/2010/main" val="34004018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Abschnittsüb. mit Sub-Logo">
    <p:spTree>
      <p:nvGrpSpPr>
        <p:cNvPr id="1" name=""/>
        <p:cNvGrpSpPr/>
        <p:nvPr/>
      </p:nvGrpSpPr>
      <p:grpSpPr>
        <a:xfrm>
          <a:off x="0" y="0"/>
          <a:ext cx="0" cy="0"/>
          <a:chOff x="0" y="0"/>
          <a:chExt cx="0" cy="0"/>
        </a:xfrm>
      </p:grpSpPr>
      <p:sp>
        <p:nvSpPr>
          <p:cNvPr id="12" name="Inhaltsplatzhalter 50">
            <a:extLst>
              <a:ext uri="{FF2B5EF4-FFF2-40B4-BE49-F238E27FC236}">
                <a16:creationId xmlns:a16="http://schemas.microsoft.com/office/drawing/2014/main" id="{9543D4FD-C269-424C-BFF1-0CC3376683D9}"/>
              </a:ext>
              <a:ext uri="{C183D7F6-B498-43B3-948B-1728B52AA6E4}">
                <adec:decorative xmlns:adec="http://schemas.microsoft.com/office/drawing/2017/decorative" val="1"/>
              </a:ext>
            </a:extLst>
          </p:cNvPr>
          <p:cNvSpPr>
            <a:spLocks noGrp="1"/>
          </p:cNvSpPr>
          <p:nvPr>
            <p:ph sz="quarter" idx="17" hasCustomPrompt="1"/>
            <p:custDataLst>
              <p:tags r:id="rId1"/>
            </p:custDataLst>
          </p:nvPr>
        </p:nvSpPr>
        <p:spPr>
          <a:xfrm>
            <a:off x="464055" y="468437"/>
            <a:ext cx="2424112" cy="738000"/>
          </a:xfrm>
        </p:spPr>
        <p:txBody>
          <a:bodyPr/>
          <a:lstStyle>
            <a:lvl1pPr>
              <a:buNone/>
              <a:defRPr/>
            </a:lvl1pPr>
            <a:lvl2pPr>
              <a:buNone/>
              <a:defRPr/>
            </a:lvl2pPr>
            <a:lvl3pPr>
              <a:buNone/>
              <a:defRPr/>
            </a:lvl3pPr>
            <a:lvl4pPr>
              <a:buNone/>
              <a:defRPr/>
            </a:lvl4pPr>
            <a:lvl5pPr>
              <a:buNone/>
              <a:defRPr/>
            </a:lvl5pPr>
          </a:lstStyle>
          <a:p>
            <a:pPr lvl="0"/>
            <a:r>
              <a:rPr lang="de-AT" dirty="0"/>
              <a:t>Sublogo</a:t>
            </a:r>
          </a:p>
        </p:txBody>
      </p:sp>
      <p:sp>
        <p:nvSpPr>
          <p:cNvPr id="45" name="Titel 44">
            <a:extLst>
              <a:ext uri="{FF2B5EF4-FFF2-40B4-BE49-F238E27FC236}">
                <a16:creationId xmlns:a16="http://schemas.microsoft.com/office/drawing/2014/main" id="{3516091C-A315-4CB3-88CE-6B9EB554E55A}"/>
              </a:ext>
            </a:extLst>
          </p:cNvPr>
          <p:cNvSpPr>
            <a:spLocks noGrp="1"/>
          </p:cNvSpPr>
          <p:nvPr>
            <p:ph type="title"/>
            <p:custDataLst>
              <p:tags r:id="rId2"/>
            </p:custDataLst>
          </p:nvPr>
        </p:nvSpPr>
        <p:spPr>
          <a:xfrm>
            <a:off x="1307069" y="1549399"/>
            <a:ext cx="9288463" cy="828675"/>
          </a:xfrm>
        </p:spPr>
        <p:txBody>
          <a:bodyPr/>
          <a:lstStyle/>
          <a:p>
            <a:r>
              <a:rPr lang="en-US"/>
              <a:t>Click to edit Master title style</a:t>
            </a:r>
            <a:endParaRPr lang="de-AT" dirty="0"/>
          </a:p>
        </p:txBody>
      </p:sp>
      <p:sp>
        <p:nvSpPr>
          <p:cNvPr id="3" name="Textplatzhalter 2">
            <a:extLst>
              <a:ext uri="{FF2B5EF4-FFF2-40B4-BE49-F238E27FC236}">
                <a16:creationId xmlns:a16="http://schemas.microsoft.com/office/drawing/2014/main" id="{F233E7E8-1933-4C21-BF6B-D51AF4E4672E}"/>
              </a:ext>
            </a:extLst>
          </p:cNvPr>
          <p:cNvSpPr>
            <a:spLocks noGrp="1"/>
          </p:cNvSpPr>
          <p:nvPr>
            <p:ph type="body" idx="1"/>
            <p:custDataLst>
              <p:tags r:id="rId3"/>
            </p:custDataLst>
          </p:nvPr>
        </p:nvSpPr>
        <p:spPr>
          <a:xfrm>
            <a:off x="1308100" y="2628900"/>
            <a:ext cx="9288463"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 name="Fußzeilenplatzhalter 1">
            <a:extLst>
              <a:ext uri="{FF2B5EF4-FFF2-40B4-BE49-F238E27FC236}">
                <a16:creationId xmlns:a16="http://schemas.microsoft.com/office/drawing/2014/main" id="{0A8FA552-E20A-45D6-9466-06CF509E5F5C}"/>
              </a:ext>
            </a:extLst>
          </p:cNvPr>
          <p:cNvSpPr>
            <a:spLocks noGrp="1"/>
          </p:cNvSpPr>
          <p:nvPr>
            <p:ph type="ftr" sz="quarter" idx="18"/>
          </p:nvPr>
        </p:nvSpPr>
        <p:spPr/>
        <p:txBody>
          <a:bodyPr/>
          <a:lstStyle/>
          <a:p>
            <a:r>
              <a:rPr lang="de-AT"/>
              <a:t>Musterpräsentation | September 2021</a:t>
            </a:r>
            <a:endParaRPr lang="de-AT" dirty="0"/>
          </a:p>
        </p:txBody>
      </p:sp>
      <p:sp>
        <p:nvSpPr>
          <p:cNvPr id="4" name="Foliennummernplatzhalter 3">
            <a:extLst>
              <a:ext uri="{FF2B5EF4-FFF2-40B4-BE49-F238E27FC236}">
                <a16:creationId xmlns:a16="http://schemas.microsoft.com/office/drawing/2014/main" id="{AA824437-7701-4594-9DE8-06D5133A3A97}"/>
              </a:ext>
            </a:extLst>
          </p:cNvPr>
          <p:cNvSpPr>
            <a:spLocks noGrp="1"/>
          </p:cNvSpPr>
          <p:nvPr>
            <p:ph type="sldNum" sz="quarter" idx="19"/>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3391597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ogo klein - Titel und Inhalt">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7CC3861D-6A0E-4D97-BCA6-9F478718F38A}"/>
              </a:ext>
            </a:extLst>
          </p:cNvPr>
          <p:cNvPicPr>
            <a:picLocks noChangeAspect="1"/>
          </p:cNvPicPr>
          <p:nvPr userDrawn="1">
            <p:custDataLst>
              <p:tags r:id="rId1"/>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1963" y="468438"/>
            <a:ext cx="488826" cy="488826"/>
          </a:xfrm>
          <a:prstGeom prst="rect">
            <a:avLst/>
          </a:prstGeom>
        </p:spPr>
      </p:pic>
      <p:sp>
        <p:nvSpPr>
          <p:cNvPr id="4" name="Titel 3">
            <a:extLst>
              <a:ext uri="{FF2B5EF4-FFF2-40B4-BE49-F238E27FC236}">
                <a16:creationId xmlns:a16="http://schemas.microsoft.com/office/drawing/2014/main" id="{26FE97BF-50D8-4DF7-BDB0-2CE0DB6CB7F9}"/>
              </a:ext>
            </a:extLst>
          </p:cNvPr>
          <p:cNvSpPr>
            <a:spLocks noGrp="1"/>
          </p:cNvSpPr>
          <p:nvPr>
            <p:ph type="title"/>
            <p:custDataLst>
              <p:tags r:id="rId2"/>
            </p:custDataLst>
          </p:nvPr>
        </p:nvSpPr>
        <p:spPr>
          <a:xfrm>
            <a:off x="1307065" y="468438"/>
            <a:ext cx="9289498" cy="828675"/>
          </a:xfrm>
        </p:spPr>
        <p:txBody>
          <a:bodyPr anchor="t"/>
          <a:lstStyle>
            <a:lvl1pPr>
              <a:lnSpc>
                <a:spcPct val="90000"/>
              </a:lnSpc>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229AD4FC-B392-43C1-88AF-11A99A7BAEB9}"/>
              </a:ext>
            </a:extLst>
          </p:cNvPr>
          <p:cNvSpPr>
            <a:spLocks noGrp="1"/>
          </p:cNvSpPr>
          <p:nvPr>
            <p:ph idx="1" hasCustomPrompt="1"/>
            <p:custDataLst>
              <p:tags r:id="rId3"/>
            </p:custDataLst>
          </p:nvPr>
        </p:nvSpPr>
        <p:spPr>
          <a:xfrm>
            <a:off x="1308100" y="1549400"/>
            <a:ext cx="9288463"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4" name="Textplatzhalter 6">
            <a:extLst>
              <a:ext uri="{FF2B5EF4-FFF2-40B4-BE49-F238E27FC236}">
                <a16:creationId xmlns:a16="http://schemas.microsoft.com/office/drawing/2014/main" id="{DCF8E267-CD9A-43BB-A12F-82C2525191D3}"/>
              </a:ext>
            </a:extLst>
          </p:cNvPr>
          <p:cNvSpPr>
            <a:spLocks noGrp="1"/>
          </p:cNvSpPr>
          <p:nvPr>
            <p:ph type="body" sz="quarter" idx="16" hasCustomPrompt="1"/>
            <p:custDataLst>
              <p:tags r:id="rId4"/>
            </p:custDataLst>
          </p:nvPr>
        </p:nvSpPr>
        <p:spPr>
          <a:xfrm>
            <a:off x="1308100" y="5795962"/>
            <a:ext cx="9288463"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2A647B48-DCA4-45E1-9B45-2653E61736CE}"/>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42E5224C-410D-4B9F-BF59-7C006D98BAB0}"/>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0381326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ogo klein - Fließtext 2-spalting">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31A36E86-3263-4D48-BFCA-E26CD9DAB5A7}"/>
              </a:ext>
            </a:extLst>
          </p:cNvPr>
          <p:cNvPicPr>
            <a:picLocks noChangeAspect="1"/>
          </p:cNvPicPr>
          <p:nvPr userDrawn="1">
            <p:custDataLst>
              <p:tags r:id="rId1"/>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D1800308-609F-43F8-A26B-1C8A6934DB39}"/>
              </a:ext>
            </a:extLst>
          </p:cNvPr>
          <p:cNvSpPr>
            <a:spLocks noGrp="1"/>
          </p:cNvSpPr>
          <p:nvPr>
            <p:ph type="title"/>
            <p:custDataLst>
              <p:tags r:id="rId2"/>
            </p:custDataLst>
          </p:nvPr>
        </p:nvSpPr>
        <p:spPr>
          <a:xfrm>
            <a:off x="1307065" y="468438"/>
            <a:ext cx="9289498" cy="828675"/>
          </a:xfrm>
        </p:spPr>
        <p:txBody>
          <a:bodyPr anchor="t"/>
          <a:lstStyle>
            <a:lvl1pPr>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229AD4FC-B392-43C1-88AF-11A99A7BAEB9}"/>
              </a:ext>
            </a:extLst>
          </p:cNvPr>
          <p:cNvSpPr>
            <a:spLocks noGrp="1"/>
          </p:cNvSpPr>
          <p:nvPr>
            <p:ph idx="1" hasCustomPrompt="1"/>
            <p:custDataLst>
              <p:tags r:id="rId3"/>
            </p:custDataLst>
          </p:nvPr>
        </p:nvSpPr>
        <p:spPr>
          <a:xfrm>
            <a:off x="1308100" y="1549400"/>
            <a:ext cx="9288463" cy="4175125"/>
          </a:xfrm>
        </p:spPr>
        <p:txBody>
          <a:bodyPr numCol="2" spcCol="540000"/>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4" name="Textplatzhalter 6">
            <a:extLst>
              <a:ext uri="{FF2B5EF4-FFF2-40B4-BE49-F238E27FC236}">
                <a16:creationId xmlns:a16="http://schemas.microsoft.com/office/drawing/2014/main" id="{A40535DB-D4B5-42FC-8954-8DE1710FC3AB}"/>
              </a:ext>
            </a:extLst>
          </p:cNvPr>
          <p:cNvSpPr>
            <a:spLocks noGrp="1"/>
          </p:cNvSpPr>
          <p:nvPr>
            <p:ph type="body" sz="quarter" idx="16" hasCustomPrompt="1"/>
            <p:custDataLst>
              <p:tags r:id="rId4"/>
            </p:custDataLst>
          </p:nvPr>
        </p:nvSpPr>
        <p:spPr>
          <a:xfrm>
            <a:off x="1308100" y="5795962"/>
            <a:ext cx="9288463"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D22D9E9D-7157-4CE0-BAAB-69ABA24A65CD}"/>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B8198BD7-791A-4FCA-B55B-36A5C4823CCE}"/>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3082148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ogo klein - Agenda">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ED6CEAC0-C944-4C35-85FE-DD880493D9E4}"/>
              </a:ext>
            </a:extLst>
          </p:cNvPr>
          <p:cNvPicPr>
            <a:picLocks noChangeAspect="1"/>
          </p:cNvPicPr>
          <p:nvPr userDrawn="1">
            <p:custDataLst>
              <p:tags r:id="rId1"/>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CB637127-39B7-41CD-ADEB-36B572791C6D}"/>
              </a:ext>
            </a:extLst>
          </p:cNvPr>
          <p:cNvSpPr>
            <a:spLocks noGrp="1"/>
          </p:cNvSpPr>
          <p:nvPr>
            <p:ph type="title"/>
            <p:custDataLst>
              <p:tags r:id="rId2"/>
            </p:custDataLst>
          </p:nvPr>
        </p:nvSpPr>
        <p:spPr>
          <a:xfrm>
            <a:off x="1308100" y="468438"/>
            <a:ext cx="9577388" cy="828675"/>
          </a:xfrm>
        </p:spPr>
        <p:txBody>
          <a:bodyPr anchor="t"/>
          <a:lstStyle>
            <a:lvl1pPr>
              <a:defRPr sz="2800"/>
            </a:lvl1pPr>
          </a:lstStyle>
          <a:p>
            <a:r>
              <a:rPr lang="en-US"/>
              <a:t>Click to edit Master title style</a:t>
            </a:r>
            <a:endParaRPr lang="de-AT" dirty="0"/>
          </a:p>
        </p:txBody>
      </p:sp>
      <p:sp>
        <p:nvSpPr>
          <p:cNvPr id="8" name="Textplatzhalter 5">
            <a:extLst>
              <a:ext uri="{FF2B5EF4-FFF2-40B4-BE49-F238E27FC236}">
                <a16:creationId xmlns:a16="http://schemas.microsoft.com/office/drawing/2014/main" id="{F29669C5-6473-4DB6-A3D0-5DBCA391D293}"/>
              </a:ext>
            </a:extLst>
          </p:cNvPr>
          <p:cNvSpPr>
            <a:spLocks noGrp="1"/>
          </p:cNvSpPr>
          <p:nvPr>
            <p:ph type="body" sz="quarter" idx="12" hasCustomPrompt="1"/>
            <p:custDataLst>
              <p:tags r:id="rId3"/>
            </p:custDataLst>
          </p:nvPr>
        </p:nvSpPr>
        <p:spPr>
          <a:xfrm>
            <a:off x="1308101" y="1549400"/>
            <a:ext cx="4464050" cy="4175125"/>
          </a:xfrm>
        </p:spPr>
        <p:txBody>
          <a:bodyPr/>
          <a:lstStyle>
            <a:lvl1pPr marL="0" indent="0">
              <a:buClr>
                <a:schemeClr val="accent1"/>
              </a:buClr>
              <a:buNone/>
              <a:defRPr b="1">
                <a:solidFill>
                  <a:schemeClr val="accent1"/>
                </a:solidFill>
              </a:defRPr>
            </a:lvl1pPr>
            <a:lvl2pPr marL="0" indent="0">
              <a:buClr>
                <a:schemeClr val="accent1"/>
              </a:buClr>
              <a:buNone/>
              <a:defRPr b="1"/>
            </a:lvl2pPr>
            <a:lvl3pPr marL="273050" indent="-273050">
              <a:buClr>
                <a:schemeClr val="accent1"/>
              </a:buClr>
              <a:defRPr/>
            </a:lvl3pPr>
            <a:lvl4pPr marL="536575" indent="-268288">
              <a:buClr>
                <a:schemeClr val="accent1"/>
              </a:buClr>
              <a:defRPr/>
            </a:lvl4pPr>
            <a:lvl5pPr marL="809625" indent="-268288">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6" name="Textplatzhalter 6">
            <a:extLst>
              <a:ext uri="{FF2B5EF4-FFF2-40B4-BE49-F238E27FC236}">
                <a16:creationId xmlns:a16="http://schemas.microsoft.com/office/drawing/2014/main" id="{CA906227-8E2A-4CC2-9512-40B18BC7BB01}"/>
              </a:ext>
            </a:extLst>
          </p:cNvPr>
          <p:cNvSpPr>
            <a:spLocks noGrp="1"/>
          </p:cNvSpPr>
          <p:nvPr>
            <p:ph type="body" sz="quarter" idx="20" hasCustomPrompt="1"/>
            <p:custDataLst>
              <p:tags r:id="rId4"/>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0" name="Textplatzhalter 5">
            <a:extLst>
              <a:ext uri="{FF2B5EF4-FFF2-40B4-BE49-F238E27FC236}">
                <a16:creationId xmlns:a16="http://schemas.microsoft.com/office/drawing/2014/main" id="{3467B23B-DD93-4CED-BBFA-9278E3AD6732}"/>
              </a:ext>
            </a:extLst>
          </p:cNvPr>
          <p:cNvSpPr>
            <a:spLocks noGrp="1"/>
          </p:cNvSpPr>
          <p:nvPr>
            <p:ph type="body" sz="quarter" idx="13" hasCustomPrompt="1"/>
            <p:custDataLst>
              <p:tags r:id="rId5"/>
            </p:custDataLst>
          </p:nvPr>
        </p:nvSpPr>
        <p:spPr>
          <a:xfrm>
            <a:off x="6419849" y="1549400"/>
            <a:ext cx="4464000" cy="4175125"/>
          </a:xfrm>
        </p:spPr>
        <p:txBody>
          <a:bodyPr/>
          <a:lstStyle>
            <a:lvl1pPr marL="0" indent="0">
              <a:buClr>
                <a:schemeClr val="accent1"/>
              </a:buClr>
              <a:buNone/>
              <a:defRPr b="1">
                <a:solidFill>
                  <a:schemeClr val="accent1"/>
                </a:solidFill>
              </a:defRPr>
            </a:lvl1pPr>
            <a:lvl2pPr marL="0" indent="0">
              <a:buClr>
                <a:schemeClr val="accent1"/>
              </a:buClr>
              <a:buNone/>
              <a:defRPr b="1"/>
            </a:lvl2pPr>
            <a:lvl3pPr marL="273050" indent="-273050">
              <a:buClr>
                <a:schemeClr val="accent1"/>
              </a:buClr>
              <a:defRPr/>
            </a:lvl3pPr>
            <a:lvl4pPr marL="536575" indent="-268288">
              <a:buClr>
                <a:schemeClr val="accent1"/>
              </a:buClr>
              <a:defRPr/>
            </a:lvl4pPr>
            <a:lvl5pPr marL="809625" indent="-268288">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7" name="Textplatzhalter 6">
            <a:extLst>
              <a:ext uri="{FF2B5EF4-FFF2-40B4-BE49-F238E27FC236}">
                <a16:creationId xmlns:a16="http://schemas.microsoft.com/office/drawing/2014/main" id="{183A7FE6-F5FB-4D55-918B-53D8A0E35A7D}"/>
              </a:ext>
            </a:extLst>
          </p:cNvPr>
          <p:cNvSpPr>
            <a:spLocks noGrp="1"/>
          </p:cNvSpPr>
          <p:nvPr>
            <p:ph type="body" sz="quarter" idx="21" hasCustomPrompt="1"/>
            <p:custDataLst>
              <p:tags r:id="rId6"/>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CFCC6A98-6ABC-499D-9FF6-E10D60E3C105}"/>
              </a:ext>
            </a:extLst>
          </p:cNvPr>
          <p:cNvSpPr>
            <a:spLocks noGrp="1"/>
          </p:cNvSpPr>
          <p:nvPr>
            <p:ph type="ftr" sz="quarter" idx="18"/>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105B48A5-FBFD-449D-B880-FBE3EBB24ED5}"/>
              </a:ext>
            </a:extLst>
          </p:cNvPr>
          <p:cNvSpPr>
            <a:spLocks noGrp="1"/>
          </p:cNvSpPr>
          <p:nvPr>
            <p:ph type="sldNum" sz="quarter" idx="19"/>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0077047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ogo klein - 2 Inhalte">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45653598-50F2-40CF-AC84-D7A01191F273}"/>
              </a:ext>
            </a:extLst>
          </p:cNvPr>
          <p:cNvPicPr>
            <a:picLocks noChangeAspect="1"/>
          </p:cNvPicPr>
          <p:nvPr userDrawn="1">
            <p:custDataLst>
              <p:tags r:id="rId1"/>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CB637127-39B7-41CD-ADEB-36B572791C6D}"/>
              </a:ext>
            </a:extLst>
          </p:cNvPr>
          <p:cNvSpPr>
            <a:spLocks noGrp="1"/>
          </p:cNvSpPr>
          <p:nvPr>
            <p:ph type="title"/>
            <p:custDataLst>
              <p:tags r:id="rId2"/>
            </p:custDataLst>
          </p:nvPr>
        </p:nvSpPr>
        <p:spPr>
          <a:xfrm>
            <a:off x="1308100" y="468438"/>
            <a:ext cx="9577388" cy="828675"/>
          </a:xfrm>
        </p:spPr>
        <p:txBody>
          <a:bodyPr anchor="t"/>
          <a:lstStyle>
            <a:lvl1pPr>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3"/>
            </p:custDataLst>
          </p:nvPr>
        </p:nvSpPr>
        <p:spPr>
          <a:xfrm>
            <a:off x="1308100" y="1549400"/>
            <a:ext cx="4464051"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6" name="Textplatzhalter 6">
            <a:extLst>
              <a:ext uri="{FF2B5EF4-FFF2-40B4-BE49-F238E27FC236}">
                <a16:creationId xmlns:a16="http://schemas.microsoft.com/office/drawing/2014/main" id="{03719867-2AF1-4E31-B21C-CB92983E16A5}"/>
              </a:ext>
            </a:extLst>
          </p:cNvPr>
          <p:cNvSpPr>
            <a:spLocks noGrp="1"/>
          </p:cNvSpPr>
          <p:nvPr>
            <p:ph type="body" sz="quarter" idx="20" hasCustomPrompt="1"/>
            <p:custDataLst>
              <p:tags r:id="rId4"/>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5"/>
            </p:custDataLst>
          </p:nvPr>
        </p:nvSpPr>
        <p:spPr>
          <a:xfrm>
            <a:off x="6419850" y="1549400"/>
            <a:ext cx="4465638"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7" name="Textplatzhalter 6">
            <a:extLst>
              <a:ext uri="{FF2B5EF4-FFF2-40B4-BE49-F238E27FC236}">
                <a16:creationId xmlns:a16="http://schemas.microsoft.com/office/drawing/2014/main" id="{209EDC04-5C25-482D-BDF6-9F99E0B14BD3}"/>
              </a:ext>
            </a:extLst>
          </p:cNvPr>
          <p:cNvSpPr>
            <a:spLocks noGrp="1"/>
          </p:cNvSpPr>
          <p:nvPr>
            <p:ph type="body" sz="quarter" idx="21" hasCustomPrompt="1"/>
            <p:custDataLst>
              <p:tags r:id="rId6"/>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6" name="Fußzeilenplatzhalter 5">
            <a:extLst>
              <a:ext uri="{FF2B5EF4-FFF2-40B4-BE49-F238E27FC236}">
                <a16:creationId xmlns:a16="http://schemas.microsoft.com/office/drawing/2014/main" id="{C5A49CA1-FA2C-4221-B4C1-B59C1E0F7B4B}"/>
              </a:ext>
            </a:extLst>
          </p:cNvPr>
          <p:cNvSpPr>
            <a:spLocks noGrp="1"/>
          </p:cNvSpPr>
          <p:nvPr>
            <p:ph type="ftr" sz="quarter" idx="15"/>
          </p:nvPr>
        </p:nvSpPr>
        <p:spPr/>
        <p:txBody>
          <a:bodyPr/>
          <a:lstStyle/>
          <a:p>
            <a:r>
              <a:rPr lang="de-AT"/>
              <a:t>Musterpräsentation | September 2021</a:t>
            </a:r>
            <a:endParaRPr lang="de-AT" dirty="0"/>
          </a:p>
        </p:txBody>
      </p:sp>
      <p:sp>
        <p:nvSpPr>
          <p:cNvPr id="7" name="Foliennummernplatzhalter 6">
            <a:extLst>
              <a:ext uri="{FF2B5EF4-FFF2-40B4-BE49-F238E27FC236}">
                <a16:creationId xmlns:a16="http://schemas.microsoft.com/office/drawing/2014/main" id="{444A1E6C-0A49-4AE4-B97A-06341D14321F}"/>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0312525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ogo klein - 2 Inhalte mit 2 Überschriften">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0F39A128-B7D5-4E74-A458-2046F7EE6F83}"/>
              </a:ext>
            </a:extLst>
          </p:cNvPr>
          <p:cNvPicPr>
            <a:picLocks noChangeAspect="1"/>
          </p:cNvPicPr>
          <p:nvPr userDrawn="1">
            <p:custDataLst>
              <p:tags r:id="rId1"/>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462B4ADB-90A0-4C80-9CEF-4EA65EC7BC08}"/>
              </a:ext>
            </a:extLst>
          </p:cNvPr>
          <p:cNvSpPr>
            <a:spLocks noGrp="1"/>
          </p:cNvSpPr>
          <p:nvPr>
            <p:ph type="title"/>
            <p:custDataLst>
              <p:tags r:id="rId2"/>
            </p:custDataLst>
          </p:nvPr>
        </p:nvSpPr>
        <p:spPr>
          <a:xfrm>
            <a:off x="1308100" y="468438"/>
            <a:ext cx="4458966" cy="828675"/>
          </a:xfrm>
        </p:spPr>
        <p:txBody>
          <a:bodyPr anchor="t"/>
          <a:lstStyle>
            <a:lvl1pPr>
              <a:defRPr sz="2800">
                <a:latin typeface="+mj-lt"/>
              </a:defRPr>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3"/>
            </p:custDataLst>
          </p:nvPr>
        </p:nvSpPr>
        <p:spPr>
          <a:xfrm>
            <a:off x="1308100" y="1549400"/>
            <a:ext cx="4464051"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7" name="Textplatzhalter 6">
            <a:extLst>
              <a:ext uri="{FF2B5EF4-FFF2-40B4-BE49-F238E27FC236}">
                <a16:creationId xmlns:a16="http://schemas.microsoft.com/office/drawing/2014/main" id="{A3FB2859-A54E-4049-8E23-3E9B56B21315}"/>
              </a:ext>
            </a:extLst>
          </p:cNvPr>
          <p:cNvSpPr>
            <a:spLocks noGrp="1"/>
          </p:cNvSpPr>
          <p:nvPr>
            <p:ph type="body" sz="quarter" idx="20" hasCustomPrompt="1"/>
            <p:custDataLst>
              <p:tags r:id="rId4"/>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Textplatzhalter 4">
            <a:extLst>
              <a:ext uri="{FF2B5EF4-FFF2-40B4-BE49-F238E27FC236}">
                <a16:creationId xmlns:a16="http://schemas.microsoft.com/office/drawing/2014/main" id="{090A6531-1A5C-4E36-808F-D401F287FCB8}"/>
              </a:ext>
            </a:extLst>
          </p:cNvPr>
          <p:cNvSpPr>
            <a:spLocks noGrp="1"/>
          </p:cNvSpPr>
          <p:nvPr>
            <p:ph type="body" sz="quarter" idx="11" hasCustomPrompt="1"/>
            <p:custDataLst>
              <p:tags r:id="rId5"/>
            </p:custDataLst>
          </p:nvPr>
        </p:nvSpPr>
        <p:spPr>
          <a:xfrm>
            <a:off x="6419848" y="468438"/>
            <a:ext cx="4465639" cy="828674"/>
          </a:xfrm>
        </p:spPr>
        <p:txBody>
          <a:bodyPr anchor="t"/>
          <a:lstStyle>
            <a:lvl1pPr marL="0" indent="0">
              <a:buNone/>
              <a:defRPr sz="2800" b="1">
                <a:solidFill>
                  <a:schemeClr val="accent1"/>
                </a:solidFill>
                <a:latin typeface="+mj-lt"/>
              </a:defRPr>
            </a:lvl1pPr>
          </a:lstStyle>
          <a:p>
            <a:pPr lvl="0"/>
            <a:r>
              <a:rPr lang="de-AT"/>
              <a:t>Titel kurz</a:t>
            </a:r>
            <a:endParaRPr lang="de-AT" dirty="0"/>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6"/>
            </p:custDataLst>
          </p:nvPr>
        </p:nvSpPr>
        <p:spPr>
          <a:xfrm>
            <a:off x="6419848" y="1549400"/>
            <a:ext cx="4465639"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8" name="Textplatzhalter 6">
            <a:extLst>
              <a:ext uri="{FF2B5EF4-FFF2-40B4-BE49-F238E27FC236}">
                <a16:creationId xmlns:a16="http://schemas.microsoft.com/office/drawing/2014/main" id="{29987B4A-92C0-46CA-8956-DD82D63D8213}"/>
              </a:ext>
            </a:extLst>
          </p:cNvPr>
          <p:cNvSpPr>
            <a:spLocks noGrp="1"/>
          </p:cNvSpPr>
          <p:nvPr>
            <p:ph type="body" sz="quarter" idx="21" hasCustomPrompt="1"/>
            <p:custDataLst>
              <p:tags r:id="rId7"/>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7" name="Fußzeilenplatzhalter 6">
            <a:extLst>
              <a:ext uri="{FF2B5EF4-FFF2-40B4-BE49-F238E27FC236}">
                <a16:creationId xmlns:a16="http://schemas.microsoft.com/office/drawing/2014/main" id="{08DF6979-56D6-4B18-BAB7-859190730799}"/>
              </a:ext>
            </a:extLst>
          </p:cNvPr>
          <p:cNvSpPr>
            <a:spLocks noGrp="1"/>
          </p:cNvSpPr>
          <p:nvPr>
            <p:ph type="ftr" sz="quarter" idx="16"/>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6CF1862D-E8F4-4C35-877A-4230D6BD966C}"/>
              </a:ext>
            </a:extLst>
          </p:cNvPr>
          <p:cNvSpPr>
            <a:spLocks noGrp="1"/>
          </p:cNvSpPr>
          <p:nvPr>
            <p:ph type="sldNum" sz="quarter" idx="17"/>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4108276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ogo klein - 2 Inhalte mit Titel und Zwischentitel">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BCD57A74-8557-43E6-AA11-A9EA05D72C38}"/>
              </a:ext>
            </a:extLst>
          </p:cNvPr>
          <p:cNvPicPr>
            <a:picLocks noChangeAspect="1"/>
          </p:cNvPicPr>
          <p:nvPr userDrawn="1">
            <p:custDataLst>
              <p:tags r:id="rId1"/>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462B4ADB-90A0-4C80-9CEF-4EA65EC7BC08}"/>
              </a:ext>
            </a:extLst>
          </p:cNvPr>
          <p:cNvSpPr>
            <a:spLocks noGrp="1"/>
          </p:cNvSpPr>
          <p:nvPr>
            <p:ph type="title"/>
            <p:custDataLst>
              <p:tags r:id="rId2"/>
            </p:custDataLst>
          </p:nvPr>
        </p:nvSpPr>
        <p:spPr>
          <a:xfrm>
            <a:off x="1308100" y="468438"/>
            <a:ext cx="9577388" cy="828675"/>
          </a:xfrm>
        </p:spPr>
        <p:txBody>
          <a:bodyPr anchor="t"/>
          <a:lstStyle>
            <a:lvl1pPr>
              <a:defRPr sz="2800">
                <a:latin typeface="+mj-lt"/>
              </a:defRPr>
            </a:lvl1pPr>
          </a:lstStyle>
          <a:p>
            <a:r>
              <a:rPr lang="en-US"/>
              <a:t>Click to edit Master title style</a:t>
            </a:r>
            <a:endParaRPr lang="de-AT" dirty="0"/>
          </a:p>
        </p:txBody>
      </p:sp>
      <p:sp>
        <p:nvSpPr>
          <p:cNvPr id="5" name="Textplatzhalter 4">
            <a:extLst>
              <a:ext uri="{FF2B5EF4-FFF2-40B4-BE49-F238E27FC236}">
                <a16:creationId xmlns:a16="http://schemas.microsoft.com/office/drawing/2014/main" id="{20C7294D-AB76-4F34-AE16-B8A53315B53B}"/>
              </a:ext>
            </a:extLst>
          </p:cNvPr>
          <p:cNvSpPr>
            <a:spLocks noGrp="1"/>
          </p:cNvSpPr>
          <p:nvPr>
            <p:ph type="body" sz="quarter" idx="22"/>
            <p:custDataLst>
              <p:tags r:id="rId3"/>
            </p:custDataLst>
          </p:nvPr>
        </p:nvSpPr>
        <p:spPr>
          <a:xfrm>
            <a:off x="1306513" y="1547243"/>
            <a:ext cx="9578975" cy="338138"/>
          </a:xfrm>
        </p:spPr>
        <p:txBody>
          <a:bodyPr vert="horz" lIns="0" tIns="0" rIns="0" bIns="0" rtlCol="0">
            <a:noAutofit/>
          </a:bodyPr>
          <a:lstStyle>
            <a:lvl1pPr>
              <a:defRPr lang="de-DE" b="1" smtClean="0">
                <a:solidFill>
                  <a:schemeClr val="accent1"/>
                </a:solidFill>
              </a:defRPr>
            </a:lvl1pPr>
            <a:lvl2pPr>
              <a:defRPr lang="de-DE" smtClean="0"/>
            </a:lvl2pPr>
            <a:lvl3pPr>
              <a:defRPr lang="de-DE" smtClean="0"/>
            </a:lvl3pPr>
            <a:lvl4pPr>
              <a:defRPr lang="de-DE" smtClean="0"/>
            </a:lvl4pPr>
            <a:lvl5pPr>
              <a:defRPr lang="de-AT"/>
            </a:lvl5pPr>
          </a:lstStyle>
          <a:p>
            <a:pPr marL="0" lvl="0" indent="0">
              <a:buNone/>
            </a:pPr>
            <a:r>
              <a:rPr lang="en-US"/>
              <a:t>Click to edit Master text styles</a:t>
            </a:r>
          </a:p>
        </p:txBody>
      </p:sp>
      <p:sp>
        <p:nvSpPr>
          <p:cNvPr id="18" name="Inhaltsplatzhalter 2">
            <a:extLst>
              <a:ext uri="{FF2B5EF4-FFF2-40B4-BE49-F238E27FC236}">
                <a16:creationId xmlns:a16="http://schemas.microsoft.com/office/drawing/2014/main" id="{EF57B5E7-3EEC-4208-A7DF-F23A38D8C492}"/>
              </a:ext>
            </a:extLst>
          </p:cNvPr>
          <p:cNvSpPr>
            <a:spLocks noGrp="1"/>
          </p:cNvSpPr>
          <p:nvPr>
            <p:ph sz="half" idx="18" hasCustomPrompt="1"/>
            <p:custDataLst>
              <p:tags r:id="rId4"/>
            </p:custDataLst>
          </p:nvPr>
        </p:nvSpPr>
        <p:spPr>
          <a:xfrm>
            <a:off x="1308100" y="1956817"/>
            <a:ext cx="4464051" cy="3767708"/>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20" name="Textplatzhalter 6">
            <a:extLst>
              <a:ext uri="{FF2B5EF4-FFF2-40B4-BE49-F238E27FC236}">
                <a16:creationId xmlns:a16="http://schemas.microsoft.com/office/drawing/2014/main" id="{A54B1CBB-2721-4614-885C-583E3BDC6D59}"/>
              </a:ext>
            </a:extLst>
          </p:cNvPr>
          <p:cNvSpPr>
            <a:spLocks noGrp="1"/>
          </p:cNvSpPr>
          <p:nvPr>
            <p:ph type="body" sz="quarter" idx="20" hasCustomPrompt="1"/>
            <p:custDataLst>
              <p:tags r:id="rId5"/>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9" name="Inhaltsplatzhalter 3">
            <a:extLst>
              <a:ext uri="{FF2B5EF4-FFF2-40B4-BE49-F238E27FC236}">
                <a16:creationId xmlns:a16="http://schemas.microsoft.com/office/drawing/2014/main" id="{C28CA6E3-ADBB-46D6-A1FC-9C929E9483AA}"/>
              </a:ext>
            </a:extLst>
          </p:cNvPr>
          <p:cNvSpPr>
            <a:spLocks noGrp="1"/>
          </p:cNvSpPr>
          <p:nvPr>
            <p:ph sz="half" idx="19" hasCustomPrompt="1"/>
            <p:custDataLst>
              <p:tags r:id="rId6"/>
            </p:custDataLst>
          </p:nvPr>
        </p:nvSpPr>
        <p:spPr>
          <a:xfrm>
            <a:off x="6419848" y="1956817"/>
            <a:ext cx="4465639" cy="3767708"/>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21" name="Textplatzhalter 6">
            <a:extLst>
              <a:ext uri="{FF2B5EF4-FFF2-40B4-BE49-F238E27FC236}">
                <a16:creationId xmlns:a16="http://schemas.microsoft.com/office/drawing/2014/main" id="{5F649EA5-E092-4F48-89BC-59787C8A4B08}"/>
              </a:ext>
            </a:extLst>
          </p:cNvPr>
          <p:cNvSpPr>
            <a:spLocks noGrp="1"/>
          </p:cNvSpPr>
          <p:nvPr>
            <p:ph type="body" sz="quarter" idx="21" hasCustomPrompt="1"/>
            <p:custDataLst>
              <p:tags r:id="rId7"/>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7" name="Fußzeilenplatzhalter 6">
            <a:extLst>
              <a:ext uri="{FF2B5EF4-FFF2-40B4-BE49-F238E27FC236}">
                <a16:creationId xmlns:a16="http://schemas.microsoft.com/office/drawing/2014/main" id="{08DF6979-56D6-4B18-BAB7-859190730799}"/>
              </a:ext>
            </a:extLst>
          </p:cNvPr>
          <p:cNvSpPr>
            <a:spLocks noGrp="1"/>
          </p:cNvSpPr>
          <p:nvPr>
            <p:ph type="ftr" sz="quarter" idx="16"/>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6CF1862D-E8F4-4C35-877A-4230D6BD966C}"/>
              </a:ext>
            </a:extLst>
          </p:cNvPr>
          <p:cNvSpPr>
            <a:spLocks noGrp="1"/>
          </p:cNvSpPr>
          <p:nvPr>
            <p:ph type="sldNum" sz="quarter" idx="17"/>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9149837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ogo klein - 3 Inhalte">
    <p:spTree>
      <p:nvGrpSpPr>
        <p:cNvPr id="1" name=""/>
        <p:cNvGrpSpPr/>
        <p:nvPr/>
      </p:nvGrpSpPr>
      <p:grpSpPr>
        <a:xfrm>
          <a:off x="0" y="0"/>
          <a:ext cx="0" cy="0"/>
          <a:chOff x="0" y="0"/>
          <a:chExt cx="0" cy="0"/>
        </a:xfrm>
      </p:grpSpPr>
      <p:pic>
        <p:nvPicPr>
          <p:cNvPr id="17" name="Grafik 16">
            <a:extLst>
              <a:ext uri="{FF2B5EF4-FFF2-40B4-BE49-F238E27FC236}">
                <a16:creationId xmlns:a16="http://schemas.microsoft.com/office/drawing/2014/main" id="{1A0C5AC3-D69A-452C-8ADE-D933E076B90D}"/>
              </a:ext>
            </a:extLst>
          </p:cNvPr>
          <p:cNvPicPr>
            <a:picLocks noChangeAspect="1"/>
          </p:cNvPicPr>
          <p:nvPr userDrawn="1">
            <p:custDataLst>
              <p:tags r:id="rId1"/>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CB637127-39B7-41CD-ADEB-36B572791C6D}"/>
              </a:ext>
            </a:extLst>
          </p:cNvPr>
          <p:cNvSpPr>
            <a:spLocks noGrp="1"/>
          </p:cNvSpPr>
          <p:nvPr>
            <p:ph type="title"/>
            <p:custDataLst>
              <p:tags r:id="rId2"/>
            </p:custDataLst>
          </p:nvPr>
        </p:nvSpPr>
        <p:spPr>
          <a:xfrm>
            <a:off x="1308100" y="468438"/>
            <a:ext cx="9577388" cy="828675"/>
          </a:xfrm>
        </p:spPr>
        <p:txBody>
          <a:bodyPr anchor="t"/>
          <a:lstStyle>
            <a:lvl1pPr>
              <a:defRPr sz="2800"/>
            </a:lvl1pPr>
          </a:lstStyle>
          <a:p>
            <a:r>
              <a:rPr lang="en-US"/>
              <a:t>Click to edit Master title style</a:t>
            </a:r>
            <a:endParaRPr lang="de-AT" dirty="0"/>
          </a:p>
        </p:txBody>
      </p:sp>
      <p:sp>
        <p:nvSpPr>
          <p:cNvPr id="16" name="Inhaltsplatzhalter 2">
            <a:extLst>
              <a:ext uri="{FF2B5EF4-FFF2-40B4-BE49-F238E27FC236}">
                <a16:creationId xmlns:a16="http://schemas.microsoft.com/office/drawing/2014/main" id="{E5B81E50-C817-4FBC-803F-285AF00E8A2C}"/>
              </a:ext>
            </a:extLst>
          </p:cNvPr>
          <p:cNvSpPr>
            <a:spLocks noGrp="1"/>
          </p:cNvSpPr>
          <p:nvPr>
            <p:ph sz="half" idx="1" hasCustomPrompt="1"/>
            <p:custDataLst>
              <p:tags r:id="rId3"/>
            </p:custDataLst>
          </p:nvPr>
        </p:nvSpPr>
        <p:spPr>
          <a:xfrm>
            <a:off x="1307364" y="1549400"/>
            <a:ext cx="2880000"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4" name="Textplatzhalter 6">
            <a:extLst>
              <a:ext uri="{FF2B5EF4-FFF2-40B4-BE49-F238E27FC236}">
                <a16:creationId xmlns:a16="http://schemas.microsoft.com/office/drawing/2014/main" id="{76DACEAC-FE72-4485-BA61-32B70B55C30B}"/>
              </a:ext>
            </a:extLst>
          </p:cNvPr>
          <p:cNvSpPr>
            <a:spLocks noGrp="1"/>
          </p:cNvSpPr>
          <p:nvPr>
            <p:ph type="body" sz="quarter" idx="18" hasCustomPrompt="1"/>
            <p:custDataLst>
              <p:tags r:id="rId4"/>
            </p:custDataLst>
          </p:nvPr>
        </p:nvSpPr>
        <p:spPr>
          <a:xfrm>
            <a:off x="1308099"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8" name="Inhaltsplatzhalter 3">
            <a:extLst>
              <a:ext uri="{FF2B5EF4-FFF2-40B4-BE49-F238E27FC236}">
                <a16:creationId xmlns:a16="http://schemas.microsoft.com/office/drawing/2014/main" id="{4269F25B-1382-4303-B158-37D6475FFA54}"/>
              </a:ext>
            </a:extLst>
          </p:cNvPr>
          <p:cNvSpPr>
            <a:spLocks noGrp="1"/>
          </p:cNvSpPr>
          <p:nvPr>
            <p:ph sz="half" idx="2" hasCustomPrompt="1"/>
            <p:custDataLst>
              <p:tags r:id="rId5"/>
            </p:custDataLst>
          </p:nvPr>
        </p:nvSpPr>
        <p:spPr>
          <a:xfrm>
            <a:off x="4656024" y="1549400"/>
            <a:ext cx="2880000"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5" name="Textplatzhalter 6">
            <a:extLst>
              <a:ext uri="{FF2B5EF4-FFF2-40B4-BE49-F238E27FC236}">
                <a16:creationId xmlns:a16="http://schemas.microsoft.com/office/drawing/2014/main" id="{69E1E176-0BF8-48FB-9C78-4D3C31917A0F}"/>
              </a:ext>
            </a:extLst>
          </p:cNvPr>
          <p:cNvSpPr>
            <a:spLocks noGrp="1"/>
          </p:cNvSpPr>
          <p:nvPr>
            <p:ph type="body" sz="quarter" idx="19" hasCustomPrompt="1"/>
            <p:custDataLst>
              <p:tags r:id="rId6"/>
            </p:custDataLst>
          </p:nvPr>
        </p:nvSpPr>
        <p:spPr>
          <a:xfrm>
            <a:off x="4656023"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9" name="Inhaltsplatzhalter 3">
            <a:extLst>
              <a:ext uri="{FF2B5EF4-FFF2-40B4-BE49-F238E27FC236}">
                <a16:creationId xmlns:a16="http://schemas.microsoft.com/office/drawing/2014/main" id="{F17CFAD3-D27F-4386-BB6A-DA7CD5FCD531}"/>
              </a:ext>
            </a:extLst>
          </p:cNvPr>
          <p:cNvSpPr>
            <a:spLocks noGrp="1"/>
          </p:cNvSpPr>
          <p:nvPr>
            <p:ph sz="half" idx="17" hasCustomPrompt="1"/>
            <p:custDataLst>
              <p:tags r:id="rId7"/>
            </p:custDataLst>
          </p:nvPr>
        </p:nvSpPr>
        <p:spPr>
          <a:xfrm>
            <a:off x="8004683" y="1549400"/>
            <a:ext cx="2880000"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22" name="Textplatzhalter 6">
            <a:extLst>
              <a:ext uri="{FF2B5EF4-FFF2-40B4-BE49-F238E27FC236}">
                <a16:creationId xmlns:a16="http://schemas.microsoft.com/office/drawing/2014/main" id="{ECD8C927-8B97-4C3A-A82C-BD0BF859A357}"/>
              </a:ext>
            </a:extLst>
          </p:cNvPr>
          <p:cNvSpPr>
            <a:spLocks noGrp="1"/>
          </p:cNvSpPr>
          <p:nvPr>
            <p:ph type="body" sz="quarter" idx="20" hasCustomPrompt="1"/>
            <p:custDataLst>
              <p:tags r:id="rId8"/>
            </p:custDataLst>
          </p:nvPr>
        </p:nvSpPr>
        <p:spPr>
          <a:xfrm>
            <a:off x="8003901"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6" name="Fußzeilenplatzhalter 5">
            <a:extLst>
              <a:ext uri="{FF2B5EF4-FFF2-40B4-BE49-F238E27FC236}">
                <a16:creationId xmlns:a16="http://schemas.microsoft.com/office/drawing/2014/main" id="{C5A49CA1-FA2C-4221-B4C1-B59C1E0F7B4B}"/>
              </a:ext>
            </a:extLst>
          </p:cNvPr>
          <p:cNvSpPr>
            <a:spLocks noGrp="1"/>
          </p:cNvSpPr>
          <p:nvPr>
            <p:ph type="ftr" sz="quarter" idx="15"/>
          </p:nvPr>
        </p:nvSpPr>
        <p:spPr/>
        <p:txBody>
          <a:bodyPr/>
          <a:lstStyle/>
          <a:p>
            <a:r>
              <a:rPr lang="de-AT"/>
              <a:t>Musterpräsentation | September 2021</a:t>
            </a:r>
            <a:endParaRPr lang="de-AT" dirty="0"/>
          </a:p>
        </p:txBody>
      </p:sp>
      <p:sp>
        <p:nvSpPr>
          <p:cNvPr id="7" name="Foliennummernplatzhalter 6">
            <a:extLst>
              <a:ext uri="{FF2B5EF4-FFF2-40B4-BE49-F238E27FC236}">
                <a16:creationId xmlns:a16="http://schemas.microsoft.com/office/drawing/2014/main" id="{444A1E6C-0A49-4AE4-B97A-06341D14321F}"/>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8184068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ogo klein - Text und Bild groß">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C80B18DB-87A6-4902-B08F-EEEF6A4C490F}"/>
              </a:ext>
            </a:extLst>
          </p:cNvPr>
          <p:cNvPicPr>
            <a:picLocks noChangeAspect="1"/>
          </p:cNvPicPr>
          <p:nvPr userDrawn="1">
            <p:custDataLst>
              <p:tags r:id="rId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DB424605-8FAF-42C4-8B55-1E41E515CBDE}"/>
              </a:ext>
            </a:extLst>
          </p:cNvPr>
          <p:cNvSpPr>
            <a:spLocks noGrp="1"/>
          </p:cNvSpPr>
          <p:nvPr>
            <p:ph type="title"/>
            <p:custDataLst>
              <p:tags r:id="rId2"/>
            </p:custDataLst>
          </p:nvPr>
        </p:nvSpPr>
        <p:spPr>
          <a:xfrm>
            <a:off x="1308100" y="468438"/>
            <a:ext cx="4464050" cy="828675"/>
          </a:xfrm>
        </p:spPr>
        <p:txBody>
          <a:bodyPr anchor="t"/>
          <a:lstStyle>
            <a:lvl1pPr>
              <a:defRPr sz="2800"/>
            </a:lvl1p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1549400"/>
            <a:ext cx="4464050" cy="434657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1" name="Bildplatzhalter 10">
            <a:extLst>
              <a:ext uri="{FF2B5EF4-FFF2-40B4-BE49-F238E27FC236}">
                <a16:creationId xmlns:a16="http://schemas.microsoft.com/office/drawing/2014/main" id="{90032777-F022-4926-B155-9B65CA68852D}"/>
              </a:ext>
            </a:extLst>
          </p:cNvPr>
          <p:cNvSpPr>
            <a:spLocks noGrp="1"/>
          </p:cNvSpPr>
          <p:nvPr>
            <p:ph type="pic" sz="quarter" idx="12"/>
            <p:custDataLst>
              <p:tags r:id="rId4"/>
            </p:custDataLst>
          </p:nvPr>
        </p:nvSpPr>
        <p:spPr>
          <a:xfrm>
            <a:off x="6419850" y="466725"/>
            <a:ext cx="5292725" cy="5257800"/>
          </a:xfrm>
        </p:spPr>
        <p:txBody>
          <a:bodyPr/>
          <a:lstStyle>
            <a:lvl1pPr marL="0" indent="0">
              <a:buNone/>
              <a:defRPr/>
            </a:lvl1pPr>
          </a:lstStyle>
          <a:p>
            <a:r>
              <a:rPr lang="en-US"/>
              <a:t>Click icon to add picture</a:t>
            </a:r>
            <a:endParaRPr lang="de-AT" dirty="0"/>
          </a:p>
        </p:txBody>
      </p:sp>
      <p:sp>
        <p:nvSpPr>
          <p:cNvPr id="13" name="Textplatzhalter 6">
            <a:extLst>
              <a:ext uri="{FF2B5EF4-FFF2-40B4-BE49-F238E27FC236}">
                <a16:creationId xmlns:a16="http://schemas.microsoft.com/office/drawing/2014/main" id="{AAA324F2-230D-45D1-9B3D-460855588C8F}"/>
              </a:ext>
            </a:extLst>
          </p:cNvPr>
          <p:cNvSpPr>
            <a:spLocks noGrp="1"/>
          </p:cNvSpPr>
          <p:nvPr>
            <p:ph type="body" sz="quarter" idx="20" hasCustomPrompt="1"/>
            <p:custDataLst>
              <p:tags r:id="rId5"/>
            </p:custDataLst>
          </p:nvPr>
        </p:nvSpPr>
        <p:spPr>
          <a:xfrm>
            <a:off x="6422935" y="579596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F7EB1758-E825-49FE-BFC8-D85EC096652B}"/>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A38B308E-9401-4426-8362-E403648191D6}"/>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6259477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ogo klein - Text und Bild Querformat">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B641D741-C485-431B-AB18-BF0A3F576B60}"/>
              </a:ext>
            </a:extLst>
          </p:cNvPr>
          <p:cNvPicPr>
            <a:picLocks noChangeAspect="1"/>
          </p:cNvPicPr>
          <p:nvPr userDrawn="1">
            <p:custDataLst>
              <p:tags r:id="rId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6511301B-9B7A-4FC8-899A-DA9F10DE5C84}"/>
              </a:ext>
            </a:extLst>
          </p:cNvPr>
          <p:cNvSpPr>
            <a:spLocks noGrp="1"/>
          </p:cNvSpPr>
          <p:nvPr>
            <p:ph type="title"/>
            <p:custDataLst>
              <p:tags r:id="rId2"/>
            </p:custDataLst>
          </p:nvPr>
        </p:nvSpPr>
        <p:spPr>
          <a:xfrm>
            <a:off x="1308100" y="468438"/>
            <a:ext cx="10404474" cy="828675"/>
          </a:xfrm>
        </p:spPr>
        <p:txBody>
          <a:bodyPr anchor="t"/>
          <a:lstStyle>
            <a:lvl1pPr>
              <a:defRPr sz="2800"/>
            </a:lvl1p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1549400"/>
            <a:ext cx="4464050" cy="434657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1" name="Bildplatzhalter 10">
            <a:extLst>
              <a:ext uri="{FF2B5EF4-FFF2-40B4-BE49-F238E27FC236}">
                <a16:creationId xmlns:a16="http://schemas.microsoft.com/office/drawing/2014/main" id="{90032777-F022-4926-B155-9B65CA68852D}"/>
              </a:ext>
            </a:extLst>
          </p:cNvPr>
          <p:cNvSpPr>
            <a:spLocks noGrp="1"/>
          </p:cNvSpPr>
          <p:nvPr>
            <p:ph type="pic" sz="quarter" idx="12"/>
            <p:custDataLst>
              <p:tags r:id="rId4"/>
            </p:custDataLst>
          </p:nvPr>
        </p:nvSpPr>
        <p:spPr>
          <a:xfrm>
            <a:off x="6419850" y="1549400"/>
            <a:ext cx="5292725" cy="3527426"/>
          </a:xfrm>
        </p:spPr>
        <p:txBody>
          <a:bodyPr/>
          <a:lstStyle>
            <a:lvl1pPr marL="0" indent="0">
              <a:buNone/>
              <a:defRPr/>
            </a:lvl1pPr>
          </a:lstStyle>
          <a:p>
            <a:r>
              <a:rPr lang="en-US"/>
              <a:t>Click icon to add picture</a:t>
            </a:r>
            <a:endParaRPr lang="de-AT" dirty="0"/>
          </a:p>
        </p:txBody>
      </p:sp>
      <p:sp>
        <p:nvSpPr>
          <p:cNvPr id="16" name="Textplatzhalter 6">
            <a:extLst>
              <a:ext uri="{FF2B5EF4-FFF2-40B4-BE49-F238E27FC236}">
                <a16:creationId xmlns:a16="http://schemas.microsoft.com/office/drawing/2014/main" id="{F5C7B036-BA63-4EF3-A22E-A1F0AF81DC5D}"/>
              </a:ext>
            </a:extLst>
          </p:cNvPr>
          <p:cNvSpPr>
            <a:spLocks noGrp="1"/>
          </p:cNvSpPr>
          <p:nvPr>
            <p:ph type="body" sz="quarter" idx="20" hasCustomPrompt="1"/>
            <p:custDataLst>
              <p:tags r:id="rId5"/>
            </p:custDataLst>
          </p:nvPr>
        </p:nvSpPr>
        <p:spPr>
          <a:xfrm>
            <a:off x="6422935" y="514191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7868A473-3BB1-4067-8830-F9B01DC5086E}"/>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54E5E550-2AEE-40CC-B9A5-572A524B8A15}"/>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3703789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ogo klein - Tabelle">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3A680E4C-E350-49CA-B362-D5E27C2C7084}"/>
              </a:ext>
            </a:extLst>
          </p:cNvPr>
          <p:cNvPicPr>
            <a:picLocks noChangeAspect="1"/>
          </p:cNvPicPr>
          <p:nvPr userDrawn="1">
            <p:custDataLst>
              <p:tags r:id="rId1"/>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1963" y="468438"/>
            <a:ext cx="488826" cy="488826"/>
          </a:xfrm>
          <a:prstGeom prst="rect">
            <a:avLst/>
          </a:prstGeom>
        </p:spPr>
      </p:pic>
      <p:sp>
        <p:nvSpPr>
          <p:cNvPr id="4" name="Titel 3">
            <a:extLst>
              <a:ext uri="{FF2B5EF4-FFF2-40B4-BE49-F238E27FC236}">
                <a16:creationId xmlns:a16="http://schemas.microsoft.com/office/drawing/2014/main" id="{684F57D3-A4C9-4846-A645-1B4E4C67FEEF}"/>
              </a:ext>
            </a:extLst>
          </p:cNvPr>
          <p:cNvSpPr>
            <a:spLocks noGrp="1"/>
          </p:cNvSpPr>
          <p:nvPr>
            <p:ph type="title"/>
            <p:custDataLst>
              <p:tags r:id="rId2"/>
            </p:custDataLst>
          </p:nvPr>
        </p:nvSpPr>
        <p:spPr>
          <a:xfrm>
            <a:off x="1308100" y="468438"/>
            <a:ext cx="10404475" cy="828675"/>
          </a:xfrm>
        </p:spPr>
        <p:txBody>
          <a:bodyPr anchor="t"/>
          <a:lstStyle>
            <a:lvl1pPr>
              <a:defRPr sz="2800"/>
            </a:lvl1pPr>
          </a:lstStyle>
          <a:p>
            <a:r>
              <a:rPr lang="en-US"/>
              <a:t>Click to edit Master title style</a:t>
            </a:r>
            <a:endParaRPr lang="de-AT" dirty="0"/>
          </a:p>
        </p:txBody>
      </p:sp>
      <p:sp>
        <p:nvSpPr>
          <p:cNvPr id="7" name="Tabellenplatzhalter 6">
            <a:extLst>
              <a:ext uri="{FF2B5EF4-FFF2-40B4-BE49-F238E27FC236}">
                <a16:creationId xmlns:a16="http://schemas.microsoft.com/office/drawing/2014/main" id="{16875FCD-3D13-4E90-B3E6-1E014D587D9B}"/>
              </a:ext>
            </a:extLst>
          </p:cNvPr>
          <p:cNvSpPr>
            <a:spLocks noGrp="1"/>
          </p:cNvSpPr>
          <p:nvPr>
            <p:ph type="tbl" sz="quarter" idx="11"/>
            <p:custDataLst>
              <p:tags r:id="rId3"/>
            </p:custDataLst>
          </p:nvPr>
        </p:nvSpPr>
        <p:spPr>
          <a:xfrm>
            <a:off x="1308100" y="1549400"/>
            <a:ext cx="10404475" cy="4175125"/>
          </a:xfrm>
        </p:spPr>
        <p:txBody>
          <a:bodyPr/>
          <a:lstStyle>
            <a:lvl1pPr marL="0" indent="0">
              <a:buNone/>
              <a:defRPr/>
            </a:lvl1pPr>
          </a:lstStyle>
          <a:p>
            <a:r>
              <a:rPr lang="en-US"/>
              <a:t>Click icon to add table</a:t>
            </a:r>
            <a:endParaRPr lang="de-AT" dirty="0"/>
          </a:p>
        </p:txBody>
      </p:sp>
      <p:sp>
        <p:nvSpPr>
          <p:cNvPr id="10" name="Textplatzhalter 6">
            <a:extLst>
              <a:ext uri="{FF2B5EF4-FFF2-40B4-BE49-F238E27FC236}">
                <a16:creationId xmlns:a16="http://schemas.microsoft.com/office/drawing/2014/main" id="{17D854DD-9F1E-4B53-A47D-AD1BCFA810A8}"/>
              </a:ext>
            </a:extLst>
          </p:cNvPr>
          <p:cNvSpPr>
            <a:spLocks noGrp="1"/>
          </p:cNvSpPr>
          <p:nvPr>
            <p:ph type="body" sz="quarter" idx="20" hasCustomPrompt="1"/>
            <p:custDataLst>
              <p:tags r:id="rId4"/>
            </p:custDataLst>
          </p:nvPr>
        </p:nvSpPr>
        <p:spPr>
          <a:xfrm>
            <a:off x="1308100" y="5795962"/>
            <a:ext cx="10406836"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6" name="Fußzeilenplatzhalter 5">
            <a:extLst>
              <a:ext uri="{FF2B5EF4-FFF2-40B4-BE49-F238E27FC236}">
                <a16:creationId xmlns:a16="http://schemas.microsoft.com/office/drawing/2014/main" id="{2F46B341-2E3B-48DF-8934-61B25EEE7504}"/>
              </a:ext>
            </a:extLst>
          </p:cNvPr>
          <p:cNvSpPr>
            <a:spLocks noGrp="1"/>
          </p:cNvSpPr>
          <p:nvPr>
            <p:ph type="ftr" sz="quarter" idx="14"/>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1F6012AB-A28A-4A12-888B-75D0EE4CAC4B}"/>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9314459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ogo klein - Text und Diagramm">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3D72A57A-0B88-47A5-963A-6E6CF2A2A799}"/>
              </a:ext>
            </a:extLst>
          </p:cNvPr>
          <p:cNvPicPr>
            <a:picLocks noChangeAspect="1"/>
          </p:cNvPicPr>
          <p:nvPr userDrawn="1">
            <p:custDataLst>
              <p:tags r:id="rId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9169EF57-E6AB-4B93-AF12-7986543DEC8B}"/>
              </a:ext>
            </a:extLst>
          </p:cNvPr>
          <p:cNvSpPr>
            <a:spLocks noGrp="1"/>
          </p:cNvSpPr>
          <p:nvPr>
            <p:ph type="title"/>
            <p:custDataLst>
              <p:tags r:id="rId2"/>
            </p:custDataLst>
          </p:nvPr>
        </p:nvSpPr>
        <p:spPr>
          <a:xfrm>
            <a:off x="1308423" y="468438"/>
            <a:ext cx="4458966" cy="828675"/>
          </a:xfrm>
        </p:spPr>
        <p:txBody>
          <a:bodyPr anchor="t"/>
          <a:lstStyle>
            <a:lvl1pPr>
              <a:defRPr sz="2800"/>
            </a:lvl1p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1549400"/>
            <a:ext cx="4464050" cy="434657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3" name="Diagrammplatzhalter 2">
            <a:extLst>
              <a:ext uri="{FF2B5EF4-FFF2-40B4-BE49-F238E27FC236}">
                <a16:creationId xmlns:a16="http://schemas.microsoft.com/office/drawing/2014/main" id="{32E0DB4B-5F1B-42DD-83CB-F2653DB6A8BB}"/>
              </a:ext>
            </a:extLst>
          </p:cNvPr>
          <p:cNvSpPr>
            <a:spLocks noGrp="1"/>
          </p:cNvSpPr>
          <p:nvPr>
            <p:ph type="chart" sz="quarter" idx="14"/>
            <p:custDataLst>
              <p:tags r:id="rId4"/>
            </p:custDataLst>
          </p:nvPr>
        </p:nvSpPr>
        <p:spPr>
          <a:xfrm>
            <a:off x="6419850" y="468438"/>
            <a:ext cx="5292725" cy="5256087"/>
          </a:xfrm>
        </p:spPr>
        <p:txBody>
          <a:bodyPr/>
          <a:lstStyle>
            <a:lvl1pPr marL="0" indent="0">
              <a:buNone/>
              <a:defRPr/>
            </a:lvl1pPr>
          </a:lstStyle>
          <a:p>
            <a:r>
              <a:rPr lang="en-US"/>
              <a:t>Click icon to add chart</a:t>
            </a:r>
            <a:endParaRPr lang="de-AT" dirty="0"/>
          </a:p>
        </p:txBody>
      </p:sp>
      <p:sp>
        <p:nvSpPr>
          <p:cNvPr id="11" name="Textplatzhalter 6">
            <a:extLst>
              <a:ext uri="{FF2B5EF4-FFF2-40B4-BE49-F238E27FC236}">
                <a16:creationId xmlns:a16="http://schemas.microsoft.com/office/drawing/2014/main" id="{388F954D-4AA6-43D6-B116-7A4DEFDE530D}"/>
              </a:ext>
            </a:extLst>
          </p:cNvPr>
          <p:cNvSpPr>
            <a:spLocks noGrp="1"/>
          </p:cNvSpPr>
          <p:nvPr>
            <p:ph type="body" sz="quarter" idx="20" hasCustomPrompt="1"/>
            <p:custDataLst>
              <p:tags r:id="rId5"/>
            </p:custDataLst>
          </p:nvPr>
        </p:nvSpPr>
        <p:spPr>
          <a:xfrm>
            <a:off x="6422935" y="579596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6" name="Fußzeilenplatzhalter 5">
            <a:extLst>
              <a:ext uri="{FF2B5EF4-FFF2-40B4-BE49-F238E27FC236}">
                <a16:creationId xmlns:a16="http://schemas.microsoft.com/office/drawing/2014/main" id="{71A1A9BF-3AED-4EFD-900F-A1F61F946FFE}"/>
              </a:ext>
            </a:extLst>
          </p:cNvPr>
          <p:cNvSpPr>
            <a:spLocks noGrp="1"/>
          </p:cNvSpPr>
          <p:nvPr>
            <p:ph type="ftr" sz="quarter" idx="15"/>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C9AEF1F5-9CB9-45A4-A9BB-5CC1F835C7C6}"/>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5160322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pic>
        <p:nvPicPr>
          <p:cNvPr id="41" name="Grafik 40" descr="Logo der Technischen Universität Wien">
            <a:extLst>
              <a:ext uri="{FF2B5EF4-FFF2-40B4-BE49-F238E27FC236}">
                <a16:creationId xmlns:a16="http://schemas.microsoft.com/office/drawing/2014/main" id="{83392F52-F053-4B37-81F1-B63D0DE99D51}"/>
              </a:ext>
            </a:extLst>
          </p:cNvPr>
          <p:cNvPicPr/>
          <p:nvPr userDrawn="1">
            <p:custDataLst>
              <p:tags r:id="rId1"/>
            </p:custDataLst>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8287" y="466725"/>
            <a:ext cx="1939882" cy="734886"/>
          </a:xfrm>
          <a:prstGeom prst="rect">
            <a:avLst/>
          </a:prstGeom>
        </p:spPr>
      </p:pic>
      <p:sp>
        <p:nvSpPr>
          <p:cNvPr id="4" name="Titel 3">
            <a:extLst>
              <a:ext uri="{FF2B5EF4-FFF2-40B4-BE49-F238E27FC236}">
                <a16:creationId xmlns:a16="http://schemas.microsoft.com/office/drawing/2014/main" id="{A12C0C97-07D5-4F96-8247-518187567D1B}"/>
              </a:ext>
            </a:extLst>
          </p:cNvPr>
          <p:cNvSpPr>
            <a:spLocks noGrp="1"/>
          </p:cNvSpPr>
          <p:nvPr>
            <p:ph type="title" hasCustomPrompt="1"/>
            <p:custDataLst>
              <p:tags r:id="rId2"/>
            </p:custDataLst>
          </p:nvPr>
        </p:nvSpPr>
        <p:spPr>
          <a:xfrm>
            <a:off x="1307069" y="1549399"/>
            <a:ext cx="9289494" cy="828675"/>
          </a:xfrm>
        </p:spPr>
        <p:txBody>
          <a:bodyPr/>
          <a:lstStyle>
            <a:lvl1pPr>
              <a:defRPr/>
            </a:lvl1pPr>
          </a:lstStyle>
          <a:p>
            <a:r>
              <a:rPr lang="de-AT"/>
              <a:t>Kontaktinformationen</a:t>
            </a:r>
            <a:endParaRPr lang="de-AT" dirty="0"/>
          </a:p>
        </p:txBody>
      </p:sp>
      <p:sp>
        <p:nvSpPr>
          <p:cNvPr id="3" name="Textplatzhalter 2">
            <a:extLst>
              <a:ext uri="{FF2B5EF4-FFF2-40B4-BE49-F238E27FC236}">
                <a16:creationId xmlns:a16="http://schemas.microsoft.com/office/drawing/2014/main" id="{F233E7E8-1933-4C21-BF6B-D51AF4E4672E}"/>
              </a:ext>
            </a:extLst>
          </p:cNvPr>
          <p:cNvSpPr>
            <a:spLocks noGrp="1"/>
          </p:cNvSpPr>
          <p:nvPr>
            <p:ph type="body" idx="1" hasCustomPrompt="1"/>
            <p:custDataLst>
              <p:tags r:id="rId3"/>
            </p:custDataLst>
          </p:nvPr>
        </p:nvSpPr>
        <p:spPr>
          <a:xfrm>
            <a:off x="1307070" y="3429000"/>
            <a:ext cx="9289494" cy="2455545"/>
          </a:xfrm>
        </p:spPr>
        <p:txBody>
          <a:bodyPr wrap="square" anchor="b">
            <a:noAutofit/>
          </a:bodyPr>
          <a:lstStyle>
            <a:lvl1pPr marL="0" indent="0">
              <a:spcBef>
                <a:spcPts val="0"/>
              </a:spcBef>
              <a:buNone/>
              <a:defRPr sz="20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AT"/>
              <a:t>Kontaktdaten eingeben</a:t>
            </a:r>
            <a:endParaRPr lang="de-AT" dirty="0"/>
          </a:p>
        </p:txBody>
      </p:sp>
      <p:sp>
        <p:nvSpPr>
          <p:cNvPr id="5" name="Fußzeilenplatzhalter 4">
            <a:extLst>
              <a:ext uri="{FF2B5EF4-FFF2-40B4-BE49-F238E27FC236}">
                <a16:creationId xmlns:a16="http://schemas.microsoft.com/office/drawing/2014/main" id="{BACE00CB-9CCC-4A9D-A758-DD7AA927D5A0}"/>
              </a:ext>
            </a:extLst>
          </p:cNvPr>
          <p:cNvSpPr>
            <a:spLocks noGrp="1"/>
          </p:cNvSpPr>
          <p:nvPr>
            <p:ph type="ftr" sz="quarter" idx="10"/>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9050ABF1-0BD3-4A46-9EEF-0778B9A7DE4E}"/>
              </a:ext>
            </a:extLst>
          </p:cNvPr>
          <p:cNvSpPr>
            <a:spLocks noGrp="1"/>
          </p:cNvSpPr>
          <p:nvPr>
            <p:ph type="sldNum" sz="quarter" idx="11"/>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42743543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9968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6.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8EEE1EB9-F30E-41CC-A5EA-1BB4036EAE50}"/>
              </a:ext>
            </a:extLst>
          </p:cNvPr>
          <p:cNvSpPr>
            <a:spLocks noGrp="1"/>
          </p:cNvSpPr>
          <p:nvPr userDrawn="1">
            <p:ph type="title"/>
            <p:custDataLst>
              <p:tags r:id="rId35"/>
            </p:custDataLst>
          </p:nvPr>
        </p:nvSpPr>
        <p:spPr bwMode="gray">
          <a:xfrm>
            <a:off x="1307069" y="1549399"/>
            <a:ext cx="10405506" cy="828675"/>
          </a:xfrm>
          <a:prstGeom prst="rect">
            <a:avLst/>
          </a:prstGeom>
        </p:spPr>
        <p:txBody>
          <a:bodyPr vert="horz" lIns="0" tIns="0" rIns="0" bIns="0" rtlCol="0" anchor="b">
            <a:noAutofit/>
          </a:bodyPr>
          <a:lstStyle/>
          <a:p>
            <a:r>
              <a:rPr lang="de-AT" dirty="0"/>
              <a:t>Mastertitelformat bearbeiten</a:t>
            </a:r>
          </a:p>
        </p:txBody>
      </p:sp>
      <p:sp>
        <p:nvSpPr>
          <p:cNvPr id="3" name="Textplatzhalter 2">
            <a:extLst>
              <a:ext uri="{FF2B5EF4-FFF2-40B4-BE49-F238E27FC236}">
                <a16:creationId xmlns:a16="http://schemas.microsoft.com/office/drawing/2014/main" id="{E2201E79-C3C6-4E96-894F-E05A4B90D1FF}"/>
              </a:ext>
            </a:extLst>
          </p:cNvPr>
          <p:cNvSpPr>
            <a:spLocks noGrp="1"/>
          </p:cNvSpPr>
          <p:nvPr userDrawn="1">
            <p:ph type="body" idx="1"/>
            <p:custDataLst>
              <p:tags r:id="rId36"/>
            </p:custDataLst>
          </p:nvPr>
        </p:nvSpPr>
        <p:spPr bwMode="gray">
          <a:xfrm>
            <a:off x="1308100" y="2628901"/>
            <a:ext cx="10404474" cy="3086100"/>
          </a:xfrm>
          <a:prstGeom prst="rect">
            <a:avLst/>
          </a:prstGeom>
        </p:spPr>
        <p:txBody>
          <a:bodyPr vert="horz" lIns="0" tIns="0" rIns="0" bIns="0" rtlCol="0">
            <a:noAutofit/>
          </a:bodyPr>
          <a:lstStyle/>
          <a:p>
            <a:pPr lvl="0"/>
            <a:r>
              <a:rPr lang="de-AT" dirty="0"/>
              <a:t>Mastertextformat bearbeiten </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56" name="Rechteck 55">
            <a:extLst>
              <a:ext uri="{FF2B5EF4-FFF2-40B4-BE49-F238E27FC236}">
                <a16:creationId xmlns:a16="http://schemas.microsoft.com/office/drawing/2014/main" id="{AB4FDE39-4A0A-4D44-BA64-FAA4243A19D6}"/>
              </a:ext>
              <a:ext uri="{C183D7F6-B498-43B3-948B-1728B52AA6E4}">
                <adec:decorative xmlns:adec="http://schemas.microsoft.com/office/drawing/2017/decorative" val="1"/>
              </a:ext>
            </a:extLst>
          </p:cNvPr>
          <p:cNvSpPr/>
          <p:nvPr userDrawn="1">
            <p:custDataLst>
              <p:tags r:id="rId37"/>
            </p:custDataLst>
          </p:nvPr>
        </p:nvSpPr>
        <p:spPr>
          <a:xfrm>
            <a:off x="0" y="6235700"/>
            <a:ext cx="12192000" cy="6223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de-AT" dirty="0"/>
          </a:p>
        </p:txBody>
      </p:sp>
      <p:sp>
        <p:nvSpPr>
          <p:cNvPr id="7" name="Fußzeilenplatzhalter 6">
            <a:extLst>
              <a:ext uri="{FF2B5EF4-FFF2-40B4-BE49-F238E27FC236}">
                <a16:creationId xmlns:a16="http://schemas.microsoft.com/office/drawing/2014/main" id="{05777435-05C2-4B0D-8378-14DDFE4EBDAF}"/>
              </a:ext>
              <a:ext uri="{C183D7F6-B498-43B3-948B-1728B52AA6E4}">
                <adec:decorative xmlns:adec="http://schemas.microsoft.com/office/drawing/2017/decorative" val="1"/>
              </a:ext>
            </a:extLst>
          </p:cNvPr>
          <p:cNvSpPr>
            <a:spLocks noGrp="1"/>
          </p:cNvSpPr>
          <p:nvPr>
            <p:ph type="ftr" sz="quarter" idx="3"/>
            <p:custDataLst>
              <p:tags r:id="rId38"/>
            </p:custDataLst>
          </p:nvPr>
        </p:nvSpPr>
        <p:spPr bwMode="white">
          <a:xfrm>
            <a:off x="461963" y="6385768"/>
            <a:ext cx="10134600" cy="288000"/>
          </a:xfrm>
          <a:prstGeom prst="rect">
            <a:avLst/>
          </a:prstGeom>
        </p:spPr>
        <p:txBody>
          <a:bodyPr vert="horz" lIns="0" tIns="0" rIns="0" bIns="0" rtlCol="0" anchor="ctr"/>
          <a:lstStyle>
            <a:lvl1pPr algn="l">
              <a:defRPr sz="1200" b="0">
                <a:solidFill>
                  <a:schemeClr val="bg1"/>
                </a:solidFill>
              </a:defRPr>
            </a:lvl1p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CD7DA86F-8392-48F1-84B2-3D91C8489FAC}"/>
              </a:ext>
            </a:extLst>
          </p:cNvPr>
          <p:cNvSpPr>
            <a:spLocks noGrp="1"/>
          </p:cNvSpPr>
          <p:nvPr userDrawn="1">
            <p:ph type="sldNum" sz="quarter" idx="4"/>
            <p:custDataLst>
              <p:tags r:id="rId39"/>
            </p:custDataLst>
          </p:nvPr>
        </p:nvSpPr>
        <p:spPr bwMode="white">
          <a:xfrm>
            <a:off x="10885488" y="6385768"/>
            <a:ext cx="827086" cy="288000"/>
          </a:xfrm>
          <a:prstGeom prst="rect">
            <a:avLst/>
          </a:prstGeom>
        </p:spPr>
        <p:txBody>
          <a:bodyPr vert="horz" lIns="0" tIns="0" rIns="0" bIns="0" rtlCol="0" anchor="ctr"/>
          <a:lstStyle>
            <a:lvl1pPr algn="r">
              <a:defRPr sz="1200">
                <a:solidFill>
                  <a:schemeClr val="bg1"/>
                </a:solidFill>
              </a:defRPr>
            </a:lvl1p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062784391"/>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50" r:id="rId3"/>
    <p:sldLayoutId id="2147483667" r:id="rId4"/>
    <p:sldLayoutId id="2147483708" r:id="rId5"/>
    <p:sldLayoutId id="2147483651" r:id="rId6"/>
    <p:sldLayoutId id="2147483652" r:id="rId7"/>
    <p:sldLayoutId id="2147483752" r:id="rId8"/>
    <p:sldLayoutId id="2147483744" r:id="rId9"/>
    <p:sldLayoutId id="2147483666" r:id="rId10"/>
    <p:sldLayoutId id="2147483668" r:id="rId11"/>
    <p:sldLayoutId id="2147483669" r:id="rId12"/>
    <p:sldLayoutId id="2147483670" r:id="rId13"/>
    <p:sldLayoutId id="2147483671" r:id="rId14"/>
    <p:sldLayoutId id="2147483673" r:id="rId15"/>
    <p:sldLayoutId id="2147483745" r:id="rId16"/>
    <p:sldLayoutId id="2147483738" r:id="rId17"/>
    <p:sldLayoutId id="2147483735" r:id="rId18"/>
    <p:sldLayoutId id="2147483736" r:id="rId19"/>
    <p:sldLayoutId id="2147483737" r:id="rId20"/>
    <p:sldLayoutId id="2147483725" r:id="rId21"/>
    <p:sldLayoutId id="2147483726" r:id="rId22"/>
    <p:sldLayoutId id="2147483727" r:id="rId23"/>
    <p:sldLayoutId id="2147483729" r:id="rId24"/>
    <p:sldLayoutId id="2147483730" r:id="rId25"/>
    <p:sldLayoutId id="2147483751" r:id="rId26"/>
    <p:sldLayoutId id="2147483746" r:id="rId27"/>
    <p:sldLayoutId id="2147483731" r:id="rId28"/>
    <p:sldLayoutId id="2147483732" r:id="rId29"/>
    <p:sldLayoutId id="2147483733" r:id="rId30"/>
    <p:sldLayoutId id="2147483734" r:id="rId31"/>
    <p:sldLayoutId id="2147483707" r:id="rId32"/>
    <p:sldLayoutId id="2147483655" r:id="rId33"/>
  </p:sldLayoutIdLst>
  <p:hf hdr="0" dt="0"/>
  <p:txStyles>
    <p:titleStyle>
      <a:lvl1pPr algn="l" defTabSz="914400"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270000" indent="-270000" algn="l" defTabSz="914400" rtl="0" eaLnBrk="1" latinLnBrk="0" hangingPunct="1">
        <a:lnSpc>
          <a:spcPct val="90000"/>
        </a:lnSpc>
        <a:spcBef>
          <a:spcPts val="600"/>
        </a:spcBef>
        <a:buClr>
          <a:schemeClr val="accent1"/>
        </a:buClr>
        <a:buSzPct val="90000"/>
        <a:buFont typeface="Arial" panose="020B0604020202020204" pitchFamily="34" charset="0"/>
        <a:buChar char="■"/>
        <a:defRPr sz="2200" b="0" kern="1200">
          <a:solidFill>
            <a:schemeClr val="tx1"/>
          </a:solidFill>
          <a:latin typeface="+mn-lt"/>
          <a:ea typeface="+mn-ea"/>
          <a:cs typeface="+mn-cs"/>
        </a:defRPr>
      </a:lvl1pPr>
      <a:lvl2pPr marL="533400" indent="-271463" algn="l" defTabSz="914400" rtl="0" eaLnBrk="1" latinLnBrk="0" hangingPunct="1">
        <a:lnSpc>
          <a:spcPct val="90000"/>
        </a:lnSpc>
        <a:spcBef>
          <a:spcPts val="400"/>
        </a:spcBef>
        <a:buClr>
          <a:schemeClr val="accent1"/>
        </a:buClr>
        <a:buSzPct val="90000"/>
        <a:buFont typeface="Arial" panose="020B0604020202020204" pitchFamily="34" charset="0"/>
        <a:buChar char="■"/>
        <a:defRPr sz="2000" b="0" kern="1200">
          <a:solidFill>
            <a:schemeClr val="tx1"/>
          </a:solidFill>
          <a:latin typeface="+mn-lt"/>
          <a:ea typeface="+mn-ea"/>
          <a:cs typeface="+mn-cs"/>
        </a:defRPr>
      </a:lvl2pPr>
      <a:lvl3pPr marL="804863" indent="-266700" algn="l" defTabSz="914400" rtl="0" eaLnBrk="1" latinLnBrk="0" hangingPunct="1">
        <a:lnSpc>
          <a:spcPct val="90000"/>
        </a:lnSpc>
        <a:spcBef>
          <a:spcPts val="500"/>
        </a:spcBef>
        <a:buClr>
          <a:schemeClr val="accent1"/>
        </a:buClr>
        <a:buSzPct val="90000"/>
        <a:buFont typeface="Arial" panose="020B0604020202020204" pitchFamily="34" charset="0"/>
        <a:buChar char="■"/>
        <a:defRPr sz="1800" kern="1200">
          <a:solidFill>
            <a:schemeClr val="tx1"/>
          </a:solidFill>
          <a:latin typeface="+mn-lt"/>
          <a:ea typeface="+mn-ea"/>
          <a:cs typeface="+mn-cs"/>
        </a:defRPr>
      </a:lvl3pPr>
      <a:lvl4pPr marL="1077913" indent="-266700" algn="l" defTabSz="914400" rtl="0" eaLnBrk="1" latinLnBrk="0" hangingPunct="1">
        <a:lnSpc>
          <a:spcPct val="90000"/>
        </a:lnSpc>
        <a:spcBef>
          <a:spcPts val="500"/>
        </a:spcBef>
        <a:buClr>
          <a:schemeClr val="accent1"/>
        </a:buClr>
        <a:buSzPct val="90000"/>
        <a:buFont typeface="Arial" panose="020B0604020202020204" pitchFamily="34" charset="0"/>
        <a:buChar char="■"/>
        <a:defRPr sz="1800" kern="1200">
          <a:solidFill>
            <a:schemeClr val="tx1"/>
          </a:solidFill>
          <a:latin typeface="+mn-lt"/>
          <a:ea typeface="+mn-ea"/>
          <a:cs typeface="+mn-cs"/>
        </a:defRPr>
      </a:lvl4pPr>
      <a:lvl5pPr marL="1349375" indent="-266700" algn="l" defTabSz="914400" rtl="0" eaLnBrk="1" latinLnBrk="0" hangingPunct="1">
        <a:lnSpc>
          <a:spcPct val="90000"/>
        </a:lnSpc>
        <a:spcBef>
          <a:spcPts val="500"/>
        </a:spcBef>
        <a:buClr>
          <a:schemeClr val="accent1"/>
        </a:buClr>
        <a:buSzPct val="9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guide id="4" pos="7378" userDrawn="1">
          <p15:clr>
            <a:srgbClr val="F26B43"/>
          </p15:clr>
        </p15:guide>
        <p15:guide id="5" pos="291" userDrawn="1">
          <p15:clr>
            <a:srgbClr val="F26B43"/>
          </p15:clr>
        </p15:guide>
        <p15:guide id="6" orient="horz" pos="976" userDrawn="1">
          <p15:clr>
            <a:srgbClr val="F26B43"/>
          </p15:clr>
        </p15:guide>
        <p15:guide id="7" orient="horz" pos="3198" userDrawn="1">
          <p15:clr>
            <a:srgbClr val="F26B43"/>
          </p15:clr>
        </p15:guide>
        <p15:guide id="8" orient="horz" pos="3451" userDrawn="1">
          <p15:clr>
            <a:srgbClr val="F26B43"/>
          </p15:clr>
        </p15:guide>
        <p15:guide id="9" orient="horz" pos="3714" userDrawn="1">
          <p15:clr>
            <a:srgbClr val="F26B43"/>
          </p15:clr>
        </p15:guide>
        <p15:guide id="10" pos="4044" userDrawn="1">
          <p15:clr>
            <a:srgbClr val="F26B43"/>
          </p15:clr>
        </p15:guide>
        <p15:guide id="11" pos="3636" userDrawn="1">
          <p15:clr>
            <a:srgbClr val="F26B43"/>
          </p15:clr>
        </p15:guide>
        <p15:guide id="12" orient="horz" pos="1114" userDrawn="1">
          <p15:clr>
            <a:srgbClr val="F26B43"/>
          </p15:clr>
        </p15:guide>
        <p15:guide id="13" orient="horz" pos="1498" userDrawn="1">
          <p15:clr>
            <a:srgbClr val="F26B43"/>
          </p15:clr>
        </p15:guide>
        <p15:guide id="14" orient="horz" pos="294" userDrawn="1">
          <p15:clr>
            <a:srgbClr val="F26B43"/>
          </p15:clr>
        </p15:guide>
        <p15:guide id="15" orient="horz" pos="531" userDrawn="1">
          <p15:clr>
            <a:srgbClr val="F26B43"/>
          </p15:clr>
        </p15:guide>
        <p15:guide id="16" orient="horz" pos="762" userDrawn="1">
          <p15:clr>
            <a:srgbClr val="F26B43"/>
          </p15:clr>
        </p15:guide>
        <p15:guide id="17" orient="horz" pos="1651" userDrawn="1">
          <p15:clr>
            <a:srgbClr val="F26B43"/>
          </p15:clr>
        </p15:guide>
        <p15:guide id="18" pos="824" userDrawn="1">
          <p15:clr>
            <a:srgbClr val="F26B43"/>
          </p15:clr>
        </p15:guide>
        <p15:guide id="19" pos="6675" userDrawn="1">
          <p15:clr>
            <a:srgbClr val="F26B43"/>
          </p15:clr>
        </p15:guide>
        <p15:guide id="20" orient="horz" pos="3606" userDrawn="1">
          <p15:clr>
            <a:srgbClr val="F26B43"/>
          </p15:clr>
        </p15:guide>
        <p15:guide id="21" pos="685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180.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1.xml"/><Relationship Id="rId7" Type="http://schemas.openxmlformats.org/officeDocument/2006/relationships/image" Target="../media/image10.png"/><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5" Type="http://schemas.openxmlformats.org/officeDocument/2006/relationships/notesSlide" Target="../notesSlides/notesSlide3.xml"/><Relationship Id="rId4"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image" Target="../media/image13.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image" Target="../media/image12.png"/><Relationship Id="rId5" Type="http://schemas.openxmlformats.org/officeDocument/2006/relationships/notesSlide" Target="../notesSlides/notesSlide4.xml"/><Relationship Id="rId4"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5" Type="http://schemas.openxmlformats.org/officeDocument/2006/relationships/notesSlide" Target="../notesSlides/notesSlide5.xml"/><Relationship Id="rId4"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5" Type="http://schemas.openxmlformats.org/officeDocument/2006/relationships/notesSlide" Target="../notesSlides/notesSlide6.xml"/><Relationship Id="rId4"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image" Target="../media/image14.png"/><Relationship Id="rId5" Type="http://schemas.openxmlformats.org/officeDocument/2006/relationships/notesSlide" Target="../notesSlides/notesSlide7.xml"/><Relationship Id="rId4"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 Id="rId5" Type="http://schemas.openxmlformats.org/officeDocument/2006/relationships/notesSlide" Target="../notesSlides/notesSlide8.xml"/><Relationship Id="rId4"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 Id="rId5" Type="http://schemas.openxmlformats.org/officeDocument/2006/relationships/notesSlide" Target="../notesSlides/notesSlide9.xml"/><Relationship Id="rId4"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image" Target="../media/image15.png"/><Relationship Id="rId5" Type="http://schemas.openxmlformats.org/officeDocument/2006/relationships/notesSlide" Target="../notesSlides/notesSlide10.xml"/><Relationship Id="rId4"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image" Target="../media/image16.png"/><Relationship Id="rId5" Type="http://schemas.openxmlformats.org/officeDocument/2006/relationships/notesSlide" Target="../notesSlides/notesSlide11.xml"/><Relationship Id="rId4"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 Id="rId6" Type="http://schemas.openxmlformats.org/officeDocument/2006/relationships/image" Target="../media/image17.png"/><Relationship Id="rId5" Type="http://schemas.openxmlformats.org/officeDocument/2006/relationships/notesSlide" Target="../notesSlides/notesSlide12.xml"/><Relationship Id="rId4"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 Id="rId6" Type="http://schemas.openxmlformats.org/officeDocument/2006/relationships/image" Target="../media/image18.png"/><Relationship Id="rId5" Type="http://schemas.openxmlformats.org/officeDocument/2006/relationships/notesSlide" Target="../notesSlides/notesSlide13.xml"/><Relationship Id="rId4"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tags" Target="../tags/tag257.xml"/><Relationship Id="rId2" Type="http://schemas.openxmlformats.org/officeDocument/2006/relationships/tags" Target="../tags/tag256.xml"/><Relationship Id="rId1" Type="http://schemas.openxmlformats.org/officeDocument/2006/relationships/tags" Target="../tags/tag255.xml"/><Relationship Id="rId5" Type="http://schemas.openxmlformats.org/officeDocument/2006/relationships/notesSlide" Target="../notesSlides/notesSlide14.xml"/><Relationship Id="rId4"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 Id="rId5" Type="http://schemas.openxmlformats.org/officeDocument/2006/relationships/notesSlide" Target="../notesSlides/notesSlide15.xml"/><Relationship Id="rId4"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 Id="rId5" Type="http://schemas.openxmlformats.org/officeDocument/2006/relationships/notesSlide" Target="../notesSlides/notesSlide16.xml"/><Relationship Id="rId4"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DC556A-B41E-4B2F-8C99-140CFA3FBFC3}"/>
              </a:ext>
            </a:extLst>
          </p:cNvPr>
          <p:cNvSpPr>
            <a:spLocks noGrp="1"/>
          </p:cNvSpPr>
          <p:nvPr>
            <p:ph type="title"/>
            <p:custDataLst>
              <p:tags r:id="rId1"/>
            </p:custDataLst>
          </p:nvPr>
        </p:nvSpPr>
        <p:spPr>
          <a:xfrm>
            <a:off x="461963" y="4438899"/>
            <a:ext cx="10134599" cy="1039564"/>
          </a:xfrm>
        </p:spPr>
        <p:txBody>
          <a:bodyPr/>
          <a:lstStyle/>
          <a:p>
            <a:r>
              <a:rPr lang="en-US" dirty="0"/>
              <a:t>Final Presentation Group 7</a:t>
            </a:r>
            <a:endParaRPr lang="de-AT" dirty="0"/>
          </a:p>
        </p:txBody>
      </p:sp>
      <p:sp>
        <p:nvSpPr>
          <p:cNvPr id="10" name="Textplatzhalter 9">
            <a:extLst>
              <a:ext uri="{FF2B5EF4-FFF2-40B4-BE49-F238E27FC236}">
                <a16:creationId xmlns:a16="http://schemas.microsoft.com/office/drawing/2014/main" id="{7D7F2532-3445-42FF-A67C-2FEBC1EBE2E9}"/>
              </a:ext>
            </a:extLst>
          </p:cNvPr>
          <p:cNvSpPr>
            <a:spLocks noGrp="1"/>
          </p:cNvSpPr>
          <p:nvPr>
            <p:ph type="body" sz="quarter" idx="15"/>
            <p:custDataLst>
              <p:tags r:id="rId2"/>
            </p:custDataLst>
          </p:nvPr>
        </p:nvSpPr>
        <p:spPr>
          <a:xfrm>
            <a:off x="461963" y="5550408"/>
            <a:ext cx="10134600" cy="345566"/>
          </a:xfrm>
        </p:spPr>
        <p:txBody>
          <a:bodyPr/>
          <a:lstStyle/>
          <a:p>
            <a:r>
              <a:rPr lang="de-AT" dirty="0"/>
              <a:t>Stand: 16th January 2026</a:t>
            </a:r>
          </a:p>
        </p:txBody>
      </p:sp>
      <p:sp>
        <p:nvSpPr>
          <p:cNvPr id="5" name="Textplatzhalter 4">
            <a:extLst>
              <a:ext uri="{FF2B5EF4-FFF2-40B4-BE49-F238E27FC236}">
                <a16:creationId xmlns:a16="http://schemas.microsoft.com/office/drawing/2014/main" id="{8CF67DC2-96F0-420C-817E-D91C67D8B989}"/>
              </a:ext>
            </a:extLst>
          </p:cNvPr>
          <p:cNvSpPr>
            <a:spLocks noGrp="1"/>
          </p:cNvSpPr>
          <p:nvPr>
            <p:ph type="body" sz="quarter" idx="14"/>
            <p:custDataLst>
              <p:tags r:id="rId3"/>
            </p:custDataLst>
          </p:nvPr>
        </p:nvSpPr>
        <p:spPr>
          <a:xfrm>
            <a:off x="7247493" y="6050376"/>
            <a:ext cx="4465082" cy="171450"/>
          </a:xfrm>
        </p:spPr>
        <p:txBody>
          <a:bodyPr/>
          <a:lstStyle/>
          <a:p>
            <a:r>
              <a:rPr lang="de-AT" dirty="0"/>
              <a:t>© Copyright- group 7</a:t>
            </a:r>
          </a:p>
        </p:txBody>
      </p:sp>
      <p:sp>
        <p:nvSpPr>
          <p:cNvPr id="7" name="Textplatzhalter 6">
            <a:extLst>
              <a:ext uri="{FF2B5EF4-FFF2-40B4-BE49-F238E27FC236}">
                <a16:creationId xmlns:a16="http://schemas.microsoft.com/office/drawing/2014/main" id="{63B89FB8-9762-4BC8-84AD-DE410AA8BF61}"/>
              </a:ext>
            </a:extLst>
          </p:cNvPr>
          <p:cNvSpPr>
            <a:spLocks noGrp="1"/>
          </p:cNvSpPr>
          <p:nvPr>
            <p:ph type="body" sz="quarter" idx="10"/>
            <p:custDataLst>
              <p:tags r:id="rId4"/>
            </p:custDataLst>
          </p:nvPr>
        </p:nvSpPr>
        <p:spPr/>
        <p:txBody>
          <a:bodyPr/>
          <a:lstStyle/>
          <a:p>
            <a:r>
              <a:rPr lang="de-AT" dirty="0"/>
              <a:t>www.tuwien.at</a:t>
            </a:r>
          </a:p>
        </p:txBody>
      </p:sp>
    </p:spTree>
    <p:extLst>
      <p:ext uri="{BB962C8B-B14F-4D97-AF65-F5344CB8AC3E}">
        <p14:creationId xmlns:p14="http://schemas.microsoft.com/office/powerpoint/2010/main" val="209301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A85F2F-BC66-4BFE-9993-10CD568B5EBD}"/>
              </a:ext>
            </a:extLst>
          </p:cNvPr>
          <p:cNvSpPr>
            <a:spLocks noGrp="1"/>
          </p:cNvSpPr>
          <p:nvPr>
            <p:ph type="ctrTitle"/>
            <p:custDataLst>
              <p:tags r:id="rId1"/>
            </p:custDataLst>
          </p:nvPr>
        </p:nvSpPr>
        <p:spPr>
          <a:xfrm>
            <a:off x="751609" y="1537650"/>
            <a:ext cx="10688782" cy="1891349"/>
          </a:xfrm>
        </p:spPr>
        <p:txBody>
          <a:bodyPr/>
          <a:lstStyle/>
          <a:p>
            <a:pPr>
              <a:lnSpc>
                <a:spcPct val="150000"/>
              </a:lnSpc>
            </a:pPr>
            <a:r>
              <a:rPr lang="en-US" dirty="0"/>
              <a:t>Final Presentation Team7</a:t>
            </a:r>
            <a:br>
              <a:rPr lang="en-US" dirty="0"/>
            </a:br>
            <a:r>
              <a:rPr lang="en-US" dirty="0"/>
              <a:t>Topic 1: Language Identification</a:t>
            </a:r>
            <a:endParaRPr lang="de-AT" dirty="0"/>
          </a:p>
        </p:txBody>
      </p:sp>
      <p:sp>
        <p:nvSpPr>
          <p:cNvPr id="6" name="Textplatzhalter 5">
            <a:extLst>
              <a:ext uri="{FF2B5EF4-FFF2-40B4-BE49-F238E27FC236}">
                <a16:creationId xmlns:a16="http://schemas.microsoft.com/office/drawing/2014/main" id="{BEBBC48B-484D-472E-91AC-ADA8035C69B2}"/>
              </a:ext>
            </a:extLst>
          </p:cNvPr>
          <p:cNvSpPr>
            <a:spLocks noGrp="1"/>
          </p:cNvSpPr>
          <p:nvPr>
            <p:ph type="body" sz="quarter" idx="10"/>
            <p:custDataLst>
              <p:tags r:id="rId2"/>
            </p:custDataLst>
          </p:nvPr>
        </p:nvSpPr>
        <p:spPr/>
        <p:txBody>
          <a:bodyPr/>
          <a:lstStyle/>
          <a:p>
            <a:pPr lvl="0"/>
            <a:r>
              <a:rPr lang="de-AT" dirty="0"/>
              <a:t>www.tuwien.at</a:t>
            </a:r>
          </a:p>
        </p:txBody>
      </p:sp>
      <p:pic>
        <p:nvPicPr>
          <p:cNvPr id="8" name="Picture 7">
            <a:extLst>
              <a:ext uri="{FF2B5EF4-FFF2-40B4-BE49-F238E27FC236}">
                <a16:creationId xmlns:a16="http://schemas.microsoft.com/office/drawing/2014/main" id="{4C0D2757-9503-3A6C-6B56-324A43B911C6}"/>
              </a:ext>
            </a:extLst>
          </p:cNvPr>
          <p:cNvPicPr>
            <a:picLocks noChangeAspect="1"/>
          </p:cNvPicPr>
          <p:nvPr/>
        </p:nvPicPr>
        <p:blipFill>
          <a:blip r:embed="rId5"/>
          <a:stretch>
            <a:fillRect/>
          </a:stretch>
        </p:blipFill>
        <p:spPr>
          <a:xfrm>
            <a:off x="119205" y="4934494"/>
            <a:ext cx="2177200" cy="1159359"/>
          </a:xfrm>
          <a:prstGeom prst="rect">
            <a:avLst/>
          </a:prstGeom>
        </p:spPr>
      </p:pic>
      <p:pic>
        <p:nvPicPr>
          <p:cNvPr id="9" name="Picture 8">
            <a:extLst>
              <a:ext uri="{FF2B5EF4-FFF2-40B4-BE49-F238E27FC236}">
                <a16:creationId xmlns:a16="http://schemas.microsoft.com/office/drawing/2014/main" id="{DFB90DA7-A980-CDA2-5A57-DA42A06DA293}"/>
              </a:ext>
            </a:extLst>
          </p:cNvPr>
          <p:cNvPicPr>
            <a:picLocks noChangeAspect="1"/>
          </p:cNvPicPr>
          <p:nvPr/>
        </p:nvPicPr>
        <p:blipFill>
          <a:blip r:embed="rId6"/>
          <a:stretch>
            <a:fillRect/>
          </a:stretch>
        </p:blipFill>
        <p:spPr>
          <a:xfrm>
            <a:off x="9598102" y="5687291"/>
            <a:ext cx="1138177" cy="180109"/>
          </a:xfrm>
          <a:prstGeom prst="rect">
            <a:avLst/>
          </a:prstGeom>
        </p:spPr>
      </p:pic>
      <p:pic>
        <p:nvPicPr>
          <p:cNvPr id="11" name="Picture 10" descr="A screenshot of a group">
            <a:extLst>
              <a:ext uri="{FF2B5EF4-FFF2-40B4-BE49-F238E27FC236}">
                <a16:creationId xmlns:a16="http://schemas.microsoft.com/office/drawing/2014/main" id="{28D1087B-43DF-7285-D249-67F991886246}"/>
              </a:ext>
            </a:extLst>
          </p:cNvPr>
          <p:cNvPicPr>
            <a:picLocks noChangeAspect="1"/>
          </p:cNvPicPr>
          <p:nvPr/>
        </p:nvPicPr>
        <p:blipFill>
          <a:blip r:embed="rId7"/>
          <a:stretch>
            <a:fillRect/>
          </a:stretch>
        </p:blipFill>
        <p:spPr>
          <a:xfrm>
            <a:off x="7502659" y="3739391"/>
            <a:ext cx="3246500" cy="1947900"/>
          </a:xfrm>
          <a:prstGeom prst="rect">
            <a:avLst/>
          </a:prstGeom>
        </p:spPr>
      </p:pic>
      <p:pic>
        <p:nvPicPr>
          <p:cNvPr id="13" name="Picture 12">
            <a:extLst>
              <a:ext uri="{FF2B5EF4-FFF2-40B4-BE49-F238E27FC236}">
                <a16:creationId xmlns:a16="http://schemas.microsoft.com/office/drawing/2014/main" id="{C096FD6D-601A-51B0-0F8B-7F0213C85074}"/>
              </a:ext>
            </a:extLst>
          </p:cNvPr>
          <p:cNvPicPr>
            <a:picLocks noChangeAspect="1"/>
          </p:cNvPicPr>
          <p:nvPr/>
        </p:nvPicPr>
        <p:blipFill>
          <a:blip r:embed="rId8"/>
          <a:stretch>
            <a:fillRect/>
          </a:stretch>
        </p:blipFill>
        <p:spPr>
          <a:xfrm>
            <a:off x="7589519" y="5624945"/>
            <a:ext cx="1995703" cy="290285"/>
          </a:xfrm>
          <a:prstGeom prst="rect">
            <a:avLst/>
          </a:prstGeom>
        </p:spPr>
      </p:pic>
    </p:spTree>
    <p:extLst>
      <p:ext uri="{BB962C8B-B14F-4D97-AF65-F5344CB8AC3E}">
        <p14:creationId xmlns:p14="http://schemas.microsoft.com/office/powerpoint/2010/main" val="1364562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58907CFC-E65A-467F-AFCC-BFAD08AE780C}"/>
              </a:ext>
            </a:extLst>
          </p:cNvPr>
          <p:cNvSpPr>
            <a:spLocks noGrp="1"/>
          </p:cNvSpPr>
          <p:nvPr>
            <p:ph type="title"/>
            <p:custDataLst>
              <p:tags r:id="rId1"/>
            </p:custDataLst>
          </p:nvPr>
        </p:nvSpPr>
        <p:spPr>
          <a:xfrm>
            <a:off x="2862399" y="477525"/>
            <a:ext cx="7213093" cy="484500"/>
          </a:xfrm>
        </p:spPr>
        <p:txBody>
          <a:bodyPr/>
          <a:lstStyle/>
          <a:p>
            <a:r>
              <a:rPr lang="en-US" dirty="0"/>
              <a:t>Project overview</a:t>
            </a:r>
            <a:endParaRPr lang="de-AT" dirty="0"/>
          </a:p>
        </p:txBody>
      </p:sp>
      <p:sp>
        <p:nvSpPr>
          <p:cNvPr id="2" name="Fußzeilenplatzhalter 1">
            <a:extLst>
              <a:ext uri="{FF2B5EF4-FFF2-40B4-BE49-F238E27FC236}">
                <a16:creationId xmlns:a16="http://schemas.microsoft.com/office/drawing/2014/main" id="{E020160F-2D80-4139-9156-9F5A507E0AA7}"/>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BA96ADF3-F9A8-4A3E-9CB2-D36801DDA95C}"/>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3</a:t>
            </a:fld>
            <a:endParaRPr lang="de-AT" dirty="0"/>
          </a:p>
        </p:txBody>
      </p:sp>
      <p:sp>
        <p:nvSpPr>
          <p:cNvPr id="6" name="TextBox 5">
            <a:extLst>
              <a:ext uri="{FF2B5EF4-FFF2-40B4-BE49-F238E27FC236}">
                <a16:creationId xmlns:a16="http://schemas.microsoft.com/office/drawing/2014/main" id="{370B5671-6CF4-270A-6116-AA7F33E56543}"/>
              </a:ext>
            </a:extLst>
          </p:cNvPr>
          <p:cNvSpPr txBox="1"/>
          <p:nvPr/>
        </p:nvSpPr>
        <p:spPr>
          <a:xfrm>
            <a:off x="903053" y="1743218"/>
            <a:ext cx="10379412" cy="3371564"/>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1" i="0" u="none" strike="noStrike" baseline="0" dirty="0">
                <a:latin typeface="LMRoman10-Bold-Identity-H"/>
              </a:rPr>
              <a:t>Goal: </a:t>
            </a:r>
            <a:r>
              <a:rPr lang="en-US" sz="1800" b="0" i="0" u="none" strike="noStrike" baseline="0" dirty="0">
                <a:latin typeface="LMRoman10-Regular-Identity-H"/>
              </a:rPr>
              <a:t>Build and evaluate multilingual sentence-level language identification spanning Latin, Arabic, and Cyrillic scripts.</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Datasets: </a:t>
            </a:r>
            <a:r>
              <a:rPr lang="en-US" sz="1800" b="0" i="0" u="none" strike="noStrike" baseline="0" dirty="0">
                <a:latin typeface="LMRoman10-Regular-Identity-H"/>
              </a:rPr>
              <a:t>Multilingual Wikipedia samples exported to CoNLL-U via </a:t>
            </a:r>
            <a:r>
              <a:rPr lang="en-US" sz="1800" b="0" i="0" u="none" strike="noStrike" dirty="0">
                <a:latin typeface="Courier New" panose="02070309020205020404" pitchFamily="49" charset="0"/>
              </a:rPr>
              <a:t>prepare_multilingual_conllu_stanza.py</a:t>
            </a:r>
            <a:r>
              <a:rPr lang="en-US" sz="1800" b="0" i="0" u="none" strike="noStrike" baseline="0" dirty="0">
                <a:latin typeface="LMRoman10-Regular-Identity-H"/>
              </a:rPr>
              <a:t>, with Stanza annotations when available and heuristic fallbacks elsewhere. Evaluation uses 4,000 held-out sentences (400 per language) across 10 labels, as prepared in Milestone 1 and refined in Milestone 2.</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Languages: </a:t>
            </a:r>
            <a:r>
              <a:rPr lang="en-US" sz="1800" b="0" i="0" u="none" strike="noStrike" baseline="0" dirty="0">
                <a:latin typeface="LMRoman10-Regular-Identity-H"/>
              </a:rPr>
              <a:t>German (de), English (en), French (fr), Swedish (sv), Latvian (lv), Swahili (sw), Wolof (wo), Yoruba (yo), Kazakh (kk), Urdu (ur).</a:t>
            </a:r>
            <a:endParaRPr lang="en-US" dirty="0"/>
          </a:p>
        </p:txBody>
      </p:sp>
    </p:spTree>
    <p:extLst>
      <p:ext uri="{BB962C8B-B14F-4D97-AF65-F5344CB8AC3E}">
        <p14:creationId xmlns:p14="http://schemas.microsoft.com/office/powerpoint/2010/main" val="1128740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43073-3F2B-CFB5-B13A-BA39704CEA2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946AD0A-D74E-E6E4-771B-5A298B2F9909}"/>
              </a:ext>
            </a:extLst>
          </p:cNvPr>
          <p:cNvSpPr>
            <a:spLocks noGrp="1"/>
          </p:cNvSpPr>
          <p:nvPr>
            <p:ph type="title"/>
            <p:custDataLst>
              <p:tags r:id="rId1"/>
            </p:custDataLst>
          </p:nvPr>
        </p:nvSpPr>
        <p:spPr>
          <a:xfrm>
            <a:off x="2862399" y="477525"/>
            <a:ext cx="7213093" cy="484500"/>
          </a:xfrm>
        </p:spPr>
        <p:txBody>
          <a:bodyPr/>
          <a:lstStyle/>
          <a:p>
            <a:r>
              <a:rPr lang="en-US" dirty="0"/>
              <a:t>Approaches compared</a:t>
            </a:r>
            <a:endParaRPr lang="de-AT" dirty="0"/>
          </a:p>
        </p:txBody>
      </p:sp>
      <p:sp>
        <p:nvSpPr>
          <p:cNvPr id="2" name="Fußzeilenplatzhalter 1">
            <a:extLst>
              <a:ext uri="{FF2B5EF4-FFF2-40B4-BE49-F238E27FC236}">
                <a16:creationId xmlns:a16="http://schemas.microsoft.com/office/drawing/2014/main" id="{A2056F25-D560-DB0C-5C00-0A4B190064A3}"/>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16E863E6-7C3D-1EC2-32BE-800A7E73D105}"/>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4</a:t>
            </a:fld>
            <a:endParaRPr lang="de-AT" dirty="0"/>
          </a:p>
        </p:txBody>
      </p:sp>
      <p:sp>
        <p:nvSpPr>
          <p:cNvPr id="7" name="TextBox 6">
            <a:extLst>
              <a:ext uri="{FF2B5EF4-FFF2-40B4-BE49-F238E27FC236}">
                <a16:creationId xmlns:a16="http://schemas.microsoft.com/office/drawing/2014/main" id="{E3809234-5065-F162-CABA-0E8C5F600047}"/>
              </a:ext>
            </a:extLst>
          </p:cNvPr>
          <p:cNvSpPr txBox="1"/>
          <p:nvPr/>
        </p:nvSpPr>
        <p:spPr>
          <a:xfrm>
            <a:off x="1716982" y="1743218"/>
            <a:ext cx="8758035" cy="3371564"/>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1" i="0" u="none" strike="noStrike" baseline="0" dirty="0">
                <a:latin typeface="LMRoman10-Bold-Identity-H"/>
              </a:rPr>
              <a:t>Rule-based heuristics: </a:t>
            </a:r>
            <a:r>
              <a:rPr lang="en-US" sz="1800" b="0" i="0" u="none" strike="noStrike" baseline="0" dirty="0">
                <a:latin typeface="LMRoman10-Regular-Identity-H"/>
              </a:rPr>
              <a:t>Unicode script detection, diacritic patterns, cue words/affixes; computationally cheap and interpretable.</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Character n-gram logistic regression (TF–IDF): </a:t>
            </a:r>
            <a:r>
              <a:rPr lang="en-US" sz="1800" b="0" i="0" u="none" strike="noStrike" baseline="0" dirty="0">
                <a:latin typeface="LMRoman10-Regular-Identity-H"/>
              </a:rPr>
              <a:t>Lightweight classical ML baseline on character n-grams; strong accuracy with small footprint.</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XLM-RoBERTa fine-tuning: </a:t>
            </a:r>
            <a:r>
              <a:rPr lang="en-US" sz="1800" b="0" i="0" u="none" strike="noStrike" baseline="0" dirty="0">
                <a:latin typeface="LMRoman10-Regular-Identity-H"/>
              </a:rPr>
              <a:t>Multilingual transformer for sequence classification; robust across scripts but compute-heavy.</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fastText averaged embeddings (Q1 study): </a:t>
            </a:r>
            <a:r>
              <a:rPr lang="en-US" sz="1800" b="0" i="0" u="none" strike="noStrike" baseline="0" dirty="0">
                <a:latin typeface="LMRoman10-Regular-Identity-H"/>
              </a:rPr>
              <a:t>Multinomial logistic regression on pretrained word vectors; high ID accuracy but OOD brittleness due to OOV coverage gaps.</a:t>
            </a:r>
            <a:endParaRPr lang="en-US" dirty="0"/>
          </a:p>
        </p:txBody>
      </p:sp>
      <p:pic>
        <p:nvPicPr>
          <p:cNvPr id="6" name="Picture 5">
            <a:extLst>
              <a:ext uri="{FF2B5EF4-FFF2-40B4-BE49-F238E27FC236}">
                <a16:creationId xmlns:a16="http://schemas.microsoft.com/office/drawing/2014/main" id="{C14BA943-8E8F-9AF9-ED5B-2ED396DFC016}"/>
              </a:ext>
            </a:extLst>
          </p:cNvPr>
          <p:cNvPicPr>
            <a:picLocks noChangeAspect="1"/>
          </p:cNvPicPr>
          <p:nvPr/>
        </p:nvPicPr>
        <p:blipFill>
          <a:blip r:embed="rId6"/>
          <a:stretch>
            <a:fillRect/>
          </a:stretch>
        </p:blipFill>
        <p:spPr>
          <a:xfrm>
            <a:off x="10794436" y="184232"/>
            <a:ext cx="1009190" cy="1684009"/>
          </a:xfrm>
          <a:prstGeom prst="rect">
            <a:avLst/>
          </a:prstGeom>
        </p:spPr>
      </p:pic>
      <p:pic>
        <p:nvPicPr>
          <p:cNvPr id="13" name="Picture 12">
            <a:extLst>
              <a:ext uri="{FF2B5EF4-FFF2-40B4-BE49-F238E27FC236}">
                <a16:creationId xmlns:a16="http://schemas.microsoft.com/office/drawing/2014/main" id="{3216CFD1-73E5-F7D2-2B03-9EDFC34B9EF7}"/>
              </a:ext>
            </a:extLst>
          </p:cNvPr>
          <p:cNvPicPr>
            <a:picLocks noChangeAspect="1"/>
          </p:cNvPicPr>
          <p:nvPr/>
        </p:nvPicPr>
        <p:blipFill>
          <a:blip r:embed="rId7"/>
          <a:stretch>
            <a:fillRect/>
          </a:stretch>
        </p:blipFill>
        <p:spPr>
          <a:xfrm>
            <a:off x="10794436" y="2541304"/>
            <a:ext cx="1009190" cy="1498494"/>
          </a:xfrm>
          <a:prstGeom prst="rect">
            <a:avLst/>
          </a:prstGeom>
        </p:spPr>
      </p:pic>
    </p:spTree>
    <p:extLst>
      <p:ext uri="{BB962C8B-B14F-4D97-AF65-F5344CB8AC3E}">
        <p14:creationId xmlns:p14="http://schemas.microsoft.com/office/powerpoint/2010/main" val="3100049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BE847-302E-18DE-9843-AC1F545B533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4F6BB93D-11B1-F873-F6B3-869054DEDF72}"/>
              </a:ext>
            </a:extLst>
          </p:cNvPr>
          <p:cNvSpPr>
            <a:spLocks noGrp="1"/>
          </p:cNvSpPr>
          <p:nvPr>
            <p:ph type="title"/>
            <p:custDataLst>
              <p:tags r:id="rId1"/>
            </p:custDataLst>
          </p:nvPr>
        </p:nvSpPr>
        <p:spPr>
          <a:xfrm>
            <a:off x="2862399" y="477525"/>
            <a:ext cx="7213093" cy="484500"/>
          </a:xfrm>
        </p:spPr>
        <p:txBody>
          <a:bodyPr/>
          <a:lstStyle/>
          <a:p>
            <a:r>
              <a:rPr lang="en-US" dirty="0"/>
              <a:t>Key results</a:t>
            </a:r>
            <a:endParaRPr lang="de-AT" dirty="0"/>
          </a:p>
        </p:txBody>
      </p:sp>
      <p:sp>
        <p:nvSpPr>
          <p:cNvPr id="2" name="Fußzeilenplatzhalter 1">
            <a:extLst>
              <a:ext uri="{FF2B5EF4-FFF2-40B4-BE49-F238E27FC236}">
                <a16:creationId xmlns:a16="http://schemas.microsoft.com/office/drawing/2014/main" id="{C9097C5E-87E8-A912-98B4-F3A16069D3F3}"/>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D7519AC6-187C-86F6-9579-B38E33B35031}"/>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5</a:t>
            </a:fld>
            <a:endParaRPr lang="de-AT" dirty="0"/>
          </a:p>
        </p:txBody>
      </p:sp>
      <p:sp>
        <p:nvSpPr>
          <p:cNvPr id="6" name="TextBox 5">
            <a:extLst>
              <a:ext uri="{FF2B5EF4-FFF2-40B4-BE49-F238E27FC236}">
                <a16:creationId xmlns:a16="http://schemas.microsoft.com/office/drawing/2014/main" id="{9688E60E-451D-1900-E87C-219ACD9C0053}"/>
              </a:ext>
            </a:extLst>
          </p:cNvPr>
          <p:cNvSpPr txBox="1"/>
          <p:nvPr/>
        </p:nvSpPr>
        <p:spPr>
          <a:xfrm>
            <a:off x="162127" y="1157118"/>
            <a:ext cx="11867745" cy="5033557"/>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1" i="0" u="none" strike="noStrike" baseline="0" dirty="0">
                <a:latin typeface="LMRoman10-Bold-Identity-H"/>
              </a:rPr>
              <a:t>Milestone 2 (in-domain Wikipedia evaluation, 10 languages)</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Rule-based: 0.89 accuracy.</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Char n-gram logistic regression: </a:t>
            </a:r>
            <a:r>
              <a:rPr lang="en-US" b="1" i="0" u="none" strike="noStrike" baseline="0" dirty="0">
                <a:latin typeface="LMRoman10-Bold-Identity-H"/>
              </a:rPr>
              <a:t>0.968 accuracy </a:t>
            </a:r>
            <a:r>
              <a:rPr lang="en-US" b="0" i="0" u="none" strike="noStrike" baseline="0" dirty="0">
                <a:latin typeface="LMRoman10-Regular-Identity-H"/>
              </a:rPr>
              <a:t>(best overall) with near-perfect recall on several classes.</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XLM-R fine-tuning: 0.966 accuracy; similar confusion profile, slightly </a:t>
            </a:r>
            <a:r>
              <a:rPr lang="en-US" sz="1800" b="0" i="0" u="none" strike="noStrike" baseline="0" dirty="0">
                <a:latin typeface="LMRoman10-Regular-Identity-H"/>
              </a:rPr>
              <a:t>better French/Swedish recall.</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Insight: n-gram model offers best accuracy–cost balance; rules remain </a:t>
            </a:r>
            <a:r>
              <a:rPr lang="en-US" sz="1800" b="0" i="0" u="none" strike="noStrike" baseline="0" dirty="0">
                <a:latin typeface="LMRoman10-Regular-Identity-H"/>
              </a:rPr>
              <a:t>useful for diagnostics; XLM-R for harder domains.</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Q1 fastText OOD study (hate speech/social media, 5 languages)</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Wikipedia (ID) accuracy: 0.998; OOD combined accuracy: </a:t>
            </a:r>
            <a:r>
              <a:rPr lang="en-US" b="1" i="0" u="none" strike="noStrike" baseline="0" dirty="0">
                <a:latin typeface="LMRoman10-Bold-Identity-H"/>
              </a:rPr>
              <a:t>0.9863 </a:t>
            </a:r>
            <a:r>
              <a:rPr lang="en-US" sz="1800" b="0" i="0" u="none" strike="noStrike" baseline="0" dirty="0">
                <a:latin typeface="LMRoman10-Regular-Identity-H"/>
              </a:rPr>
              <a:t>(–0.0117 drop).</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Per-language OOD accuracy: 0.9959 (kk), 0.9840 (lv), 1.0000 (sv, </a:t>
            </a:r>
            <a:r>
              <a:rPr lang="en-US" sz="1800" b="0" i="0" u="none" strike="noStrike" baseline="0" dirty="0">
                <a:latin typeface="LMRoman10-Regular-Identity-H"/>
              </a:rPr>
              <a:t>ur), 0.9996 (yo).</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OOV rates highlight brittleness: Latvian 24.1% OOV (469k unseen </a:t>
            </a:r>
            <a:r>
              <a:rPr lang="en-US" sz="1800" b="0" i="0" u="none" strike="noStrike" baseline="0" dirty="0">
                <a:latin typeface="LMRoman10-Regular-Identity-H"/>
              </a:rPr>
              <a:t>terms); Yoruba 37.9% OOV (20,801 unseen terms).</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Insight: headline metrics mask coverage fragility; next slide </a:t>
            </a:r>
            <a:r>
              <a:rPr lang="en-US" b="0" i="0" u="none" strike="noStrike" baseline="0" dirty="0">
                <a:solidFill>
                  <a:schemeClr val="tx1">
                    <a:lumMod val="95000"/>
                    <a:lumOff val="5000"/>
                  </a:schemeClr>
                </a:solidFill>
                <a:latin typeface="LMRoman10-Regular-Identity-H"/>
              </a:rPr>
              <a:t>pairs fastText with </a:t>
            </a:r>
            <a:r>
              <a:rPr lang="en-US" sz="1800" b="0" i="0" u="none" strike="noStrike" baseline="0" dirty="0">
                <a:solidFill>
                  <a:schemeClr val="tx1">
                    <a:lumMod val="95000"/>
                    <a:lumOff val="5000"/>
                  </a:schemeClr>
                </a:solidFill>
                <a:latin typeface="LMRoman10-Regular-Identity-H"/>
              </a:rPr>
              <a:t>character-level features and reports macro metrics for OOD robustness.</a:t>
            </a:r>
            <a:endParaRPr lang="en-US" dirty="0">
              <a:solidFill>
                <a:schemeClr val="tx1">
                  <a:lumMod val="95000"/>
                  <a:lumOff val="5000"/>
                </a:schemeClr>
              </a:solidFill>
            </a:endParaRPr>
          </a:p>
        </p:txBody>
      </p:sp>
    </p:spTree>
    <p:extLst>
      <p:ext uri="{BB962C8B-B14F-4D97-AF65-F5344CB8AC3E}">
        <p14:creationId xmlns:p14="http://schemas.microsoft.com/office/powerpoint/2010/main" val="1216569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B5466-C97E-7190-1B34-A1409E87D98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BF19BD9B-A181-B55B-1B9D-E80DD494148E}"/>
              </a:ext>
            </a:extLst>
          </p:cNvPr>
          <p:cNvSpPr>
            <a:spLocks noGrp="1"/>
          </p:cNvSpPr>
          <p:nvPr>
            <p:ph type="title"/>
            <p:custDataLst>
              <p:tags r:id="rId1"/>
            </p:custDataLst>
          </p:nvPr>
        </p:nvSpPr>
        <p:spPr>
          <a:xfrm>
            <a:off x="2862399" y="0"/>
            <a:ext cx="9092895" cy="962025"/>
          </a:xfrm>
        </p:spPr>
        <p:txBody>
          <a:bodyPr/>
          <a:lstStyle/>
          <a:p>
            <a:r>
              <a:rPr lang="en-US" dirty="0"/>
              <a:t>Detailed OOD robustness (fastText vs. character n-grams, 5 languages)</a:t>
            </a:r>
            <a:endParaRPr lang="de-AT" dirty="0"/>
          </a:p>
        </p:txBody>
      </p:sp>
      <p:sp>
        <p:nvSpPr>
          <p:cNvPr id="2" name="Fußzeilenplatzhalter 1">
            <a:extLst>
              <a:ext uri="{FF2B5EF4-FFF2-40B4-BE49-F238E27FC236}">
                <a16:creationId xmlns:a16="http://schemas.microsoft.com/office/drawing/2014/main" id="{D4922050-E448-46A2-C16D-3A3B5A4059D6}"/>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CF06C849-1C86-733D-5CD8-EF4128DFAC85}"/>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6</a:t>
            </a:fld>
            <a:endParaRPr lang="de-AT" dirty="0"/>
          </a:p>
        </p:txBody>
      </p:sp>
      <p:sp>
        <p:nvSpPr>
          <p:cNvPr id="9" name="TextBox 8">
            <a:extLst>
              <a:ext uri="{FF2B5EF4-FFF2-40B4-BE49-F238E27FC236}">
                <a16:creationId xmlns:a16="http://schemas.microsoft.com/office/drawing/2014/main" id="{D0FEB864-9F3D-1C24-3DC7-DECE1C59EAF1}"/>
              </a:ext>
            </a:extLst>
          </p:cNvPr>
          <p:cNvSpPr txBox="1"/>
          <p:nvPr/>
        </p:nvSpPr>
        <p:spPr>
          <a:xfrm>
            <a:off x="470694" y="1326822"/>
            <a:ext cx="11250611" cy="4204356"/>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b="1" i="0" dirty="0">
                <a:solidFill>
                  <a:srgbClr val="1F2328"/>
                </a:solidFill>
                <a:effectLst/>
                <a:latin typeface="-apple-system"/>
              </a:rPr>
              <a:t>Macro OOD accuracy / F1 (mean of per-language F1s):</a:t>
            </a:r>
            <a:r>
              <a:rPr lang="en-US" b="0" i="0" dirty="0">
                <a:solidFill>
                  <a:srgbClr val="1F2328"/>
                </a:solidFill>
                <a:effectLst/>
                <a:latin typeface="-apple-system"/>
              </a:rPr>
              <a:t> fastText 0.9859 / 0.6659; char n-gram 0.9800 / 0.5058; fastText + char n-gram 0.9877 / 0.7991.</a:t>
            </a:r>
          </a:p>
          <a:p>
            <a:pPr marL="285750" indent="-285750" algn="l">
              <a:lnSpc>
                <a:spcPct val="150000"/>
              </a:lnSpc>
              <a:buFont typeface="Arial" panose="020B0604020202020204" pitchFamily="34" charset="0"/>
              <a:buChar char="•"/>
            </a:pPr>
            <a:r>
              <a:rPr lang="en-US" b="1" i="0" dirty="0">
                <a:solidFill>
                  <a:srgbClr val="1F2328"/>
                </a:solidFill>
                <a:effectLst/>
                <a:latin typeface="-apple-system"/>
              </a:rPr>
              <a:t>Per-language macro F1 (OOD):</a:t>
            </a:r>
            <a:r>
              <a:rPr lang="en-US" b="0" i="0" dirty="0">
                <a:solidFill>
                  <a:srgbClr val="1F2328"/>
                </a:solidFill>
                <a:effectLst/>
                <a:latin typeface="-apple-system"/>
              </a:rPr>
              <a:t> fastText vs. char n-gram vs. combined</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Kazakh: 0.4989 vs. 0.5000 vs. 0.4993.</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Latvian: 0.3306 vs. 0.1976 vs. 0.4963 (largest robustness gain from char features).</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Swedish: 1.0000 vs. 0.4994 vs. 1.0000.</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Urdu: 1.0000 vs. 1.0000 vs. 1.0000.</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Yoruba: 0.4999 vs. 0.3318 vs. 1.0000 (character features resolve OOV-driven collapse).</a:t>
            </a:r>
          </a:p>
          <a:p>
            <a:pPr marL="285750" indent="-285750" algn="l">
              <a:lnSpc>
                <a:spcPct val="150000"/>
              </a:lnSpc>
              <a:buFont typeface="Arial" panose="020B0604020202020204" pitchFamily="34" charset="0"/>
              <a:buChar char="•"/>
            </a:pPr>
            <a:r>
              <a:rPr lang="en-US" b="1" i="0" dirty="0">
                <a:solidFill>
                  <a:srgbClr val="1F2328"/>
                </a:solidFill>
                <a:effectLst/>
                <a:latin typeface="-apple-system"/>
              </a:rPr>
              <a:t>Slide takeaway:</a:t>
            </a:r>
            <a:r>
              <a:rPr lang="en-US" b="0" i="0" dirty="0">
                <a:solidFill>
                  <a:srgbClr val="1F2328"/>
                </a:solidFill>
                <a:effectLst/>
                <a:latin typeface="-apple-system"/>
              </a:rPr>
              <a:t> macro metrics surface the failure modes hidden by headline accuracy; combining fastText with character n-grams consistently improves OOD robustness.</a:t>
            </a:r>
          </a:p>
        </p:txBody>
      </p:sp>
    </p:spTree>
    <p:extLst>
      <p:ext uri="{BB962C8B-B14F-4D97-AF65-F5344CB8AC3E}">
        <p14:creationId xmlns:p14="http://schemas.microsoft.com/office/powerpoint/2010/main" val="3555193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F9610-159A-A37C-4C1E-A4AB4CEF584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2778B39-9931-4BEF-D8CD-EC7B1C39396C}"/>
              </a:ext>
            </a:extLst>
          </p:cNvPr>
          <p:cNvSpPr>
            <a:spLocks noGrp="1"/>
          </p:cNvSpPr>
          <p:nvPr>
            <p:ph type="title"/>
            <p:custDataLst>
              <p:tags r:id="rId1"/>
            </p:custDataLst>
          </p:nvPr>
        </p:nvSpPr>
        <p:spPr>
          <a:xfrm>
            <a:off x="166879" y="1159100"/>
            <a:ext cx="1932246" cy="1156081"/>
          </a:xfrm>
        </p:spPr>
        <p:txBody>
          <a:bodyPr anchor="t">
            <a:normAutofit fontScale="90000"/>
          </a:bodyPr>
          <a:lstStyle/>
          <a:p>
            <a:r>
              <a:rPr lang="en-US" dirty="0"/>
              <a:t>Comparative macro metrics plot</a:t>
            </a:r>
            <a:endParaRPr lang="de-AT" dirty="0"/>
          </a:p>
        </p:txBody>
      </p:sp>
      <p:pic>
        <p:nvPicPr>
          <p:cNvPr id="6" name="Picture 5">
            <a:extLst>
              <a:ext uri="{FF2B5EF4-FFF2-40B4-BE49-F238E27FC236}">
                <a16:creationId xmlns:a16="http://schemas.microsoft.com/office/drawing/2014/main" id="{5AC8BE52-5CA0-EB3F-9C6A-E3B056DD0C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92664" y="0"/>
            <a:ext cx="9566698" cy="6385768"/>
          </a:xfrm>
          <a:prstGeom prst="rect">
            <a:avLst/>
          </a:prstGeom>
          <a:noFill/>
        </p:spPr>
      </p:pic>
      <p:sp>
        <p:nvSpPr>
          <p:cNvPr id="2" name="Fußzeilenplatzhalter 1">
            <a:extLst>
              <a:ext uri="{FF2B5EF4-FFF2-40B4-BE49-F238E27FC236}">
                <a16:creationId xmlns:a16="http://schemas.microsoft.com/office/drawing/2014/main" id="{0E4E2DE5-7E77-85C3-BF66-557E6198DE0B}"/>
              </a:ext>
            </a:extLst>
          </p:cNvPr>
          <p:cNvSpPr>
            <a:spLocks noGrp="1"/>
          </p:cNvSpPr>
          <p:nvPr>
            <p:ph type="ftr" sz="quarter" idx="14"/>
            <p:custDataLst>
              <p:tags r:id="rId2"/>
            </p:custDataLst>
          </p:nvPr>
        </p:nvSpPr>
        <p:spPr>
          <a:xfrm>
            <a:off x="461963" y="6385768"/>
            <a:ext cx="10134600" cy="288000"/>
          </a:xfrm>
        </p:spPr>
        <p:txBody>
          <a:bodyPr anchor="ctr">
            <a:normAutofit/>
          </a:bodyPr>
          <a:lstStyle/>
          <a:p>
            <a:pPr>
              <a:spcAft>
                <a:spcPts val="600"/>
              </a:spcAft>
            </a:pPr>
            <a:r>
              <a:rPr lang="en-US" dirty="0"/>
              <a:t>Final Presentation Group 7</a:t>
            </a:r>
            <a:r>
              <a:rPr lang="de-AT" dirty="0"/>
              <a:t> | 16th January 2026</a:t>
            </a:r>
            <a:endParaRPr lang="de-AT"/>
          </a:p>
        </p:txBody>
      </p:sp>
      <p:sp>
        <p:nvSpPr>
          <p:cNvPr id="4" name="Foliennummernplatzhalter 3">
            <a:extLst>
              <a:ext uri="{FF2B5EF4-FFF2-40B4-BE49-F238E27FC236}">
                <a16:creationId xmlns:a16="http://schemas.microsoft.com/office/drawing/2014/main" id="{542DF990-904B-6BD9-C783-46885670766C}"/>
              </a:ext>
            </a:extLst>
          </p:cNvPr>
          <p:cNvSpPr>
            <a:spLocks noGrp="1"/>
          </p:cNvSpPr>
          <p:nvPr>
            <p:ph type="sldNum" sz="quarter" idx="15"/>
            <p:custDataLst>
              <p:tags r:id="rId3"/>
            </p:custDataLst>
          </p:nvPr>
        </p:nvSpPr>
        <p:spPr>
          <a:xfrm>
            <a:off x="10885488" y="6385768"/>
            <a:ext cx="827086" cy="288000"/>
          </a:xfrm>
        </p:spPr>
        <p:txBody>
          <a:bodyPr anchor="ctr">
            <a:normAutofit/>
          </a:bodyPr>
          <a:lstStyle/>
          <a:p>
            <a:pPr>
              <a:spcAft>
                <a:spcPts val="600"/>
              </a:spcAft>
            </a:pPr>
            <a:fld id="{418F7AD7-DC47-44A0-A9D7-F1C17BFD6F09}" type="slidenum">
              <a:rPr lang="de-AT" smtClean="0"/>
              <a:pPr>
                <a:spcAft>
                  <a:spcPts val="600"/>
                </a:spcAft>
              </a:pPr>
              <a:t>7</a:t>
            </a:fld>
            <a:endParaRPr lang="de-AT"/>
          </a:p>
        </p:txBody>
      </p:sp>
    </p:spTree>
    <p:extLst>
      <p:ext uri="{BB962C8B-B14F-4D97-AF65-F5344CB8AC3E}">
        <p14:creationId xmlns:p14="http://schemas.microsoft.com/office/powerpoint/2010/main" val="1366737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B2DF4-94D7-D710-E219-5B93C1F4935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A69DA9BA-4295-36EB-F051-FA6EABEFBC2E}"/>
              </a:ext>
            </a:extLst>
          </p:cNvPr>
          <p:cNvSpPr>
            <a:spLocks noGrp="1"/>
          </p:cNvSpPr>
          <p:nvPr>
            <p:ph type="title"/>
            <p:custDataLst>
              <p:tags r:id="rId1"/>
            </p:custDataLst>
          </p:nvPr>
        </p:nvSpPr>
        <p:spPr>
          <a:xfrm>
            <a:off x="2444885" y="472232"/>
            <a:ext cx="9747115" cy="484500"/>
          </a:xfrm>
        </p:spPr>
        <p:txBody>
          <a:bodyPr/>
          <a:lstStyle/>
          <a:p>
            <a:r>
              <a:rPr lang="en-US" dirty="0"/>
              <a:t>Deployment considerations: latency vs. hardware</a:t>
            </a:r>
            <a:endParaRPr lang="de-AT" dirty="0"/>
          </a:p>
        </p:txBody>
      </p:sp>
      <p:sp>
        <p:nvSpPr>
          <p:cNvPr id="2" name="Fußzeilenplatzhalter 1">
            <a:extLst>
              <a:ext uri="{FF2B5EF4-FFF2-40B4-BE49-F238E27FC236}">
                <a16:creationId xmlns:a16="http://schemas.microsoft.com/office/drawing/2014/main" id="{FE6F68D7-018B-12AC-B124-FABFA9668188}"/>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5A3B3EC1-A0D8-8056-60E7-E257D50F6CF2}"/>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8</a:t>
            </a:fld>
            <a:endParaRPr lang="de-AT" dirty="0"/>
          </a:p>
        </p:txBody>
      </p:sp>
      <p:sp>
        <p:nvSpPr>
          <p:cNvPr id="7" name="TextBox 6">
            <a:extLst>
              <a:ext uri="{FF2B5EF4-FFF2-40B4-BE49-F238E27FC236}">
                <a16:creationId xmlns:a16="http://schemas.microsoft.com/office/drawing/2014/main" id="{0C56F0C9-A6E0-AF5C-297C-6A988A385BD0}"/>
              </a:ext>
            </a:extLst>
          </p:cNvPr>
          <p:cNvSpPr txBox="1"/>
          <p:nvPr/>
        </p:nvSpPr>
        <p:spPr>
          <a:xfrm>
            <a:off x="589908" y="1315156"/>
            <a:ext cx="11012183" cy="4712187"/>
          </a:xfrm>
          <a:prstGeom prst="rect">
            <a:avLst/>
          </a:prstGeom>
          <a:noFill/>
        </p:spPr>
        <p:txBody>
          <a:bodyPr wrap="square">
            <a:spAutoFit/>
          </a:bodyPr>
          <a:lstStyle/>
          <a:p>
            <a:pPr marL="285750"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Character n-gram (TF–IDF + logistic regression)</a:t>
            </a:r>
            <a:endParaRPr lang="en-US" b="0" i="0" dirty="0">
              <a:solidFill>
                <a:srgbClr val="1F2328"/>
              </a:solidFill>
              <a:effectLst/>
              <a:latin typeface="-apple-system"/>
            </a:endParaRPr>
          </a:p>
          <a:p>
            <a:pPr marL="742950" lvl="1" indent="-285750" algn="l">
              <a:lnSpc>
                <a:spcPct val="150000"/>
              </a:lnSpc>
              <a:spcAft>
                <a:spcPts val="1200"/>
              </a:spcAft>
              <a:buFont typeface="Courier New" panose="02070309020205020404" pitchFamily="49" charset="0"/>
              <a:buChar char="o"/>
            </a:pPr>
            <a:r>
              <a:rPr lang="en-US" b="1" i="0" dirty="0">
                <a:solidFill>
                  <a:srgbClr val="1F2328"/>
                </a:solidFill>
                <a:effectLst/>
                <a:latin typeface="-apple-system"/>
              </a:rPr>
              <a:t>Hardware:</a:t>
            </a:r>
            <a:r>
              <a:rPr lang="en-US" b="0" i="0" dirty="0">
                <a:solidFill>
                  <a:srgbClr val="1F2328"/>
                </a:solidFill>
                <a:effectLst/>
                <a:latin typeface="-apple-system"/>
              </a:rPr>
              <a:t> CPU-only; 10–20 MB model fits in laptop memory.</a:t>
            </a:r>
          </a:p>
          <a:p>
            <a:pPr marL="742950" lvl="1" indent="-285750" algn="l">
              <a:lnSpc>
                <a:spcPct val="150000"/>
              </a:lnSpc>
              <a:spcAft>
                <a:spcPts val="1200"/>
              </a:spcAft>
              <a:buFont typeface="Courier New" panose="02070309020205020404" pitchFamily="49" charset="0"/>
              <a:buChar char="o"/>
            </a:pPr>
            <a:r>
              <a:rPr lang="en-US" b="1" i="0" dirty="0">
                <a:solidFill>
                  <a:srgbClr val="1F2328"/>
                </a:solidFill>
                <a:effectLst/>
                <a:latin typeface="-apple-system"/>
              </a:rPr>
              <a:t>Latency:</a:t>
            </a:r>
            <a:r>
              <a:rPr lang="en-US" b="0" i="0" dirty="0">
                <a:solidFill>
                  <a:srgbClr val="1F2328"/>
                </a:solidFill>
                <a:effectLst/>
                <a:latin typeface="-apple-system"/>
              </a:rPr>
              <a:t> ~&lt;5 ms/sentence on a single core; scales linearly with batch size, dominated by feature extraction.</a:t>
            </a:r>
          </a:p>
          <a:p>
            <a:pPr marL="285750"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XLM-R fine-tuning</a:t>
            </a:r>
            <a:endParaRPr lang="en-US" b="0" i="0" dirty="0">
              <a:solidFill>
                <a:srgbClr val="1F2328"/>
              </a:solidFill>
              <a:effectLst/>
              <a:latin typeface="-apple-system"/>
            </a:endParaRPr>
          </a:p>
          <a:p>
            <a:pPr marL="742950" lvl="1" indent="-285750" algn="l">
              <a:lnSpc>
                <a:spcPct val="150000"/>
              </a:lnSpc>
              <a:spcAft>
                <a:spcPts val="1200"/>
              </a:spcAft>
              <a:buFont typeface="Courier New" panose="02070309020205020404" pitchFamily="49" charset="0"/>
              <a:buChar char="o"/>
            </a:pPr>
            <a:r>
              <a:rPr lang="en-US" b="1" i="0" dirty="0">
                <a:solidFill>
                  <a:srgbClr val="1F2328"/>
                </a:solidFill>
                <a:effectLst/>
                <a:latin typeface="-apple-system"/>
              </a:rPr>
              <a:t>Hardware:</a:t>
            </a:r>
            <a:r>
              <a:rPr lang="en-US" b="0" i="0" dirty="0">
                <a:solidFill>
                  <a:srgbClr val="1F2328"/>
                </a:solidFill>
                <a:effectLst/>
                <a:latin typeface="-apple-system"/>
              </a:rPr>
              <a:t> GPU recommended; </a:t>
            </a:r>
            <a:r>
              <a:rPr lang="en-US" b="0" i="0" dirty="0">
                <a:solidFill>
                  <a:srgbClr val="1F2328"/>
                </a:solidFill>
                <a:effectLst/>
                <a:latin typeface="Monaspace Neon"/>
              </a:rPr>
              <a:t>base</a:t>
            </a:r>
            <a:r>
              <a:rPr lang="en-US" b="0" i="0" dirty="0">
                <a:solidFill>
                  <a:srgbClr val="1F2328"/>
                </a:solidFill>
                <a:effectLst/>
                <a:latin typeface="-apple-system"/>
              </a:rPr>
              <a:t> needs ~1–2 GB VRAM for inference (more for batch &gt;16). CPU-only runs are slow.</a:t>
            </a:r>
          </a:p>
          <a:p>
            <a:pPr marL="742950" lvl="1" indent="-285750" algn="l">
              <a:lnSpc>
                <a:spcPct val="150000"/>
              </a:lnSpc>
              <a:spcAft>
                <a:spcPts val="1200"/>
              </a:spcAft>
              <a:buFont typeface="Courier New" panose="02070309020205020404" pitchFamily="49" charset="0"/>
              <a:buChar char="o"/>
            </a:pPr>
            <a:r>
              <a:rPr lang="en-US" b="1" i="0" dirty="0">
                <a:solidFill>
                  <a:srgbClr val="1F2328"/>
                </a:solidFill>
                <a:effectLst/>
                <a:latin typeface="-apple-system"/>
              </a:rPr>
              <a:t>Latency:</a:t>
            </a:r>
            <a:r>
              <a:rPr lang="en-US" b="0" i="0" dirty="0">
                <a:solidFill>
                  <a:srgbClr val="1F2328"/>
                </a:solidFill>
                <a:effectLst/>
                <a:latin typeface="-apple-system"/>
              </a:rPr>
              <a:t> ~30–80 ms/sentence on an A10/T4 GPU; 300 ms+ on CPU without quantization or distillation.</a:t>
            </a:r>
          </a:p>
          <a:p>
            <a:pPr marL="285750"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Deployment takeaway:</a:t>
            </a:r>
            <a:r>
              <a:rPr lang="en-US" b="0" i="0" dirty="0">
                <a:solidFill>
                  <a:srgbClr val="1F2328"/>
                </a:solidFill>
                <a:effectLst/>
                <a:latin typeface="-apple-system"/>
              </a:rPr>
              <a:t> Default to the n-gram model for general serving and on-CPU environments; reserve XLM-R for domain-shifted or robustness-critical deployments where the added latency and GPU cost are acceptable.</a:t>
            </a:r>
          </a:p>
        </p:txBody>
      </p:sp>
    </p:spTree>
    <p:extLst>
      <p:ext uri="{BB962C8B-B14F-4D97-AF65-F5344CB8AC3E}">
        <p14:creationId xmlns:p14="http://schemas.microsoft.com/office/powerpoint/2010/main" val="440174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A800B-F23D-8C7E-2ADF-C2DA4CF3F36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0EE5BC03-CE6A-2654-69E3-D18DC1E03743}"/>
              </a:ext>
            </a:extLst>
          </p:cNvPr>
          <p:cNvSpPr>
            <a:spLocks noGrp="1"/>
          </p:cNvSpPr>
          <p:nvPr>
            <p:ph type="title"/>
            <p:custDataLst>
              <p:tags r:id="rId1"/>
            </p:custDataLst>
          </p:nvPr>
        </p:nvSpPr>
        <p:spPr>
          <a:xfrm>
            <a:off x="2862399" y="477525"/>
            <a:ext cx="7213093" cy="484500"/>
          </a:xfrm>
        </p:spPr>
        <p:txBody>
          <a:bodyPr/>
          <a:lstStyle/>
          <a:p>
            <a:r>
              <a:rPr lang="en-US" dirty="0"/>
              <a:t>Error analysis highlights</a:t>
            </a:r>
            <a:endParaRPr lang="de-AT" dirty="0"/>
          </a:p>
        </p:txBody>
      </p:sp>
      <p:sp>
        <p:nvSpPr>
          <p:cNvPr id="2" name="Fußzeilenplatzhalter 1">
            <a:extLst>
              <a:ext uri="{FF2B5EF4-FFF2-40B4-BE49-F238E27FC236}">
                <a16:creationId xmlns:a16="http://schemas.microsoft.com/office/drawing/2014/main" id="{9B034503-79DD-5CDF-A081-EF5360910ED9}"/>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64CFF05F-9E51-8B8E-DEB4-FC2A2BC99F3A}"/>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9</a:t>
            </a:fld>
            <a:endParaRPr lang="de-AT" dirty="0"/>
          </a:p>
        </p:txBody>
      </p:sp>
      <p:sp>
        <p:nvSpPr>
          <p:cNvPr id="7" name="TextBox 6">
            <a:extLst>
              <a:ext uri="{FF2B5EF4-FFF2-40B4-BE49-F238E27FC236}">
                <a16:creationId xmlns:a16="http://schemas.microsoft.com/office/drawing/2014/main" id="{134FA555-1918-AAD1-8DD6-14C94F10EEEF}"/>
              </a:ext>
            </a:extLst>
          </p:cNvPr>
          <p:cNvSpPr txBox="1"/>
          <p:nvPr/>
        </p:nvSpPr>
        <p:spPr>
          <a:xfrm>
            <a:off x="660611" y="1950967"/>
            <a:ext cx="10870777" cy="2956066"/>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0" i="0" u="none" strike="noStrike" baseline="0" dirty="0">
                <a:latin typeface="LMRoman10-Regular-Identity-H"/>
              </a:rPr>
              <a:t>Rule-based errors: Latin-script overlap drags Kazakh/Latvian/Yoruba into German; numeric lists lack cues.</a:t>
            </a:r>
          </a:p>
          <a:p>
            <a:pPr marL="285750" indent="-285750">
              <a:lnSpc>
                <a:spcPct val="150000"/>
              </a:lnSpc>
              <a:buFont typeface="Arial" panose="020B0604020202020204" pitchFamily="34" charset="0"/>
              <a:buChar char="•"/>
            </a:pPr>
            <a:r>
              <a:rPr lang="en-US" sz="1800" b="0" i="0" u="none" strike="noStrike" baseline="0" dirty="0">
                <a:latin typeface="LMRoman10-Regular-Identity-H"/>
              </a:rPr>
              <a:t>Char n-gram errors: confusions among orthographically similar pairs (English </a:t>
            </a:r>
            <a:r>
              <a:rPr lang="en-US" dirty="0">
                <a:solidFill>
                  <a:srgbClr val="1F2328"/>
                </a:solidFill>
                <a:latin typeface="-apple-system"/>
              </a:rPr>
              <a:t>↔</a:t>
            </a:r>
            <a:r>
              <a:rPr lang="en-US" sz="1800" b="0" i="0" u="none" strike="noStrike" baseline="0" dirty="0">
                <a:latin typeface="LMRoman10-Regular-Identity-H"/>
              </a:rPr>
              <a:t> Yoruba, Swedish</a:t>
            </a:r>
            <a:r>
              <a:rPr lang="en-US" dirty="0">
                <a:latin typeface="LMRoman10-Regular-Identity-H"/>
              </a:rPr>
              <a:t> </a:t>
            </a:r>
            <a:r>
              <a:rPr lang="en-US" dirty="0">
                <a:solidFill>
                  <a:srgbClr val="1F2328"/>
                </a:solidFill>
                <a:latin typeface="-apple-system"/>
              </a:rPr>
              <a:t>↔</a:t>
            </a:r>
            <a:r>
              <a:rPr lang="en-US" sz="1800" b="0" i="0" u="none" strike="noStrike" baseline="0" dirty="0">
                <a:latin typeface="LMRoman10-Regular-Identity-H"/>
              </a:rPr>
              <a:t> English) and short numeric snippets.</a:t>
            </a:r>
          </a:p>
          <a:p>
            <a:pPr marL="285750" indent="-285750" algn="l">
              <a:lnSpc>
                <a:spcPct val="150000"/>
              </a:lnSpc>
              <a:buFont typeface="Arial" panose="020B0604020202020204" pitchFamily="34" charset="0"/>
              <a:buChar char="•"/>
            </a:pPr>
            <a:r>
              <a:rPr lang="en-US" sz="1800" b="0" i="0" u="none" strike="noStrike" baseline="0" dirty="0">
                <a:latin typeface="LMRoman10-Regular-Identity-H"/>
              </a:rPr>
              <a:t>XLM-R errors: swaps between Swahili/Wolof and German for borrowed vocabulary sentences; over-indexing on high-resource patterns.</a:t>
            </a:r>
          </a:p>
          <a:p>
            <a:pPr marL="285750" indent="-285750" algn="l">
              <a:lnSpc>
                <a:spcPct val="150000"/>
              </a:lnSpc>
              <a:buFont typeface="Arial" panose="020B0604020202020204" pitchFamily="34" charset="0"/>
              <a:buChar char="•"/>
            </a:pPr>
            <a:r>
              <a:rPr lang="en-US" sz="1800" b="0" i="0" u="none" strike="noStrike" baseline="0" dirty="0">
                <a:latin typeface="LMRoman10-Regular-Identity-H"/>
              </a:rPr>
              <a:t>fastText OOD errors: short or transliterated posts (e.g., two-token Kazakh) mislabeled as Yoruba; OOV-driven fragility despite high accuracy.</a:t>
            </a:r>
            <a:endParaRPr lang="en-US" dirty="0"/>
          </a:p>
        </p:txBody>
      </p:sp>
    </p:spTree>
    <p:extLst>
      <p:ext uri="{BB962C8B-B14F-4D97-AF65-F5344CB8AC3E}">
        <p14:creationId xmlns:p14="http://schemas.microsoft.com/office/powerpoint/2010/main" val="1566405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96FDA-0DBF-CF8D-1ED3-D9FAB6FCC5CF}"/>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DE0FB7DA-171C-703D-9129-0671EAA66BD0}"/>
              </a:ext>
            </a:extLst>
          </p:cNvPr>
          <p:cNvSpPr>
            <a:spLocks noGrp="1"/>
          </p:cNvSpPr>
          <p:nvPr>
            <p:ph type="title"/>
            <p:custDataLst>
              <p:tags r:id="rId1"/>
            </p:custDataLst>
          </p:nvPr>
        </p:nvSpPr>
        <p:spPr>
          <a:xfrm>
            <a:off x="3009089" y="275936"/>
            <a:ext cx="8256316" cy="392589"/>
          </a:xfrm>
        </p:spPr>
        <p:txBody>
          <a:bodyPr/>
          <a:lstStyle/>
          <a:p>
            <a:r>
              <a:rPr lang="en-US" sz="2400" dirty="0"/>
              <a:t>Visual confusion matrices (10-language Wikipedia split)</a:t>
            </a:r>
            <a:endParaRPr lang="de-AT" sz="2400" dirty="0"/>
          </a:p>
        </p:txBody>
      </p:sp>
      <p:sp>
        <p:nvSpPr>
          <p:cNvPr id="2" name="Fußzeilenplatzhalter 1">
            <a:extLst>
              <a:ext uri="{FF2B5EF4-FFF2-40B4-BE49-F238E27FC236}">
                <a16:creationId xmlns:a16="http://schemas.microsoft.com/office/drawing/2014/main" id="{E93FBA75-CE5E-F951-CB13-1971BF599283}"/>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08024D4C-8EBB-CEE0-60F2-1C47890B9A64}"/>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10</a:t>
            </a:fld>
            <a:endParaRPr lang="de-AT" dirty="0"/>
          </a:p>
        </p:txBody>
      </p:sp>
      <p:sp>
        <p:nvSpPr>
          <p:cNvPr id="6" name="TextBox 5">
            <a:extLst>
              <a:ext uri="{FF2B5EF4-FFF2-40B4-BE49-F238E27FC236}">
                <a16:creationId xmlns:a16="http://schemas.microsoft.com/office/drawing/2014/main" id="{37A9350D-F95B-4E9D-52DD-DD89CD921202}"/>
              </a:ext>
            </a:extLst>
          </p:cNvPr>
          <p:cNvSpPr txBox="1"/>
          <p:nvPr/>
        </p:nvSpPr>
        <p:spPr>
          <a:xfrm>
            <a:off x="167802" y="1573968"/>
            <a:ext cx="3450888" cy="2956066"/>
          </a:xfrm>
          <a:prstGeom prst="rect">
            <a:avLst/>
          </a:prstGeom>
          <a:noFill/>
        </p:spPr>
        <p:txBody>
          <a:bodyPr wrap="square">
            <a:spAutoFit/>
          </a:bodyPr>
          <a:lstStyle/>
          <a:p>
            <a:pPr>
              <a:lnSpc>
                <a:spcPct val="150000"/>
              </a:lnSpc>
            </a:pPr>
            <a:r>
              <a:rPr lang="en-US" b="1" i="0" dirty="0">
                <a:solidFill>
                  <a:srgbClr val="1F2328"/>
                </a:solidFill>
                <a:effectLst/>
                <a:latin typeface="-apple-system"/>
              </a:rPr>
              <a:t>Rule-based heuristics:</a:t>
            </a:r>
            <a:r>
              <a:rPr lang="en-US" b="0" i="0" dirty="0">
                <a:solidFill>
                  <a:srgbClr val="1F2328"/>
                </a:solidFill>
                <a:effectLst/>
                <a:latin typeface="-apple-system"/>
              </a:rPr>
              <a:t> confusion remains concentrated among closely related Latin-script languages, with Kazakh/Latvian/Yoruba bleeding into German but strong precision on Urdu thanks to script cues.</a:t>
            </a:r>
            <a:endParaRPr lang="en-US" dirty="0"/>
          </a:p>
        </p:txBody>
      </p:sp>
      <p:pic>
        <p:nvPicPr>
          <p:cNvPr id="9" name="Picture 8" descr="A screenshot of a graph">
            <a:extLst>
              <a:ext uri="{FF2B5EF4-FFF2-40B4-BE49-F238E27FC236}">
                <a16:creationId xmlns:a16="http://schemas.microsoft.com/office/drawing/2014/main" id="{F958076E-670C-978C-E7E6-792639A63A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75257" y="766572"/>
            <a:ext cx="7223774" cy="5394971"/>
          </a:xfrm>
          <a:prstGeom prst="rect">
            <a:avLst/>
          </a:prstGeom>
        </p:spPr>
      </p:pic>
    </p:spTree>
    <p:extLst>
      <p:ext uri="{BB962C8B-B14F-4D97-AF65-F5344CB8AC3E}">
        <p14:creationId xmlns:p14="http://schemas.microsoft.com/office/powerpoint/2010/main" val="788917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F7A72-3FAC-D949-9DE0-2E84C86A492E}"/>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D159C4B-17BB-8A2E-03B1-E76BB7227151}"/>
              </a:ext>
            </a:extLst>
          </p:cNvPr>
          <p:cNvSpPr>
            <a:spLocks noGrp="1"/>
          </p:cNvSpPr>
          <p:nvPr>
            <p:ph type="title"/>
            <p:custDataLst>
              <p:tags r:id="rId1"/>
            </p:custDataLst>
          </p:nvPr>
        </p:nvSpPr>
        <p:spPr>
          <a:xfrm>
            <a:off x="3009089" y="275936"/>
            <a:ext cx="8256316" cy="392589"/>
          </a:xfrm>
        </p:spPr>
        <p:txBody>
          <a:bodyPr/>
          <a:lstStyle/>
          <a:p>
            <a:r>
              <a:rPr lang="en-US" sz="2400" dirty="0"/>
              <a:t>Visual confusion matrices (10-language Wikipedia split)</a:t>
            </a:r>
            <a:endParaRPr lang="de-AT" sz="2400" dirty="0"/>
          </a:p>
        </p:txBody>
      </p:sp>
      <p:sp>
        <p:nvSpPr>
          <p:cNvPr id="2" name="Fußzeilenplatzhalter 1">
            <a:extLst>
              <a:ext uri="{FF2B5EF4-FFF2-40B4-BE49-F238E27FC236}">
                <a16:creationId xmlns:a16="http://schemas.microsoft.com/office/drawing/2014/main" id="{8D6DA77E-4457-7A89-300A-9CCAE15FAB35}"/>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48459165-5CE9-75C6-1FB7-83C271C2BCAF}"/>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11</a:t>
            </a:fld>
            <a:endParaRPr lang="de-AT" dirty="0"/>
          </a:p>
        </p:txBody>
      </p:sp>
      <p:sp>
        <p:nvSpPr>
          <p:cNvPr id="7" name="TextBox 6">
            <a:extLst>
              <a:ext uri="{FF2B5EF4-FFF2-40B4-BE49-F238E27FC236}">
                <a16:creationId xmlns:a16="http://schemas.microsoft.com/office/drawing/2014/main" id="{F1CC574F-E67D-5AFC-2344-CCB0159B5DC3}"/>
              </a:ext>
            </a:extLst>
          </p:cNvPr>
          <p:cNvSpPr txBox="1"/>
          <p:nvPr/>
        </p:nvSpPr>
        <p:spPr>
          <a:xfrm>
            <a:off x="362354" y="1505104"/>
            <a:ext cx="3742718" cy="2540567"/>
          </a:xfrm>
          <a:prstGeom prst="rect">
            <a:avLst/>
          </a:prstGeom>
          <a:noFill/>
        </p:spPr>
        <p:txBody>
          <a:bodyPr wrap="square">
            <a:spAutoFit/>
          </a:bodyPr>
          <a:lstStyle/>
          <a:p>
            <a:pPr>
              <a:lnSpc>
                <a:spcPct val="150000"/>
              </a:lnSpc>
            </a:pPr>
            <a:r>
              <a:rPr lang="en-US" b="1" i="0" dirty="0">
                <a:solidFill>
                  <a:srgbClr val="1F2328"/>
                </a:solidFill>
                <a:effectLst/>
                <a:latin typeface="-apple-system"/>
              </a:rPr>
              <a:t>Character n-gram logistic regression:</a:t>
            </a:r>
            <a:r>
              <a:rPr lang="en-US" b="0" i="0" dirty="0">
                <a:solidFill>
                  <a:srgbClr val="1F2328"/>
                </a:solidFill>
                <a:effectLst/>
                <a:latin typeface="-apple-system"/>
              </a:rPr>
              <a:t> errors shrink markedly; primary confusions cluster around English ↔ Swedish and occasional Yoruba overlap, while Cyrillic Kazakh is cleanly separated.</a:t>
            </a:r>
            <a:endParaRPr lang="en-US" dirty="0"/>
          </a:p>
        </p:txBody>
      </p:sp>
      <p:pic>
        <p:nvPicPr>
          <p:cNvPr id="10" name="Picture 9" descr="A screenshot of a graph&#10;&#10;AI-generated content may be incorrect.">
            <a:extLst>
              <a:ext uri="{FF2B5EF4-FFF2-40B4-BE49-F238E27FC236}">
                <a16:creationId xmlns:a16="http://schemas.microsoft.com/office/drawing/2014/main" id="{F871EE54-5B42-D475-FA56-137E0C4B61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88800" y="731514"/>
            <a:ext cx="7223774" cy="5394971"/>
          </a:xfrm>
          <a:prstGeom prst="rect">
            <a:avLst/>
          </a:prstGeom>
        </p:spPr>
      </p:pic>
    </p:spTree>
    <p:extLst>
      <p:ext uri="{BB962C8B-B14F-4D97-AF65-F5344CB8AC3E}">
        <p14:creationId xmlns:p14="http://schemas.microsoft.com/office/powerpoint/2010/main" val="3916768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88EF-4CF8-6428-A82E-9D2A41F72A9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AFFA363-EE93-2392-A167-D639483DE1D3}"/>
              </a:ext>
            </a:extLst>
          </p:cNvPr>
          <p:cNvSpPr>
            <a:spLocks noGrp="1"/>
          </p:cNvSpPr>
          <p:nvPr>
            <p:ph type="title"/>
            <p:custDataLst>
              <p:tags r:id="rId1"/>
            </p:custDataLst>
          </p:nvPr>
        </p:nvSpPr>
        <p:spPr>
          <a:xfrm>
            <a:off x="3009089" y="275936"/>
            <a:ext cx="8256316" cy="392589"/>
          </a:xfrm>
        </p:spPr>
        <p:txBody>
          <a:bodyPr/>
          <a:lstStyle/>
          <a:p>
            <a:r>
              <a:rPr lang="en-US" sz="2400" dirty="0"/>
              <a:t>Visual confusion matrices (10-language Wikipedia split)</a:t>
            </a:r>
            <a:endParaRPr lang="de-AT" sz="2400" dirty="0"/>
          </a:p>
        </p:txBody>
      </p:sp>
      <p:sp>
        <p:nvSpPr>
          <p:cNvPr id="2" name="Fußzeilenplatzhalter 1">
            <a:extLst>
              <a:ext uri="{FF2B5EF4-FFF2-40B4-BE49-F238E27FC236}">
                <a16:creationId xmlns:a16="http://schemas.microsoft.com/office/drawing/2014/main" id="{22C6FC5E-9E39-576D-AF79-0BB2B92AA442}"/>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FE99AAF6-509A-C53E-73A5-283D977CC2FE}"/>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12</a:t>
            </a:fld>
            <a:endParaRPr lang="de-AT" dirty="0"/>
          </a:p>
        </p:txBody>
      </p:sp>
      <p:sp>
        <p:nvSpPr>
          <p:cNvPr id="6" name="TextBox 5">
            <a:extLst>
              <a:ext uri="{FF2B5EF4-FFF2-40B4-BE49-F238E27FC236}">
                <a16:creationId xmlns:a16="http://schemas.microsoft.com/office/drawing/2014/main" id="{B33C11F6-A095-9942-D9F1-C87B4880089B}"/>
              </a:ext>
            </a:extLst>
          </p:cNvPr>
          <p:cNvSpPr txBox="1"/>
          <p:nvPr/>
        </p:nvSpPr>
        <p:spPr>
          <a:xfrm>
            <a:off x="461963" y="1508186"/>
            <a:ext cx="3137271" cy="2125069"/>
          </a:xfrm>
          <a:prstGeom prst="rect">
            <a:avLst/>
          </a:prstGeom>
          <a:noFill/>
        </p:spPr>
        <p:txBody>
          <a:bodyPr wrap="square">
            <a:spAutoFit/>
          </a:bodyPr>
          <a:lstStyle/>
          <a:p>
            <a:pPr>
              <a:lnSpc>
                <a:spcPct val="150000"/>
              </a:lnSpc>
            </a:pPr>
            <a:r>
              <a:rPr lang="en-US" b="1" i="0" dirty="0">
                <a:solidFill>
                  <a:srgbClr val="1F2328"/>
                </a:solidFill>
                <a:effectLst/>
                <a:latin typeface="-apple-system"/>
              </a:rPr>
              <a:t>XLM-R fine-tuning:</a:t>
            </a:r>
            <a:r>
              <a:rPr lang="en-US" b="0" i="0" dirty="0">
                <a:solidFill>
                  <a:srgbClr val="1F2328"/>
                </a:solidFill>
                <a:effectLst/>
                <a:latin typeface="-apple-system"/>
              </a:rPr>
              <a:t> comparable to the n-gram model with slightly better French/Swedish separation and minimal cross-script leakage.</a:t>
            </a:r>
            <a:endParaRPr lang="en-US" dirty="0"/>
          </a:p>
        </p:txBody>
      </p:sp>
      <p:pic>
        <p:nvPicPr>
          <p:cNvPr id="9" name="Picture 8" descr="A screenshot of a graph">
            <a:extLst>
              <a:ext uri="{FF2B5EF4-FFF2-40B4-BE49-F238E27FC236}">
                <a16:creationId xmlns:a16="http://schemas.microsoft.com/office/drawing/2014/main" id="{5AACF984-666D-C15A-BF23-69481A9856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51823" y="759156"/>
            <a:ext cx="7223774" cy="5394971"/>
          </a:xfrm>
          <a:prstGeom prst="rect">
            <a:avLst/>
          </a:prstGeom>
        </p:spPr>
      </p:pic>
    </p:spTree>
    <p:extLst>
      <p:ext uri="{BB962C8B-B14F-4D97-AF65-F5344CB8AC3E}">
        <p14:creationId xmlns:p14="http://schemas.microsoft.com/office/powerpoint/2010/main" val="1903360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3C6A0-6C73-2BA4-09F7-E0CA83698336}"/>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74D3B281-B99F-5EE3-C151-D61F63A49430}"/>
              </a:ext>
            </a:extLst>
          </p:cNvPr>
          <p:cNvSpPr>
            <a:spLocks noGrp="1"/>
          </p:cNvSpPr>
          <p:nvPr>
            <p:ph type="title"/>
            <p:custDataLst>
              <p:tags r:id="rId1"/>
            </p:custDataLst>
          </p:nvPr>
        </p:nvSpPr>
        <p:spPr>
          <a:xfrm>
            <a:off x="3009089" y="275936"/>
            <a:ext cx="8256316" cy="392589"/>
          </a:xfrm>
        </p:spPr>
        <p:txBody>
          <a:bodyPr/>
          <a:lstStyle/>
          <a:p>
            <a:r>
              <a:rPr lang="en-US" sz="2400"/>
              <a:t>fastText OOV coverage diagnostics</a:t>
            </a:r>
            <a:endParaRPr lang="de-AT" sz="2400" dirty="0"/>
          </a:p>
        </p:txBody>
      </p:sp>
      <p:sp>
        <p:nvSpPr>
          <p:cNvPr id="2" name="Fußzeilenplatzhalter 1">
            <a:extLst>
              <a:ext uri="{FF2B5EF4-FFF2-40B4-BE49-F238E27FC236}">
                <a16:creationId xmlns:a16="http://schemas.microsoft.com/office/drawing/2014/main" id="{846F058F-0726-AD61-04F4-5CBDE594B573}"/>
              </a:ext>
            </a:extLst>
          </p:cNvPr>
          <p:cNvSpPr>
            <a:spLocks noGrp="1"/>
          </p:cNvSpPr>
          <p:nvPr>
            <p:ph type="ftr" sz="quarter" idx="14"/>
            <p:custDataLst>
              <p:tags r:id="rId2"/>
            </p:custDataLst>
          </p:nvPr>
        </p:nvSpPr>
        <p:spPr>
          <a:xfrm>
            <a:off x="461963" y="6385768"/>
            <a:ext cx="10134600" cy="288000"/>
          </a:xfrm>
        </p:spPr>
        <p:txBody>
          <a:bodyPr/>
          <a:lstStyle/>
          <a:p>
            <a:r>
              <a:rPr lang="en-US"/>
              <a:t>Final Presentation Group 7</a:t>
            </a:r>
            <a:r>
              <a:rPr lang="de-AT"/>
              <a:t> | 16th January 2026</a:t>
            </a:r>
            <a:endParaRPr lang="de-AT" dirty="0"/>
          </a:p>
        </p:txBody>
      </p:sp>
      <p:sp>
        <p:nvSpPr>
          <p:cNvPr id="4" name="Foliennummernplatzhalter 3">
            <a:extLst>
              <a:ext uri="{FF2B5EF4-FFF2-40B4-BE49-F238E27FC236}">
                <a16:creationId xmlns:a16="http://schemas.microsoft.com/office/drawing/2014/main" id="{E1211B3E-BFC9-0C95-B513-7D1F4EC97188}"/>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13</a:t>
            </a:fld>
            <a:endParaRPr lang="de-AT" dirty="0"/>
          </a:p>
        </p:txBody>
      </p:sp>
      <p:sp>
        <p:nvSpPr>
          <p:cNvPr id="7" name="TextBox 6">
            <a:extLst>
              <a:ext uri="{FF2B5EF4-FFF2-40B4-BE49-F238E27FC236}">
                <a16:creationId xmlns:a16="http://schemas.microsoft.com/office/drawing/2014/main" id="{6D74ECD0-E84B-43D8-279C-BD9B1D4A3D93}"/>
              </a:ext>
            </a:extLst>
          </p:cNvPr>
          <p:cNvSpPr txBox="1"/>
          <p:nvPr/>
        </p:nvSpPr>
        <p:spPr>
          <a:xfrm>
            <a:off x="284139" y="1190348"/>
            <a:ext cx="3334550" cy="503535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i="0" dirty="0">
                <a:solidFill>
                  <a:srgbClr val="1F2328"/>
                </a:solidFill>
                <a:effectLst/>
                <a:latin typeface="-apple-system"/>
              </a:rPr>
              <a:t>Latvian vs. Yoruba fastText OOV rates (social media):</a:t>
            </a:r>
            <a:r>
              <a:rPr lang="en-US" b="0" i="0" dirty="0">
                <a:solidFill>
                  <a:srgbClr val="1F2328"/>
                </a:solidFill>
                <a:effectLst/>
                <a:latin typeface="-apple-system"/>
              </a:rPr>
              <a:t> distributions highlight heavy tails and the prevalence of unseen terms, reinforcing the risk of deploying embeddings without character-level backups.</a:t>
            </a:r>
          </a:p>
          <a:p>
            <a:pPr marL="285750" indent="-285750">
              <a:lnSpc>
                <a:spcPct val="150000"/>
              </a:lnSpc>
              <a:buFont typeface="Arial" panose="020B0604020202020204" pitchFamily="34" charset="0"/>
              <a:buChar char="•"/>
            </a:pPr>
            <a:r>
              <a:rPr lang="en-US" b="1" dirty="0">
                <a:solidFill>
                  <a:srgbClr val="1F2328"/>
                </a:solidFill>
                <a:latin typeface="-apple-system"/>
              </a:rPr>
              <a:t>Diagnostic takeaway (current script): </a:t>
            </a:r>
            <a:r>
              <a:rPr lang="en-US" dirty="0">
                <a:solidFill>
                  <a:srgbClr val="1F2328"/>
                </a:solidFill>
                <a:latin typeface="-apple-system"/>
              </a:rPr>
              <a:t>the histograms signal where fastText alone is fragile due to high OOV rates.</a:t>
            </a:r>
          </a:p>
        </p:txBody>
      </p:sp>
      <p:pic>
        <p:nvPicPr>
          <p:cNvPr id="10" name="Picture 9" descr="A group of graphs showing different types of data&#10;&#10;AI-generated content may be incorrect.">
            <a:extLst>
              <a:ext uri="{FF2B5EF4-FFF2-40B4-BE49-F238E27FC236}">
                <a16:creationId xmlns:a16="http://schemas.microsoft.com/office/drawing/2014/main" id="{573E313F-3778-02A1-5E39-7A37A105E1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8239" y="668525"/>
            <a:ext cx="8374504" cy="5557176"/>
          </a:xfrm>
          <a:prstGeom prst="rect">
            <a:avLst/>
          </a:prstGeom>
        </p:spPr>
      </p:pic>
    </p:spTree>
    <p:extLst>
      <p:ext uri="{BB962C8B-B14F-4D97-AF65-F5344CB8AC3E}">
        <p14:creationId xmlns:p14="http://schemas.microsoft.com/office/powerpoint/2010/main" val="3252986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DFC09-BB19-0DE6-047B-F73360FA39C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09DBA61-C4A2-06AB-AF3F-A9FE377666BA}"/>
              </a:ext>
            </a:extLst>
          </p:cNvPr>
          <p:cNvSpPr>
            <a:spLocks noGrp="1"/>
          </p:cNvSpPr>
          <p:nvPr>
            <p:ph type="title"/>
            <p:custDataLst>
              <p:tags r:id="rId1"/>
            </p:custDataLst>
          </p:nvPr>
        </p:nvSpPr>
        <p:spPr>
          <a:xfrm>
            <a:off x="2597285" y="77821"/>
            <a:ext cx="9406647" cy="884204"/>
          </a:xfrm>
        </p:spPr>
        <p:txBody>
          <a:bodyPr/>
          <a:lstStyle/>
          <a:p>
            <a:r>
              <a:rPr lang="en-US" dirty="0"/>
              <a:t>Mitigation plan: character features and subword models (1 of 2)</a:t>
            </a:r>
            <a:endParaRPr lang="de-AT" dirty="0"/>
          </a:p>
        </p:txBody>
      </p:sp>
      <p:sp>
        <p:nvSpPr>
          <p:cNvPr id="2" name="Fußzeilenplatzhalter 1">
            <a:extLst>
              <a:ext uri="{FF2B5EF4-FFF2-40B4-BE49-F238E27FC236}">
                <a16:creationId xmlns:a16="http://schemas.microsoft.com/office/drawing/2014/main" id="{D06A8E71-7174-B561-87F9-6B06FA624BE5}"/>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DEE2F942-C82A-C38A-2528-BE61D76148A7}"/>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14</a:t>
            </a:fld>
            <a:endParaRPr lang="de-AT" dirty="0"/>
          </a:p>
        </p:txBody>
      </p:sp>
      <p:sp>
        <p:nvSpPr>
          <p:cNvPr id="9" name="TextBox 8">
            <a:extLst>
              <a:ext uri="{FF2B5EF4-FFF2-40B4-BE49-F238E27FC236}">
                <a16:creationId xmlns:a16="http://schemas.microsoft.com/office/drawing/2014/main" id="{CDBF9C0A-6599-19FC-B102-34B8BA3E5A2D}"/>
              </a:ext>
            </a:extLst>
          </p:cNvPr>
          <p:cNvSpPr txBox="1"/>
          <p:nvPr/>
        </p:nvSpPr>
        <p:spPr>
          <a:xfrm>
            <a:off x="234055" y="1303738"/>
            <a:ext cx="11723890" cy="4250523"/>
          </a:xfrm>
          <a:prstGeom prst="rect">
            <a:avLst/>
          </a:prstGeom>
          <a:noFill/>
        </p:spPr>
        <p:txBody>
          <a:bodyPr wrap="square">
            <a:spAutoFit/>
          </a:bodyPr>
          <a:lstStyle/>
          <a:p>
            <a:pPr marL="285750"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What:</a:t>
            </a:r>
            <a:r>
              <a:rPr lang="en-US" b="0" i="0" dirty="0">
                <a:solidFill>
                  <a:srgbClr val="1F2328"/>
                </a:solidFill>
                <a:effectLst/>
                <a:latin typeface="-apple-system"/>
              </a:rPr>
              <a:t> Reduce OOV brittleness by moving from pure word embeddings to tokenization schemes that always produce features.</a:t>
            </a:r>
          </a:p>
          <a:p>
            <a:pPr marL="742950" lvl="1"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Character n-gram features:</a:t>
            </a:r>
            <a:r>
              <a:rPr lang="en-US" b="0" i="0" dirty="0">
                <a:solidFill>
                  <a:srgbClr val="1F2328"/>
                </a:solidFill>
                <a:effectLst/>
                <a:latin typeface="-apple-system"/>
              </a:rPr>
              <a:t> fall back to the TF–IDF character n-gram pipeline already used for Wikipedia benchmarking; guarantees coverage for unseen words and transliterations.</a:t>
            </a:r>
          </a:p>
          <a:p>
            <a:pPr marL="742950" lvl="1"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Subword models (BPE/SentencePiece):</a:t>
            </a:r>
            <a:r>
              <a:rPr lang="en-US" b="0" i="0" dirty="0">
                <a:solidFill>
                  <a:srgbClr val="1F2328"/>
                </a:solidFill>
                <a:effectLst/>
                <a:latin typeface="-apple-system"/>
              </a:rPr>
              <a:t> swap fastText vectors for a subword-aware encoder (e.g., BPEmb or a distilled multilingual transformer); minimizes vocabulary gaps while keeping model size moderate.</a:t>
            </a:r>
          </a:p>
          <a:p>
            <a:pPr marL="285750"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Why it matters:</a:t>
            </a:r>
            <a:r>
              <a:rPr lang="en-US" b="0" i="0" dirty="0">
                <a:solidFill>
                  <a:srgbClr val="1F2328"/>
                </a:solidFill>
                <a:effectLst/>
                <a:latin typeface="-apple-system"/>
              </a:rPr>
              <a:t> The OOD hate-speech set shows high OOV rates (24%+ for Latvian, 37%+ for Yoruba). Word-only embeddings drop tokens entirely, masking confusion and inflating confidence. Character/subword features ensure every token contributes signal.</a:t>
            </a:r>
          </a:p>
        </p:txBody>
      </p:sp>
    </p:spTree>
    <p:extLst>
      <p:ext uri="{BB962C8B-B14F-4D97-AF65-F5344CB8AC3E}">
        <p14:creationId xmlns:p14="http://schemas.microsoft.com/office/powerpoint/2010/main" val="2634272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E8BAA-6B26-7BCB-5EEF-8B0C1F9776A2}"/>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C0AE8C3C-BF96-8186-737D-ED89F1C86F9B}"/>
              </a:ext>
            </a:extLst>
          </p:cNvPr>
          <p:cNvSpPr>
            <a:spLocks noGrp="1"/>
          </p:cNvSpPr>
          <p:nvPr>
            <p:ph type="title"/>
            <p:custDataLst>
              <p:tags r:id="rId1"/>
            </p:custDataLst>
          </p:nvPr>
        </p:nvSpPr>
        <p:spPr>
          <a:xfrm>
            <a:off x="2597285" y="77821"/>
            <a:ext cx="9406647" cy="884204"/>
          </a:xfrm>
        </p:spPr>
        <p:txBody>
          <a:bodyPr/>
          <a:lstStyle/>
          <a:p>
            <a:r>
              <a:rPr lang="en-US" dirty="0"/>
              <a:t>Mitigation plan: character features and subword models (2 of 2)</a:t>
            </a:r>
            <a:endParaRPr lang="de-AT" dirty="0"/>
          </a:p>
        </p:txBody>
      </p:sp>
      <p:sp>
        <p:nvSpPr>
          <p:cNvPr id="2" name="Fußzeilenplatzhalter 1">
            <a:extLst>
              <a:ext uri="{FF2B5EF4-FFF2-40B4-BE49-F238E27FC236}">
                <a16:creationId xmlns:a16="http://schemas.microsoft.com/office/drawing/2014/main" id="{69BF6A83-A092-9552-EA46-84236973C88D}"/>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50381C6D-7658-8885-68C5-538C53F3BAA6}"/>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15</a:t>
            </a:fld>
            <a:endParaRPr lang="de-AT" dirty="0"/>
          </a:p>
        </p:txBody>
      </p:sp>
      <p:sp>
        <p:nvSpPr>
          <p:cNvPr id="6" name="TextBox 5">
            <a:extLst>
              <a:ext uri="{FF2B5EF4-FFF2-40B4-BE49-F238E27FC236}">
                <a16:creationId xmlns:a16="http://schemas.microsoft.com/office/drawing/2014/main" id="{B4063298-9E78-22B1-440D-89F2502C966A}"/>
              </a:ext>
            </a:extLst>
          </p:cNvPr>
          <p:cNvSpPr txBox="1"/>
          <p:nvPr/>
        </p:nvSpPr>
        <p:spPr>
          <a:xfrm>
            <a:off x="107004" y="1155743"/>
            <a:ext cx="12084996" cy="5170646"/>
          </a:xfrm>
          <a:prstGeom prst="rect">
            <a:avLst/>
          </a:prstGeom>
          <a:noFill/>
        </p:spPr>
        <p:txBody>
          <a:bodyPr wrap="square">
            <a:spAutoFit/>
          </a:bodyPr>
          <a:lstStyle/>
          <a:p>
            <a:pPr marL="285750" indent="-285750" algn="l">
              <a:spcAft>
                <a:spcPts val="1200"/>
              </a:spcAft>
              <a:buFont typeface="Arial" panose="020B0604020202020204" pitchFamily="34" charset="0"/>
              <a:buChar char="•"/>
            </a:pPr>
            <a:r>
              <a:rPr lang="en-US" b="1" i="0" dirty="0">
                <a:solidFill>
                  <a:srgbClr val="1F2328"/>
                </a:solidFill>
                <a:effectLst/>
                <a:latin typeface="-apple-system"/>
              </a:rPr>
              <a:t>How to wire into the evaluation script (</a:t>
            </a:r>
            <a:r>
              <a:rPr lang="en-US" b="1" i="0" dirty="0">
                <a:solidFill>
                  <a:srgbClr val="1F2328"/>
                </a:solidFill>
                <a:effectLst/>
                <a:latin typeface="Monaspace Neon"/>
              </a:rPr>
              <a:t>scripts/evaluate_ood_xlmr_vs_fasttext.py</a:t>
            </a:r>
            <a:r>
              <a:rPr lang="en-US" b="1" i="0" dirty="0">
                <a:solidFill>
                  <a:srgbClr val="1F2328"/>
                </a:solidFill>
                <a:effectLst/>
                <a:latin typeface="-apple-system"/>
              </a:rPr>
              <a:t>):</a:t>
            </a:r>
            <a:endParaRPr lang="en-US" b="0" i="0" dirty="0">
              <a:solidFill>
                <a:srgbClr val="1F2328"/>
              </a:solidFill>
              <a:effectLst/>
              <a:latin typeface="-apple-system"/>
            </a:endParaRPr>
          </a:p>
          <a:p>
            <a:pPr marL="742950" lvl="1" indent="-285750" algn="l">
              <a:spcAft>
                <a:spcPts val="1200"/>
              </a:spcAft>
              <a:buFont typeface="Arial" panose="020B0604020202020204" pitchFamily="34" charset="0"/>
              <a:buChar char="•"/>
            </a:pPr>
            <a:r>
              <a:rPr lang="en-US" b="1" i="0" dirty="0">
                <a:solidFill>
                  <a:srgbClr val="1F2328"/>
                </a:solidFill>
                <a:effectLst/>
                <a:latin typeface="-apple-system"/>
              </a:rPr>
              <a:t>Add a character-feature branch:</a:t>
            </a:r>
            <a:r>
              <a:rPr lang="en-US" b="0" i="0" dirty="0">
                <a:solidFill>
                  <a:srgbClr val="1F2328"/>
                </a:solidFill>
                <a:effectLst/>
                <a:latin typeface="-apple-system"/>
              </a:rPr>
              <a:t> load the existing char n-gram vectorizer and logistic regression model (from Milestone 2 artifacts) and route OOD text through it alongside fastText/XLM-R. Aggregate metrics per model to compare robustness.</a:t>
            </a:r>
          </a:p>
          <a:p>
            <a:pPr marL="742950" lvl="1" indent="-285750" algn="l">
              <a:spcAft>
                <a:spcPts val="1200"/>
              </a:spcAft>
              <a:buFont typeface="Arial" panose="020B0604020202020204" pitchFamily="34" charset="0"/>
              <a:buChar char="•"/>
            </a:pPr>
            <a:r>
              <a:rPr lang="en-US" b="1" i="0" dirty="0">
                <a:solidFill>
                  <a:srgbClr val="1F2328"/>
                </a:solidFill>
                <a:effectLst/>
                <a:latin typeface="-apple-system"/>
              </a:rPr>
              <a:t>Introduce a subword encoder:</a:t>
            </a:r>
            <a:r>
              <a:rPr lang="en-US" b="0" i="0" dirty="0">
                <a:solidFill>
                  <a:srgbClr val="1F2328"/>
                </a:solidFill>
                <a:effectLst/>
                <a:latin typeface="-apple-system"/>
              </a:rPr>
              <a:t> replace the fastText embedding lookup with a SentencePiece/BPE tokenizer plus an average-pooled embedding (or compact transformer). Cache the tokenizer/model weights on disk and update the data loader to emit subword tokens.</a:t>
            </a:r>
          </a:p>
          <a:p>
            <a:pPr marL="742950" lvl="1" indent="-285750" algn="l">
              <a:spcAft>
                <a:spcPts val="1200"/>
              </a:spcAft>
              <a:buFont typeface="Arial" panose="020B0604020202020204" pitchFamily="34" charset="0"/>
              <a:buChar char="•"/>
            </a:pPr>
            <a:r>
              <a:rPr lang="en-US" b="1" i="0" dirty="0">
                <a:solidFill>
                  <a:srgbClr val="1F2328"/>
                </a:solidFill>
                <a:effectLst/>
                <a:latin typeface="-apple-system"/>
              </a:rPr>
              <a:t>Flag OOV tokens explicitly:</a:t>
            </a:r>
            <a:r>
              <a:rPr lang="en-US" b="0" i="0" dirty="0">
                <a:solidFill>
                  <a:srgbClr val="1F2328"/>
                </a:solidFill>
                <a:effectLst/>
                <a:latin typeface="-apple-system"/>
              </a:rPr>
              <a:t> log OOV counts per sentence for the word-embedding path; surface them in the evaluation summary to show mitigation impact.</a:t>
            </a:r>
          </a:p>
          <a:p>
            <a:pPr marL="742950" lvl="1" indent="-285750" algn="l">
              <a:spcAft>
                <a:spcPts val="1200"/>
              </a:spcAft>
              <a:buFont typeface="Arial" panose="020B0604020202020204" pitchFamily="34" charset="0"/>
              <a:buChar char="•"/>
            </a:pPr>
            <a:r>
              <a:rPr lang="en-US" b="1" i="0" dirty="0">
                <a:solidFill>
                  <a:srgbClr val="1F2328"/>
                </a:solidFill>
                <a:effectLst/>
                <a:latin typeface="-apple-system"/>
              </a:rPr>
              <a:t>CLI toggles:</a:t>
            </a:r>
            <a:r>
              <a:rPr lang="en-US" b="0" i="0" dirty="0">
                <a:solidFill>
                  <a:srgbClr val="1F2328"/>
                </a:solidFill>
                <a:effectLst/>
                <a:latin typeface="-apple-system"/>
              </a:rPr>
              <a:t> add </a:t>
            </a:r>
            <a:r>
              <a:rPr lang="en-US" b="0" i="0" dirty="0">
                <a:solidFill>
                  <a:srgbClr val="1F2328"/>
                </a:solidFill>
                <a:effectLst/>
                <a:latin typeface="Monaspace Neon"/>
              </a:rPr>
              <a:t>--use-char</a:t>
            </a:r>
            <a:r>
              <a:rPr lang="en-US" b="0" i="0" dirty="0">
                <a:solidFill>
                  <a:srgbClr val="1F2328"/>
                </a:solidFill>
                <a:effectLst/>
                <a:latin typeface="-apple-system"/>
              </a:rPr>
              <a:t> and </a:t>
            </a:r>
            <a:r>
              <a:rPr lang="en-US" b="0" i="0" dirty="0">
                <a:solidFill>
                  <a:srgbClr val="1F2328"/>
                </a:solidFill>
                <a:effectLst/>
                <a:latin typeface="Monaspace Neon"/>
              </a:rPr>
              <a:t>--use-subword</a:t>
            </a:r>
            <a:r>
              <a:rPr lang="en-US" b="0" i="0" dirty="0">
                <a:solidFill>
                  <a:srgbClr val="1F2328"/>
                </a:solidFill>
                <a:effectLst/>
                <a:latin typeface="-apple-system"/>
              </a:rPr>
              <a:t> flags to switch baselines; default to fastText for parity with prior results but enable side-by-side runs.</a:t>
            </a:r>
          </a:p>
          <a:p>
            <a:pPr marL="742950" lvl="1" indent="-285750" algn="l">
              <a:spcAft>
                <a:spcPts val="1200"/>
              </a:spcAft>
              <a:buFont typeface="Arial" panose="020B0604020202020204" pitchFamily="34" charset="0"/>
              <a:buChar char="•"/>
            </a:pPr>
            <a:r>
              <a:rPr lang="en-US" b="1" i="0" dirty="0">
                <a:solidFill>
                  <a:srgbClr val="1F2328"/>
                </a:solidFill>
                <a:effectLst/>
                <a:latin typeface="-apple-system"/>
              </a:rPr>
              <a:t>Outputs:</a:t>
            </a:r>
            <a:r>
              <a:rPr lang="en-US" b="0" i="0" dirty="0">
                <a:solidFill>
                  <a:srgbClr val="1F2328"/>
                </a:solidFill>
                <a:effectLst/>
                <a:latin typeface="-apple-system"/>
              </a:rPr>
              <a:t> extend the metrics dataframe to include the new baselines and write confusion matrices for each. Add a short note in the plot titles indicating whether mitigation is enabled.</a:t>
            </a:r>
          </a:p>
          <a:p>
            <a:pPr marL="285750" indent="-285750" algn="l">
              <a:spcAft>
                <a:spcPts val="1200"/>
              </a:spcAft>
              <a:buFont typeface="Arial" panose="020B0604020202020204" pitchFamily="34" charset="0"/>
              <a:buChar char="•"/>
            </a:pPr>
            <a:r>
              <a:rPr lang="en-US" b="1" i="0" dirty="0">
                <a:solidFill>
                  <a:srgbClr val="1F2328"/>
                </a:solidFill>
                <a:effectLst/>
                <a:latin typeface="-apple-system"/>
              </a:rPr>
              <a:t>Slide takeaway:</a:t>
            </a:r>
            <a:r>
              <a:rPr lang="en-US" b="0" i="0" dirty="0">
                <a:solidFill>
                  <a:srgbClr val="1F2328"/>
                </a:solidFill>
                <a:effectLst/>
                <a:latin typeface="-apple-system"/>
              </a:rPr>
              <a:t> Coverage-focused mitigation is actionable now: load the char n-gram baseline, drop in a subword encoder, expose flags, and report OOV-aware metrics so production can choose the safest model for noisy domains.</a:t>
            </a:r>
          </a:p>
        </p:txBody>
      </p:sp>
    </p:spTree>
    <p:extLst>
      <p:ext uri="{BB962C8B-B14F-4D97-AF65-F5344CB8AC3E}">
        <p14:creationId xmlns:p14="http://schemas.microsoft.com/office/powerpoint/2010/main" val="3217579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DFC12-8B6F-928A-B7F5-FA051D35ED79}"/>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40410608-C886-8405-69FE-3F6E4CD95C84}"/>
              </a:ext>
            </a:extLst>
          </p:cNvPr>
          <p:cNvSpPr>
            <a:spLocks noGrp="1"/>
          </p:cNvSpPr>
          <p:nvPr>
            <p:ph type="title"/>
            <p:custDataLst>
              <p:tags r:id="rId1"/>
            </p:custDataLst>
          </p:nvPr>
        </p:nvSpPr>
        <p:spPr>
          <a:xfrm>
            <a:off x="2862399" y="477525"/>
            <a:ext cx="7213093" cy="484500"/>
          </a:xfrm>
        </p:spPr>
        <p:txBody>
          <a:bodyPr/>
          <a:lstStyle/>
          <a:p>
            <a:r>
              <a:rPr lang="en-US" dirty="0"/>
              <a:t>Recommendations</a:t>
            </a:r>
            <a:endParaRPr lang="de-AT" dirty="0"/>
          </a:p>
        </p:txBody>
      </p:sp>
      <p:sp>
        <p:nvSpPr>
          <p:cNvPr id="2" name="Fußzeilenplatzhalter 1">
            <a:extLst>
              <a:ext uri="{FF2B5EF4-FFF2-40B4-BE49-F238E27FC236}">
                <a16:creationId xmlns:a16="http://schemas.microsoft.com/office/drawing/2014/main" id="{3D203AF8-9E60-3552-1FB0-AD00099754F8}"/>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97FCBC2C-89EC-2FBE-F5F6-F89CF7E70C6D}"/>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16</a:t>
            </a:fld>
            <a:endParaRPr lang="de-AT" dirty="0"/>
          </a:p>
        </p:txBody>
      </p:sp>
      <p:sp>
        <p:nvSpPr>
          <p:cNvPr id="6" name="TextBox 5">
            <a:extLst>
              <a:ext uri="{FF2B5EF4-FFF2-40B4-BE49-F238E27FC236}">
                <a16:creationId xmlns:a16="http://schemas.microsoft.com/office/drawing/2014/main" id="{64C2A06E-76D9-BBB5-9CA8-7FB9EBC0FFC7}"/>
              </a:ext>
            </a:extLst>
          </p:cNvPr>
          <p:cNvSpPr txBox="1"/>
          <p:nvPr/>
        </p:nvSpPr>
        <p:spPr>
          <a:xfrm>
            <a:off x="833336" y="1950967"/>
            <a:ext cx="10525327" cy="2956066"/>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1" i="0" u="none" strike="noStrike" baseline="0" dirty="0">
                <a:latin typeface="LMRoman10-Bold-Identity-H"/>
              </a:rPr>
              <a:t>Primary baseline: </a:t>
            </a:r>
            <a:r>
              <a:rPr lang="en-US" sz="1800" b="0" i="0" u="none" strike="noStrike" baseline="0" dirty="0">
                <a:latin typeface="LMRoman10-Regular-Identity-H"/>
              </a:rPr>
              <a:t>Character n-gram logistic regression for best accuracy–efficiency trade-off (Milestone 2).</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Diagnostic fallback: </a:t>
            </a:r>
            <a:r>
              <a:rPr lang="en-US" sz="1800" b="0" i="0" u="none" strike="noStrike" baseline="0" dirty="0">
                <a:latin typeface="LMRoman10-Regular-Identity-H"/>
              </a:rPr>
              <a:t>Maintain rule-based heuristics for interpretability and rapid checks; extend with richer cues for Cyrillic variants.</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High-performance/shifted domains: </a:t>
            </a:r>
            <a:r>
              <a:rPr lang="en-US" sz="1800" b="0" i="0" u="none" strike="noStrike" baseline="0" dirty="0">
                <a:latin typeface="LMRoman10-Regular-Identity-H"/>
              </a:rPr>
              <a:t>Deploy XLM-R when domain shift or code-switching warrants transformer robustness, accepting higher compute costs.</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OOD coverage checks: </a:t>
            </a:r>
            <a:r>
              <a:rPr lang="en-US" sz="1800" b="0" i="0" u="none" strike="noStrike" baseline="0" dirty="0">
                <a:latin typeface="LMRoman10-Regular-Identity-H"/>
              </a:rPr>
              <a:t>When using pretrained embeddings (e.g., fastText), audit OOV rates per target domain and pair with character-level features to mitigate brittleness.</a:t>
            </a:r>
            <a:endParaRPr lang="en-US" dirty="0"/>
          </a:p>
        </p:txBody>
      </p:sp>
    </p:spTree>
    <p:extLst>
      <p:ext uri="{BB962C8B-B14F-4D97-AF65-F5344CB8AC3E}">
        <p14:creationId xmlns:p14="http://schemas.microsoft.com/office/powerpoint/2010/main" val="36280481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6cd991bf-f022-4378-96e7-2c338aeb3f5a"/>
  <p:tag name="LANG_DEF" val="3079"/>
  <p:tag name="LANG_NAME" val="German Austria"/>
  <p:tag name="MASTCOUNT" val="1"/>
  <p:tag name="DES1LAYOUTCOUNT" val="33"/>
  <p:tag name="LINGO_COUNT" val="28"/>
</p:tagLst>
</file>

<file path=ppt/tags/tag2.xml><?xml version="1.0" encoding="utf-8"?>
<p:tagLst xmlns:a="http://schemas.openxmlformats.org/drawingml/2006/main" xmlns:r="http://schemas.openxmlformats.org/officeDocument/2006/relationships" xmlns:p="http://schemas.openxmlformats.org/presentationml/2006/main">
  <p:tag name="SHAPE" val="OLD"/>
</p:tagLst>
</file>

<file path=ppt/tags/tag3.xml><?xml version="1.0" encoding="utf-8"?>
<p:tagLst xmlns:a="http://schemas.openxmlformats.org/drawingml/2006/main" xmlns:r="http://schemas.openxmlformats.org/officeDocument/2006/relationships" xmlns:p="http://schemas.openxmlformats.org/presentationml/2006/main">
  <p:tag name="SHAPE" val="OLD"/>
</p:tagLst>
</file>

<file path=ppt/tags/tag4.xml><?xml version="1.0" encoding="utf-8"?>
<p:tagLst xmlns:a="http://schemas.openxmlformats.org/drawingml/2006/main" xmlns:r="http://schemas.openxmlformats.org/officeDocument/2006/relationships" xmlns:p="http://schemas.openxmlformats.org/presentationml/2006/main">
  <p:tag name="SHAPE" val="OLD"/>
</p:tagLst>
</file>

<file path=ppt/tags/tag5.xml><?xml version="1.0" encoding="utf-8"?>
<p:tagLst xmlns:a="http://schemas.openxmlformats.org/drawingml/2006/main" xmlns:r="http://schemas.openxmlformats.org/officeDocument/2006/relationships" xmlns:p="http://schemas.openxmlformats.org/presentationml/2006/main">
  <p:tag name="SHAPE" val="OLD"/>
</p:tagLst>
</file>

<file path=ppt/tags/tag6.xml><?xml version="1.0" encoding="utf-8"?>
<p:tagLst xmlns:a="http://schemas.openxmlformats.org/drawingml/2006/main" xmlns:r="http://schemas.openxmlformats.org/officeDocument/2006/relationships" xmlns:p="http://schemas.openxmlformats.org/presentationml/2006/main">
  <p:tag name="SHAPE" val="OLD"/>
</p:tagLst>
</file>

<file path=ppt/tags/tag7.xml><?xml version="1.0" encoding="utf-8"?>
<p:tagLst xmlns:a="http://schemas.openxmlformats.org/drawingml/2006/main" xmlns:r="http://schemas.openxmlformats.org/officeDocument/2006/relationships" xmlns:p="http://schemas.openxmlformats.org/presentationml/2006/main">
  <p:tag name="SHAPE" val="OLD"/>
</p:tagLst>
</file>

<file path=ppt/tags/tag8.xml><?xml version="1.0" encoding="utf-8"?>
<p:tagLst xmlns:a="http://schemas.openxmlformats.org/drawingml/2006/main" xmlns:r="http://schemas.openxmlformats.org/officeDocument/2006/relationships" xmlns:p="http://schemas.openxmlformats.org/presentationml/2006/main">
  <p:tag name="SHAPE" val="OLD"/>
</p:tagLst>
</file>

<file path=ppt/tags/tag9.xml><?xml version="1.0" encoding="utf-8"?>
<p:tagLst xmlns:a="http://schemas.openxmlformats.org/drawingml/2006/main" xmlns:r="http://schemas.openxmlformats.org/officeDocument/2006/relationships" xmlns:p="http://schemas.openxmlformats.org/presentationml/2006/main">
  <p:tag name="SHAPE" val="OLD"/>
</p:tagLst>
</file>

<file path=ppt/tags/tag10.xml><?xml version="1.0" encoding="utf-8"?>
<p:tagLst xmlns:a="http://schemas.openxmlformats.org/drawingml/2006/main" xmlns:r="http://schemas.openxmlformats.org/officeDocument/2006/relationships" xmlns:p="http://schemas.openxmlformats.org/presentationml/2006/main">
  <p:tag name="SHAPE" val="OLD"/>
</p:tagLst>
</file>

<file path=ppt/tags/tag11.xml><?xml version="1.0" encoding="utf-8"?>
<p:tagLst xmlns:a="http://schemas.openxmlformats.org/drawingml/2006/main" xmlns:r="http://schemas.openxmlformats.org/officeDocument/2006/relationships" xmlns:p="http://schemas.openxmlformats.org/presentationml/2006/main">
  <p:tag name="SHAPE" val="OLD"/>
</p:tagLst>
</file>

<file path=ppt/tags/tag12.xml><?xml version="1.0" encoding="utf-8"?>
<p:tagLst xmlns:a="http://schemas.openxmlformats.org/drawingml/2006/main" xmlns:r="http://schemas.openxmlformats.org/officeDocument/2006/relationships" xmlns:p="http://schemas.openxmlformats.org/presentationml/2006/main">
  <p:tag name="SHAPE" val="OLD"/>
</p:tagLst>
</file>

<file path=ppt/tags/tag13.xml><?xml version="1.0" encoding="utf-8"?>
<p:tagLst xmlns:a="http://schemas.openxmlformats.org/drawingml/2006/main" xmlns:r="http://schemas.openxmlformats.org/officeDocument/2006/relationships" xmlns:p="http://schemas.openxmlformats.org/presentationml/2006/main">
  <p:tag name="SHAPE" val="OLD"/>
</p:tagLst>
</file>

<file path=ppt/tags/tag14.xml><?xml version="1.0" encoding="utf-8"?>
<p:tagLst xmlns:a="http://schemas.openxmlformats.org/drawingml/2006/main" xmlns:r="http://schemas.openxmlformats.org/officeDocument/2006/relationships" xmlns:p="http://schemas.openxmlformats.org/presentationml/2006/main">
  <p:tag name="SHAPE" val="OLD"/>
</p:tagLst>
</file>

<file path=ppt/tags/tag15.xml><?xml version="1.0" encoding="utf-8"?>
<p:tagLst xmlns:a="http://schemas.openxmlformats.org/drawingml/2006/main" xmlns:r="http://schemas.openxmlformats.org/officeDocument/2006/relationships" xmlns:p="http://schemas.openxmlformats.org/presentationml/2006/main">
  <p:tag name="SHAPE" val="OLD"/>
</p:tagLst>
</file>

<file path=ppt/tags/tag16.xml><?xml version="1.0" encoding="utf-8"?>
<p:tagLst xmlns:a="http://schemas.openxmlformats.org/drawingml/2006/main" xmlns:r="http://schemas.openxmlformats.org/officeDocument/2006/relationships" xmlns:p="http://schemas.openxmlformats.org/presentationml/2006/main">
  <p:tag name="SHAPE" val="OLD"/>
</p:tagLst>
</file>

<file path=ppt/tags/tag17.xml><?xml version="1.0" encoding="utf-8"?>
<p:tagLst xmlns:a="http://schemas.openxmlformats.org/drawingml/2006/main" xmlns:r="http://schemas.openxmlformats.org/officeDocument/2006/relationships" xmlns:p="http://schemas.openxmlformats.org/presentationml/2006/main">
  <p:tag name="SHAPE" val="OLD"/>
</p:tagLst>
</file>

<file path=ppt/tags/tag18.xml><?xml version="1.0" encoding="utf-8"?>
<p:tagLst xmlns:a="http://schemas.openxmlformats.org/drawingml/2006/main" xmlns:r="http://schemas.openxmlformats.org/officeDocument/2006/relationships" xmlns:p="http://schemas.openxmlformats.org/presentationml/2006/main">
  <p:tag name="SHAPE" val="OLD"/>
</p:tagLst>
</file>

<file path=ppt/tags/tag19.xml><?xml version="1.0" encoding="utf-8"?>
<p:tagLst xmlns:a="http://schemas.openxmlformats.org/drawingml/2006/main" xmlns:r="http://schemas.openxmlformats.org/officeDocument/2006/relationships" xmlns:p="http://schemas.openxmlformats.org/presentationml/2006/main">
  <p:tag name="SHAPE" val="OLD"/>
</p:tagLst>
</file>

<file path=ppt/tags/tag20.xml><?xml version="1.0" encoding="utf-8"?>
<p:tagLst xmlns:a="http://schemas.openxmlformats.org/drawingml/2006/main" xmlns:r="http://schemas.openxmlformats.org/officeDocument/2006/relationships" xmlns:p="http://schemas.openxmlformats.org/presentationml/2006/main">
  <p:tag name="SHAPE" val="OLD"/>
</p:tagLst>
</file>

<file path=ppt/tags/tag21.xml><?xml version="1.0" encoding="utf-8"?>
<p:tagLst xmlns:a="http://schemas.openxmlformats.org/drawingml/2006/main" xmlns:r="http://schemas.openxmlformats.org/officeDocument/2006/relationships" xmlns:p="http://schemas.openxmlformats.org/presentationml/2006/main">
  <p:tag name="SHAPE" val="OLD"/>
</p:tagLst>
</file>

<file path=ppt/tags/tag22.xml><?xml version="1.0" encoding="utf-8"?>
<p:tagLst xmlns:a="http://schemas.openxmlformats.org/drawingml/2006/main" xmlns:r="http://schemas.openxmlformats.org/officeDocument/2006/relationships" xmlns:p="http://schemas.openxmlformats.org/presentationml/2006/main">
  <p:tag name="SHAPE" val="OLD"/>
</p:tagLst>
</file>

<file path=ppt/tags/tag23.xml><?xml version="1.0" encoding="utf-8"?>
<p:tagLst xmlns:a="http://schemas.openxmlformats.org/drawingml/2006/main" xmlns:r="http://schemas.openxmlformats.org/officeDocument/2006/relationships" xmlns:p="http://schemas.openxmlformats.org/presentationml/2006/main">
  <p:tag name="SHAPE" val="OLD"/>
</p:tagLst>
</file>

<file path=ppt/tags/tag24.xml><?xml version="1.0" encoding="utf-8"?>
<p:tagLst xmlns:a="http://schemas.openxmlformats.org/drawingml/2006/main" xmlns:r="http://schemas.openxmlformats.org/officeDocument/2006/relationships" xmlns:p="http://schemas.openxmlformats.org/presentationml/2006/main">
  <p:tag name="SHAPE" val="OLD"/>
</p:tagLst>
</file>

<file path=ppt/tags/tag25.xml><?xml version="1.0" encoding="utf-8"?>
<p:tagLst xmlns:a="http://schemas.openxmlformats.org/drawingml/2006/main" xmlns:r="http://schemas.openxmlformats.org/officeDocument/2006/relationships" xmlns:p="http://schemas.openxmlformats.org/presentationml/2006/main">
  <p:tag name="SHAPE" val="OLD"/>
</p:tagLst>
</file>

<file path=ppt/tags/tag26.xml><?xml version="1.0" encoding="utf-8"?>
<p:tagLst xmlns:a="http://schemas.openxmlformats.org/drawingml/2006/main" xmlns:r="http://schemas.openxmlformats.org/officeDocument/2006/relationships" xmlns:p="http://schemas.openxmlformats.org/presentationml/2006/main">
  <p:tag name="SHAPE" val="OLD"/>
</p:tagLst>
</file>

<file path=ppt/tags/tag27.xml><?xml version="1.0" encoding="utf-8"?>
<p:tagLst xmlns:a="http://schemas.openxmlformats.org/drawingml/2006/main" xmlns:r="http://schemas.openxmlformats.org/officeDocument/2006/relationships" xmlns:p="http://schemas.openxmlformats.org/presentationml/2006/main">
  <p:tag name="SHAPE" val="OLD"/>
</p:tagLst>
</file>

<file path=ppt/tags/tag28.xml><?xml version="1.0" encoding="utf-8"?>
<p:tagLst xmlns:a="http://schemas.openxmlformats.org/drawingml/2006/main" xmlns:r="http://schemas.openxmlformats.org/officeDocument/2006/relationships" xmlns:p="http://schemas.openxmlformats.org/presentationml/2006/main">
  <p:tag name="SHAPE" val="OLD"/>
</p:tagLst>
</file>

<file path=ppt/tags/tag29.xml><?xml version="1.0" encoding="utf-8"?>
<p:tagLst xmlns:a="http://schemas.openxmlformats.org/drawingml/2006/main" xmlns:r="http://schemas.openxmlformats.org/officeDocument/2006/relationships" xmlns:p="http://schemas.openxmlformats.org/presentationml/2006/main">
  <p:tag name="SHAPE" val="OLD"/>
</p:tagLst>
</file>

<file path=ppt/tags/tag30.xml><?xml version="1.0" encoding="utf-8"?>
<p:tagLst xmlns:a="http://schemas.openxmlformats.org/drawingml/2006/main" xmlns:r="http://schemas.openxmlformats.org/officeDocument/2006/relationships" xmlns:p="http://schemas.openxmlformats.org/presentationml/2006/main">
  <p:tag name="SHAPE" val="OLD"/>
</p:tagLst>
</file>

<file path=ppt/tags/tag31.xml><?xml version="1.0" encoding="utf-8"?>
<p:tagLst xmlns:a="http://schemas.openxmlformats.org/drawingml/2006/main" xmlns:r="http://schemas.openxmlformats.org/officeDocument/2006/relationships" xmlns:p="http://schemas.openxmlformats.org/presentationml/2006/main">
  <p:tag name="SHAPE" val="OLD"/>
</p:tagLst>
</file>

<file path=ppt/tags/tag32.xml><?xml version="1.0" encoding="utf-8"?>
<p:tagLst xmlns:a="http://schemas.openxmlformats.org/drawingml/2006/main" xmlns:r="http://schemas.openxmlformats.org/officeDocument/2006/relationships" xmlns:p="http://schemas.openxmlformats.org/presentationml/2006/main">
  <p:tag name="SHAPE" val="OLD"/>
</p:tagLst>
</file>

<file path=ppt/tags/tag33.xml><?xml version="1.0" encoding="utf-8"?>
<p:tagLst xmlns:a="http://schemas.openxmlformats.org/drawingml/2006/main" xmlns:r="http://schemas.openxmlformats.org/officeDocument/2006/relationships" xmlns:p="http://schemas.openxmlformats.org/presentationml/2006/main">
  <p:tag name="SHAPE" val="OLD"/>
</p:tagLst>
</file>

<file path=ppt/tags/tag34.xml><?xml version="1.0" encoding="utf-8"?>
<p:tagLst xmlns:a="http://schemas.openxmlformats.org/drawingml/2006/main" xmlns:r="http://schemas.openxmlformats.org/officeDocument/2006/relationships" xmlns:p="http://schemas.openxmlformats.org/presentationml/2006/main">
  <p:tag name="SHAPE" val="OLD"/>
</p:tagLst>
</file>

<file path=ppt/tags/tag35.xml><?xml version="1.0" encoding="utf-8"?>
<p:tagLst xmlns:a="http://schemas.openxmlformats.org/drawingml/2006/main" xmlns:r="http://schemas.openxmlformats.org/officeDocument/2006/relationships" xmlns:p="http://schemas.openxmlformats.org/presentationml/2006/main">
  <p:tag name="SHAPE" val="OLD"/>
</p:tagLst>
</file>

<file path=ppt/tags/tag36.xml><?xml version="1.0" encoding="utf-8"?>
<p:tagLst xmlns:a="http://schemas.openxmlformats.org/drawingml/2006/main" xmlns:r="http://schemas.openxmlformats.org/officeDocument/2006/relationships" xmlns:p="http://schemas.openxmlformats.org/presentationml/2006/main">
  <p:tag name="SHAPE" val="OLD"/>
</p:tagLst>
</file>

<file path=ppt/tags/tag37.xml><?xml version="1.0" encoding="utf-8"?>
<p:tagLst xmlns:a="http://schemas.openxmlformats.org/drawingml/2006/main" xmlns:r="http://schemas.openxmlformats.org/officeDocument/2006/relationships" xmlns:p="http://schemas.openxmlformats.org/presentationml/2006/main">
  <p:tag name="SHAPE" val="OLD"/>
</p:tagLst>
</file>

<file path=ppt/tags/tag38.xml><?xml version="1.0" encoding="utf-8"?>
<p:tagLst xmlns:a="http://schemas.openxmlformats.org/drawingml/2006/main" xmlns:r="http://schemas.openxmlformats.org/officeDocument/2006/relationships" xmlns:p="http://schemas.openxmlformats.org/presentationml/2006/main">
  <p:tag name="SHAPE" val="OLD"/>
</p:tagLst>
</file>

<file path=ppt/tags/tag39.xml><?xml version="1.0" encoding="utf-8"?>
<p:tagLst xmlns:a="http://schemas.openxmlformats.org/drawingml/2006/main" xmlns:r="http://schemas.openxmlformats.org/officeDocument/2006/relationships" xmlns:p="http://schemas.openxmlformats.org/presentationml/2006/main">
  <p:tag name="SHAPE" val="OLD"/>
</p:tagLst>
</file>

<file path=ppt/tags/tag40.xml><?xml version="1.0" encoding="utf-8"?>
<p:tagLst xmlns:a="http://schemas.openxmlformats.org/drawingml/2006/main" xmlns:r="http://schemas.openxmlformats.org/officeDocument/2006/relationships" xmlns:p="http://schemas.openxmlformats.org/presentationml/2006/main">
  <p:tag name="SHAPE" val="OLD"/>
</p:tagLst>
</file>

<file path=ppt/tags/tag41.xml><?xml version="1.0" encoding="utf-8"?>
<p:tagLst xmlns:a="http://schemas.openxmlformats.org/drawingml/2006/main" xmlns:r="http://schemas.openxmlformats.org/officeDocument/2006/relationships" xmlns:p="http://schemas.openxmlformats.org/presentationml/2006/main">
  <p:tag name="SHAPE" val="OLD"/>
</p:tagLst>
</file>

<file path=ppt/tags/tag42.xml><?xml version="1.0" encoding="utf-8"?>
<p:tagLst xmlns:a="http://schemas.openxmlformats.org/drawingml/2006/main" xmlns:r="http://schemas.openxmlformats.org/officeDocument/2006/relationships" xmlns:p="http://schemas.openxmlformats.org/presentationml/2006/main">
  <p:tag name="SHAPE" val="OLD"/>
</p:tagLst>
</file>

<file path=ppt/tags/tag43.xml><?xml version="1.0" encoding="utf-8"?>
<p:tagLst xmlns:a="http://schemas.openxmlformats.org/drawingml/2006/main" xmlns:r="http://schemas.openxmlformats.org/officeDocument/2006/relationships" xmlns:p="http://schemas.openxmlformats.org/presentationml/2006/main">
  <p:tag name="SHAPE" val="OLD"/>
</p:tagLst>
</file>

<file path=ppt/tags/tag44.xml><?xml version="1.0" encoding="utf-8"?>
<p:tagLst xmlns:a="http://schemas.openxmlformats.org/drawingml/2006/main" xmlns:r="http://schemas.openxmlformats.org/officeDocument/2006/relationships" xmlns:p="http://schemas.openxmlformats.org/presentationml/2006/main">
  <p:tag name="SHAPE" val="OLD"/>
</p:tagLst>
</file>

<file path=ppt/tags/tag45.xml><?xml version="1.0" encoding="utf-8"?>
<p:tagLst xmlns:a="http://schemas.openxmlformats.org/drawingml/2006/main" xmlns:r="http://schemas.openxmlformats.org/officeDocument/2006/relationships" xmlns:p="http://schemas.openxmlformats.org/presentationml/2006/main">
  <p:tag name="SHAPE" val="OLD"/>
</p:tagLst>
</file>

<file path=ppt/tags/tag46.xml><?xml version="1.0" encoding="utf-8"?>
<p:tagLst xmlns:a="http://schemas.openxmlformats.org/drawingml/2006/main" xmlns:r="http://schemas.openxmlformats.org/officeDocument/2006/relationships" xmlns:p="http://schemas.openxmlformats.org/presentationml/2006/main">
  <p:tag name="SHAPE" val="OLD"/>
</p:tagLst>
</file>

<file path=ppt/tags/tag47.xml><?xml version="1.0" encoding="utf-8"?>
<p:tagLst xmlns:a="http://schemas.openxmlformats.org/drawingml/2006/main" xmlns:r="http://schemas.openxmlformats.org/officeDocument/2006/relationships" xmlns:p="http://schemas.openxmlformats.org/presentationml/2006/main">
  <p:tag name="SHAPE" val="OLD"/>
</p:tagLst>
</file>

<file path=ppt/tags/tag48.xml><?xml version="1.0" encoding="utf-8"?>
<p:tagLst xmlns:a="http://schemas.openxmlformats.org/drawingml/2006/main" xmlns:r="http://schemas.openxmlformats.org/officeDocument/2006/relationships" xmlns:p="http://schemas.openxmlformats.org/presentationml/2006/main">
  <p:tag name="SHAPE" val="OLD"/>
</p:tagLst>
</file>

<file path=ppt/tags/tag49.xml><?xml version="1.0" encoding="utf-8"?>
<p:tagLst xmlns:a="http://schemas.openxmlformats.org/drawingml/2006/main" xmlns:r="http://schemas.openxmlformats.org/officeDocument/2006/relationships" xmlns:p="http://schemas.openxmlformats.org/presentationml/2006/main">
  <p:tag name="SHAPE" val="OLD"/>
</p:tagLst>
</file>

<file path=ppt/tags/tag50.xml><?xml version="1.0" encoding="utf-8"?>
<p:tagLst xmlns:a="http://schemas.openxmlformats.org/drawingml/2006/main" xmlns:r="http://schemas.openxmlformats.org/officeDocument/2006/relationships" xmlns:p="http://schemas.openxmlformats.org/presentationml/2006/main">
  <p:tag name="SHAPE" val="OLD"/>
</p:tagLst>
</file>

<file path=ppt/tags/tag51.xml><?xml version="1.0" encoding="utf-8"?>
<p:tagLst xmlns:a="http://schemas.openxmlformats.org/drawingml/2006/main" xmlns:r="http://schemas.openxmlformats.org/officeDocument/2006/relationships" xmlns:p="http://schemas.openxmlformats.org/presentationml/2006/main">
  <p:tag name="SHAPE" val="OLD"/>
</p:tagLst>
</file>

<file path=ppt/tags/tag52.xml><?xml version="1.0" encoding="utf-8"?>
<p:tagLst xmlns:a="http://schemas.openxmlformats.org/drawingml/2006/main" xmlns:r="http://schemas.openxmlformats.org/officeDocument/2006/relationships" xmlns:p="http://schemas.openxmlformats.org/presentationml/2006/main">
  <p:tag name="SHAPE" val="OLD"/>
</p:tagLst>
</file>

<file path=ppt/tags/tag53.xml><?xml version="1.0" encoding="utf-8"?>
<p:tagLst xmlns:a="http://schemas.openxmlformats.org/drawingml/2006/main" xmlns:r="http://schemas.openxmlformats.org/officeDocument/2006/relationships" xmlns:p="http://schemas.openxmlformats.org/presentationml/2006/main">
  <p:tag name="SHAPE" val="OLD"/>
</p:tagLst>
</file>

<file path=ppt/tags/tag54.xml><?xml version="1.0" encoding="utf-8"?>
<p:tagLst xmlns:a="http://schemas.openxmlformats.org/drawingml/2006/main" xmlns:r="http://schemas.openxmlformats.org/officeDocument/2006/relationships" xmlns:p="http://schemas.openxmlformats.org/presentationml/2006/main">
  <p:tag name="SHAPE" val="OLD"/>
</p:tagLst>
</file>

<file path=ppt/tags/tag55.xml><?xml version="1.0" encoding="utf-8"?>
<p:tagLst xmlns:a="http://schemas.openxmlformats.org/drawingml/2006/main" xmlns:r="http://schemas.openxmlformats.org/officeDocument/2006/relationships" xmlns:p="http://schemas.openxmlformats.org/presentationml/2006/main">
  <p:tag name="SHAPE" val="OLD"/>
</p:tagLst>
</file>

<file path=ppt/tags/tag56.xml><?xml version="1.0" encoding="utf-8"?>
<p:tagLst xmlns:a="http://schemas.openxmlformats.org/drawingml/2006/main" xmlns:r="http://schemas.openxmlformats.org/officeDocument/2006/relationships" xmlns:p="http://schemas.openxmlformats.org/presentationml/2006/main">
  <p:tag name="SHAPE" val="OLD"/>
</p:tagLst>
</file>

<file path=ppt/tags/tag57.xml><?xml version="1.0" encoding="utf-8"?>
<p:tagLst xmlns:a="http://schemas.openxmlformats.org/drawingml/2006/main" xmlns:r="http://schemas.openxmlformats.org/officeDocument/2006/relationships" xmlns:p="http://schemas.openxmlformats.org/presentationml/2006/main">
  <p:tag name="SHAPE" val="OLD"/>
</p:tagLst>
</file>

<file path=ppt/tags/tag58.xml><?xml version="1.0" encoding="utf-8"?>
<p:tagLst xmlns:a="http://schemas.openxmlformats.org/drawingml/2006/main" xmlns:r="http://schemas.openxmlformats.org/officeDocument/2006/relationships" xmlns:p="http://schemas.openxmlformats.org/presentationml/2006/main">
  <p:tag name="SHAPE" val="OLD"/>
</p:tagLst>
</file>

<file path=ppt/tags/tag59.xml><?xml version="1.0" encoding="utf-8"?>
<p:tagLst xmlns:a="http://schemas.openxmlformats.org/drawingml/2006/main" xmlns:r="http://schemas.openxmlformats.org/officeDocument/2006/relationships" xmlns:p="http://schemas.openxmlformats.org/presentationml/2006/main">
  <p:tag name="SHAPE" val="OLD"/>
</p:tagLst>
</file>

<file path=ppt/tags/tag60.xml><?xml version="1.0" encoding="utf-8"?>
<p:tagLst xmlns:a="http://schemas.openxmlformats.org/drawingml/2006/main" xmlns:r="http://schemas.openxmlformats.org/officeDocument/2006/relationships" xmlns:p="http://schemas.openxmlformats.org/presentationml/2006/main">
  <p:tag name="SHAPE" val="OLD"/>
</p:tagLst>
</file>

<file path=ppt/tags/tag61.xml><?xml version="1.0" encoding="utf-8"?>
<p:tagLst xmlns:a="http://schemas.openxmlformats.org/drawingml/2006/main" xmlns:r="http://schemas.openxmlformats.org/officeDocument/2006/relationships" xmlns:p="http://schemas.openxmlformats.org/presentationml/2006/main">
  <p:tag name="SHAPE" val="OLD"/>
</p:tagLst>
</file>

<file path=ppt/tags/tag62.xml><?xml version="1.0" encoding="utf-8"?>
<p:tagLst xmlns:a="http://schemas.openxmlformats.org/drawingml/2006/main" xmlns:r="http://schemas.openxmlformats.org/officeDocument/2006/relationships" xmlns:p="http://schemas.openxmlformats.org/presentationml/2006/main">
  <p:tag name="SHAPE" val="OLD"/>
</p:tagLst>
</file>

<file path=ppt/tags/tag63.xml><?xml version="1.0" encoding="utf-8"?>
<p:tagLst xmlns:a="http://schemas.openxmlformats.org/drawingml/2006/main" xmlns:r="http://schemas.openxmlformats.org/officeDocument/2006/relationships" xmlns:p="http://schemas.openxmlformats.org/presentationml/2006/main">
  <p:tag name="SHAPE" val="OLD"/>
</p:tagLst>
</file>

<file path=ppt/tags/tag64.xml><?xml version="1.0" encoding="utf-8"?>
<p:tagLst xmlns:a="http://schemas.openxmlformats.org/drawingml/2006/main" xmlns:r="http://schemas.openxmlformats.org/officeDocument/2006/relationships" xmlns:p="http://schemas.openxmlformats.org/presentationml/2006/main">
  <p:tag name="SHAPE" val="OLD"/>
</p:tagLst>
</file>

<file path=ppt/tags/tag65.xml><?xml version="1.0" encoding="utf-8"?>
<p:tagLst xmlns:a="http://schemas.openxmlformats.org/drawingml/2006/main" xmlns:r="http://schemas.openxmlformats.org/officeDocument/2006/relationships" xmlns:p="http://schemas.openxmlformats.org/presentationml/2006/main">
  <p:tag name="SHAPE" val="OLD"/>
</p:tagLst>
</file>

<file path=ppt/tags/tag66.xml><?xml version="1.0" encoding="utf-8"?>
<p:tagLst xmlns:a="http://schemas.openxmlformats.org/drawingml/2006/main" xmlns:r="http://schemas.openxmlformats.org/officeDocument/2006/relationships" xmlns:p="http://schemas.openxmlformats.org/presentationml/2006/main">
  <p:tag name="SHAPE" val="OLD"/>
</p:tagLst>
</file>

<file path=ppt/tags/tag67.xml><?xml version="1.0" encoding="utf-8"?>
<p:tagLst xmlns:a="http://schemas.openxmlformats.org/drawingml/2006/main" xmlns:r="http://schemas.openxmlformats.org/officeDocument/2006/relationships" xmlns:p="http://schemas.openxmlformats.org/presentationml/2006/main">
  <p:tag name="SHAPE" val="OLD"/>
</p:tagLst>
</file>

<file path=ppt/tags/tag68.xml><?xml version="1.0" encoding="utf-8"?>
<p:tagLst xmlns:a="http://schemas.openxmlformats.org/drawingml/2006/main" xmlns:r="http://schemas.openxmlformats.org/officeDocument/2006/relationships" xmlns:p="http://schemas.openxmlformats.org/presentationml/2006/main">
  <p:tag name="SHAPE" val="OLD"/>
</p:tagLst>
</file>

<file path=ppt/tags/tag69.xml><?xml version="1.0" encoding="utf-8"?>
<p:tagLst xmlns:a="http://schemas.openxmlformats.org/drawingml/2006/main" xmlns:r="http://schemas.openxmlformats.org/officeDocument/2006/relationships" xmlns:p="http://schemas.openxmlformats.org/presentationml/2006/main">
  <p:tag name="SHAPE" val="OLD"/>
</p:tagLst>
</file>

<file path=ppt/tags/tag70.xml><?xml version="1.0" encoding="utf-8"?>
<p:tagLst xmlns:a="http://schemas.openxmlformats.org/drawingml/2006/main" xmlns:r="http://schemas.openxmlformats.org/officeDocument/2006/relationships" xmlns:p="http://schemas.openxmlformats.org/presentationml/2006/main">
  <p:tag name="SHAPE" val="OLD"/>
</p:tagLst>
</file>

<file path=ppt/tags/tag71.xml><?xml version="1.0" encoding="utf-8"?>
<p:tagLst xmlns:a="http://schemas.openxmlformats.org/drawingml/2006/main" xmlns:r="http://schemas.openxmlformats.org/officeDocument/2006/relationships" xmlns:p="http://schemas.openxmlformats.org/presentationml/2006/main">
  <p:tag name="SHAPE" val="OLD"/>
</p:tagLst>
</file>

<file path=ppt/tags/tag72.xml><?xml version="1.0" encoding="utf-8"?>
<p:tagLst xmlns:a="http://schemas.openxmlformats.org/drawingml/2006/main" xmlns:r="http://schemas.openxmlformats.org/officeDocument/2006/relationships" xmlns:p="http://schemas.openxmlformats.org/presentationml/2006/main">
  <p:tag name="SHAPE" val="OLD"/>
</p:tagLst>
</file>

<file path=ppt/tags/tag73.xml><?xml version="1.0" encoding="utf-8"?>
<p:tagLst xmlns:a="http://schemas.openxmlformats.org/drawingml/2006/main" xmlns:r="http://schemas.openxmlformats.org/officeDocument/2006/relationships" xmlns:p="http://schemas.openxmlformats.org/presentationml/2006/main">
  <p:tag name="SHAPE" val="OLD"/>
</p:tagLst>
</file>

<file path=ppt/tags/tag74.xml><?xml version="1.0" encoding="utf-8"?>
<p:tagLst xmlns:a="http://schemas.openxmlformats.org/drawingml/2006/main" xmlns:r="http://schemas.openxmlformats.org/officeDocument/2006/relationships" xmlns:p="http://schemas.openxmlformats.org/presentationml/2006/main">
  <p:tag name="SHAPE" val="OLD"/>
</p:tagLst>
</file>

<file path=ppt/tags/tag75.xml><?xml version="1.0" encoding="utf-8"?>
<p:tagLst xmlns:a="http://schemas.openxmlformats.org/drawingml/2006/main" xmlns:r="http://schemas.openxmlformats.org/officeDocument/2006/relationships" xmlns:p="http://schemas.openxmlformats.org/presentationml/2006/main">
  <p:tag name="SHAPE" val="OLD"/>
</p:tagLst>
</file>

<file path=ppt/tags/tag76.xml><?xml version="1.0" encoding="utf-8"?>
<p:tagLst xmlns:a="http://schemas.openxmlformats.org/drawingml/2006/main" xmlns:r="http://schemas.openxmlformats.org/officeDocument/2006/relationships" xmlns:p="http://schemas.openxmlformats.org/presentationml/2006/main">
  <p:tag name="SHAPE" val="OLD"/>
</p:tagLst>
</file>

<file path=ppt/tags/tag77.xml><?xml version="1.0" encoding="utf-8"?>
<p:tagLst xmlns:a="http://schemas.openxmlformats.org/drawingml/2006/main" xmlns:r="http://schemas.openxmlformats.org/officeDocument/2006/relationships" xmlns:p="http://schemas.openxmlformats.org/presentationml/2006/main">
  <p:tag name="SHAPE" val="OLD"/>
</p:tagLst>
</file>

<file path=ppt/tags/tag78.xml><?xml version="1.0" encoding="utf-8"?>
<p:tagLst xmlns:a="http://schemas.openxmlformats.org/drawingml/2006/main" xmlns:r="http://schemas.openxmlformats.org/officeDocument/2006/relationships" xmlns:p="http://schemas.openxmlformats.org/presentationml/2006/main">
  <p:tag name="SHAPE" val="OLD"/>
</p:tagLst>
</file>

<file path=ppt/tags/tag79.xml><?xml version="1.0" encoding="utf-8"?>
<p:tagLst xmlns:a="http://schemas.openxmlformats.org/drawingml/2006/main" xmlns:r="http://schemas.openxmlformats.org/officeDocument/2006/relationships" xmlns:p="http://schemas.openxmlformats.org/presentationml/2006/main">
  <p:tag name="SHAPE" val="OLD"/>
</p:tagLst>
</file>

<file path=ppt/tags/tag80.xml><?xml version="1.0" encoding="utf-8"?>
<p:tagLst xmlns:a="http://schemas.openxmlformats.org/drawingml/2006/main" xmlns:r="http://schemas.openxmlformats.org/officeDocument/2006/relationships" xmlns:p="http://schemas.openxmlformats.org/presentationml/2006/main">
  <p:tag name="SHAPE" val="OLD"/>
</p:tagLst>
</file>

<file path=ppt/tags/tag81.xml><?xml version="1.0" encoding="utf-8"?>
<p:tagLst xmlns:a="http://schemas.openxmlformats.org/drawingml/2006/main" xmlns:r="http://schemas.openxmlformats.org/officeDocument/2006/relationships" xmlns:p="http://schemas.openxmlformats.org/presentationml/2006/main">
  <p:tag name="SHAPE" val="OLD"/>
</p:tagLst>
</file>

<file path=ppt/tags/tag82.xml><?xml version="1.0" encoding="utf-8"?>
<p:tagLst xmlns:a="http://schemas.openxmlformats.org/drawingml/2006/main" xmlns:r="http://schemas.openxmlformats.org/officeDocument/2006/relationships" xmlns:p="http://schemas.openxmlformats.org/presentationml/2006/main">
  <p:tag name="SHAPE" val="OLD"/>
</p:tagLst>
</file>

<file path=ppt/tags/tag83.xml><?xml version="1.0" encoding="utf-8"?>
<p:tagLst xmlns:a="http://schemas.openxmlformats.org/drawingml/2006/main" xmlns:r="http://schemas.openxmlformats.org/officeDocument/2006/relationships" xmlns:p="http://schemas.openxmlformats.org/presentationml/2006/main">
  <p:tag name="SHAPE" val="OLD"/>
</p:tagLst>
</file>

<file path=ppt/tags/tag84.xml><?xml version="1.0" encoding="utf-8"?>
<p:tagLst xmlns:a="http://schemas.openxmlformats.org/drawingml/2006/main" xmlns:r="http://schemas.openxmlformats.org/officeDocument/2006/relationships" xmlns:p="http://schemas.openxmlformats.org/presentationml/2006/main">
  <p:tag name="SHAPE" val="OLD"/>
</p:tagLst>
</file>

<file path=ppt/tags/tag85.xml><?xml version="1.0" encoding="utf-8"?>
<p:tagLst xmlns:a="http://schemas.openxmlformats.org/drawingml/2006/main" xmlns:r="http://schemas.openxmlformats.org/officeDocument/2006/relationships" xmlns:p="http://schemas.openxmlformats.org/presentationml/2006/main">
  <p:tag name="SHAPE" val="OLD"/>
</p:tagLst>
</file>

<file path=ppt/tags/tag86.xml><?xml version="1.0" encoding="utf-8"?>
<p:tagLst xmlns:a="http://schemas.openxmlformats.org/drawingml/2006/main" xmlns:r="http://schemas.openxmlformats.org/officeDocument/2006/relationships" xmlns:p="http://schemas.openxmlformats.org/presentationml/2006/main">
  <p:tag name="SHAPE" val="OLD"/>
</p:tagLst>
</file>

<file path=ppt/tags/tag87.xml><?xml version="1.0" encoding="utf-8"?>
<p:tagLst xmlns:a="http://schemas.openxmlformats.org/drawingml/2006/main" xmlns:r="http://schemas.openxmlformats.org/officeDocument/2006/relationships" xmlns:p="http://schemas.openxmlformats.org/presentationml/2006/main">
  <p:tag name="SHAPE" val="OLD"/>
</p:tagLst>
</file>

<file path=ppt/tags/tag88.xml><?xml version="1.0" encoding="utf-8"?>
<p:tagLst xmlns:a="http://schemas.openxmlformats.org/drawingml/2006/main" xmlns:r="http://schemas.openxmlformats.org/officeDocument/2006/relationships" xmlns:p="http://schemas.openxmlformats.org/presentationml/2006/main">
  <p:tag name="SHAPE" val="OLD"/>
</p:tagLst>
</file>

<file path=ppt/tags/tag89.xml><?xml version="1.0" encoding="utf-8"?>
<p:tagLst xmlns:a="http://schemas.openxmlformats.org/drawingml/2006/main" xmlns:r="http://schemas.openxmlformats.org/officeDocument/2006/relationships" xmlns:p="http://schemas.openxmlformats.org/presentationml/2006/main">
  <p:tag name="SHAPE" val="OLD"/>
</p:tagLst>
</file>

<file path=ppt/tags/tag90.xml><?xml version="1.0" encoding="utf-8"?>
<p:tagLst xmlns:a="http://schemas.openxmlformats.org/drawingml/2006/main" xmlns:r="http://schemas.openxmlformats.org/officeDocument/2006/relationships" xmlns:p="http://schemas.openxmlformats.org/presentationml/2006/main">
  <p:tag name="SHAPE" val="OLD"/>
</p:tagLst>
</file>

<file path=ppt/tags/tag91.xml><?xml version="1.0" encoding="utf-8"?>
<p:tagLst xmlns:a="http://schemas.openxmlformats.org/drawingml/2006/main" xmlns:r="http://schemas.openxmlformats.org/officeDocument/2006/relationships" xmlns:p="http://schemas.openxmlformats.org/presentationml/2006/main">
  <p:tag name="SHAPE" val="OLD"/>
</p:tagLst>
</file>

<file path=ppt/tags/tag92.xml><?xml version="1.0" encoding="utf-8"?>
<p:tagLst xmlns:a="http://schemas.openxmlformats.org/drawingml/2006/main" xmlns:r="http://schemas.openxmlformats.org/officeDocument/2006/relationships" xmlns:p="http://schemas.openxmlformats.org/presentationml/2006/main">
  <p:tag name="SHAPE" val="OLD"/>
</p:tagLst>
</file>

<file path=ppt/tags/tag93.xml><?xml version="1.0" encoding="utf-8"?>
<p:tagLst xmlns:a="http://schemas.openxmlformats.org/drawingml/2006/main" xmlns:r="http://schemas.openxmlformats.org/officeDocument/2006/relationships" xmlns:p="http://schemas.openxmlformats.org/presentationml/2006/main">
  <p:tag name="SHAPE" val="OLD"/>
</p:tagLst>
</file>

<file path=ppt/tags/tag94.xml><?xml version="1.0" encoding="utf-8"?>
<p:tagLst xmlns:a="http://schemas.openxmlformats.org/drawingml/2006/main" xmlns:r="http://schemas.openxmlformats.org/officeDocument/2006/relationships" xmlns:p="http://schemas.openxmlformats.org/presentationml/2006/main">
  <p:tag name="SHAPE" val="OLD"/>
</p:tagLst>
</file>

<file path=ppt/tags/tag95.xml><?xml version="1.0" encoding="utf-8"?>
<p:tagLst xmlns:a="http://schemas.openxmlformats.org/drawingml/2006/main" xmlns:r="http://schemas.openxmlformats.org/officeDocument/2006/relationships" xmlns:p="http://schemas.openxmlformats.org/presentationml/2006/main">
  <p:tag name="SHAPE" val="OLD"/>
</p:tagLst>
</file>

<file path=ppt/tags/tag96.xml><?xml version="1.0" encoding="utf-8"?>
<p:tagLst xmlns:a="http://schemas.openxmlformats.org/drawingml/2006/main" xmlns:r="http://schemas.openxmlformats.org/officeDocument/2006/relationships" xmlns:p="http://schemas.openxmlformats.org/presentationml/2006/main">
  <p:tag name="SHAPE" val="OLD"/>
</p:tagLst>
</file>

<file path=ppt/tags/tag97.xml><?xml version="1.0" encoding="utf-8"?>
<p:tagLst xmlns:a="http://schemas.openxmlformats.org/drawingml/2006/main" xmlns:r="http://schemas.openxmlformats.org/officeDocument/2006/relationships" xmlns:p="http://schemas.openxmlformats.org/presentationml/2006/main">
  <p:tag name="SHAPE" val="OLD"/>
</p:tagLst>
</file>

<file path=ppt/tags/tag98.xml><?xml version="1.0" encoding="utf-8"?>
<p:tagLst xmlns:a="http://schemas.openxmlformats.org/drawingml/2006/main" xmlns:r="http://schemas.openxmlformats.org/officeDocument/2006/relationships" xmlns:p="http://schemas.openxmlformats.org/presentationml/2006/main">
  <p:tag name="SHAPE" val="OLD"/>
</p:tagLst>
</file>

<file path=ppt/tags/tag99.xml><?xml version="1.0" encoding="utf-8"?>
<p:tagLst xmlns:a="http://schemas.openxmlformats.org/drawingml/2006/main" xmlns:r="http://schemas.openxmlformats.org/officeDocument/2006/relationships" xmlns:p="http://schemas.openxmlformats.org/presentationml/2006/main">
  <p:tag name="SHAPE" val="OLD"/>
</p:tagLst>
</file>

<file path=ppt/tags/tag100.xml><?xml version="1.0" encoding="utf-8"?>
<p:tagLst xmlns:a="http://schemas.openxmlformats.org/drawingml/2006/main" xmlns:r="http://schemas.openxmlformats.org/officeDocument/2006/relationships" xmlns:p="http://schemas.openxmlformats.org/presentationml/2006/main">
  <p:tag name="SHAPE" val="OLD"/>
</p:tagLst>
</file>

<file path=ppt/tags/tag101.xml><?xml version="1.0" encoding="utf-8"?>
<p:tagLst xmlns:a="http://schemas.openxmlformats.org/drawingml/2006/main" xmlns:r="http://schemas.openxmlformats.org/officeDocument/2006/relationships" xmlns:p="http://schemas.openxmlformats.org/presentationml/2006/main">
  <p:tag name="SHAPE" val="OLD"/>
</p:tagLst>
</file>

<file path=ppt/tags/tag102.xml><?xml version="1.0" encoding="utf-8"?>
<p:tagLst xmlns:a="http://schemas.openxmlformats.org/drawingml/2006/main" xmlns:r="http://schemas.openxmlformats.org/officeDocument/2006/relationships" xmlns:p="http://schemas.openxmlformats.org/presentationml/2006/main">
  <p:tag name="SHAPE" val="OLD"/>
</p:tagLst>
</file>

<file path=ppt/tags/tag103.xml><?xml version="1.0" encoding="utf-8"?>
<p:tagLst xmlns:a="http://schemas.openxmlformats.org/drawingml/2006/main" xmlns:r="http://schemas.openxmlformats.org/officeDocument/2006/relationships" xmlns:p="http://schemas.openxmlformats.org/presentationml/2006/main">
  <p:tag name="SHAPE" val="OLD"/>
</p:tagLst>
</file>

<file path=ppt/tags/tag104.xml><?xml version="1.0" encoding="utf-8"?>
<p:tagLst xmlns:a="http://schemas.openxmlformats.org/drawingml/2006/main" xmlns:r="http://schemas.openxmlformats.org/officeDocument/2006/relationships" xmlns:p="http://schemas.openxmlformats.org/presentationml/2006/main">
  <p:tag name="SHAPE" val="OLD"/>
</p:tagLst>
</file>

<file path=ppt/tags/tag105.xml><?xml version="1.0" encoding="utf-8"?>
<p:tagLst xmlns:a="http://schemas.openxmlformats.org/drawingml/2006/main" xmlns:r="http://schemas.openxmlformats.org/officeDocument/2006/relationships" xmlns:p="http://schemas.openxmlformats.org/presentationml/2006/main">
  <p:tag name="SHAPE" val="OLD"/>
</p:tagLst>
</file>

<file path=ppt/tags/tag106.xml><?xml version="1.0" encoding="utf-8"?>
<p:tagLst xmlns:a="http://schemas.openxmlformats.org/drawingml/2006/main" xmlns:r="http://schemas.openxmlformats.org/officeDocument/2006/relationships" xmlns:p="http://schemas.openxmlformats.org/presentationml/2006/main">
  <p:tag name="SHAPE" val="OLD"/>
</p:tagLst>
</file>

<file path=ppt/tags/tag107.xml><?xml version="1.0" encoding="utf-8"?>
<p:tagLst xmlns:a="http://schemas.openxmlformats.org/drawingml/2006/main" xmlns:r="http://schemas.openxmlformats.org/officeDocument/2006/relationships" xmlns:p="http://schemas.openxmlformats.org/presentationml/2006/main">
  <p:tag name="SHAPE" val="OLD"/>
</p:tagLst>
</file>

<file path=ppt/tags/tag108.xml><?xml version="1.0" encoding="utf-8"?>
<p:tagLst xmlns:a="http://schemas.openxmlformats.org/drawingml/2006/main" xmlns:r="http://schemas.openxmlformats.org/officeDocument/2006/relationships" xmlns:p="http://schemas.openxmlformats.org/presentationml/2006/main">
  <p:tag name="SHAPE" val="OLD"/>
</p:tagLst>
</file>

<file path=ppt/tags/tag109.xml><?xml version="1.0" encoding="utf-8"?>
<p:tagLst xmlns:a="http://schemas.openxmlformats.org/drawingml/2006/main" xmlns:r="http://schemas.openxmlformats.org/officeDocument/2006/relationships" xmlns:p="http://schemas.openxmlformats.org/presentationml/2006/main">
  <p:tag name="SHAPE" val="OLD"/>
</p:tagLst>
</file>

<file path=ppt/tags/tag110.xml><?xml version="1.0" encoding="utf-8"?>
<p:tagLst xmlns:a="http://schemas.openxmlformats.org/drawingml/2006/main" xmlns:r="http://schemas.openxmlformats.org/officeDocument/2006/relationships" xmlns:p="http://schemas.openxmlformats.org/presentationml/2006/main">
  <p:tag name="SHAPE" val="OLD"/>
</p:tagLst>
</file>

<file path=ppt/tags/tag111.xml><?xml version="1.0" encoding="utf-8"?>
<p:tagLst xmlns:a="http://schemas.openxmlformats.org/drawingml/2006/main" xmlns:r="http://schemas.openxmlformats.org/officeDocument/2006/relationships" xmlns:p="http://schemas.openxmlformats.org/presentationml/2006/main">
  <p:tag name="SHAPE" val="OLD"/>
</p:tagLst>
</file>

<file path=ppt/tags/tag112.xml><?xml version="1.0" encoding="utf-8"?>
<p:tagLst xmlns:a="http://schemas.openxmlformats.org/drawingml/2006/main" xmlns:r="http://schemas.openxmlformats.org/officeDocument/2006/relationships" xmlns:p="http://schemas.openxmlformats.org/presentationml/2006/main">
  <p:tag name="SHAPE" val="OLD"/>
</p:tagLst>
</file>

<file path=ppt/tags/tag113.xml><?xml version="1.0" encoding="utf-8"?>
<p:tagLst xmlns:a="http://schemas.openxmlformats.org/drawingml/2006/main" xmlns:r="http://schemas.openxmlformats.org/officeDocument/2006/relationships" xmlns:p="http://schemas.openxmlformats.org/presentationml/2006/main">
  <p:tag name="SHAPE" val="OLD"/>
</p:tagLst>
</file>

<file path=ppt/tags/tag114.xml><?xml version="1.0" encoding="utf-8"?>
<p:tagLst xmlns:a="http://schemas.openxmlformats.org/drawingml/2006/main" xmlns:r="http://schemas.openxmlformats.org/officeDocument/2006/relationships" xmlns:p="http://schemas.openxmlformats.org/presentationml/2006/main">
  <p:tag name="SHAPE" val="OLD"/>
</p:tagLst>
</file>

<file path=ppt/tags/tag115.xml><?xml version="1.0" encoding="utf-8"?>
<p:tagLst xmlns:a="http://schemas.openxmlformats.org/drawingml/2006/main" xmlns:r="http://schemas.openxmlformats.org/officeDocument/2006/relationships" xmlns:p="http://schemas.openxmlformats.org/presentationml/2006/main">
  <p:tag name="SHAPE" val="OLD"/>
</p:tagLst>
</file>

<file path=ppt/tags/tag116.xml><?xml version="1.0" encoding="utf-8"?>
<p:tagLst xmlns:a="http://schemas.openxmlformats.org/drawingml/2006/main" xmlns:r="http://schemas.openxmlformats.org/officeDocument/2006/relationships" xmlns:p="http://schemas.openxmlformats.org/presentationml/2006/main">
  <p:tag name="SHAPE" val="OLD"/>
</p:tagLst>
</file>

<file path=ppt/tags/tag117.xml><?xml version="1.0" encoding="utf-8"?>
<p:tagLst xmlns:a="http://schemas.openxmlformats.org/drawingml/2006/main" xmlns:r="http://schemas.openxmlformats.org/officeDocument/2006/relationships" xmlns:p="http://schemas.openxmlformats.org/presentationml/2006/main">
  <p:tag name="SHAPE" val="OLD"/>
</p:tagLst>
</file>

<file path=ppt/tags/tag118.xml><?xml version="1.0" encoding="utf-8"?>
<p:tagLst xmlns:a="http://schemas.openxmlformats.org/drawingml/2006/main" xmlns:r="http://schemas.openxmlformats.org/officeDocument/2006/relationships" xmlns:p="http://schemas.openxmlformats.org/presentationml/2006/main">
  <p:tag name="SHAPE" val="OLD"/>
</p:tagLst>
</file>

<file path=ppt/tags/tag119.xml><?xml version="1.0" encoding="utf-8"?>
<p:tagLst xmlns:a="http://schemas.openxmlformats.org/drawingml/2006/main" xmlns:r="http://schemas.openxmlformats.org/officeDocument/2006/relationships" xmlns:p="http://schemas.openxmlformats.org/presentationml/2006/main">
  <p:tag name="SHAPE" val="OLD"/>
</p:tagLst>
</file>

<file path=ppt/tags/tag120.xml><?xml version="1.0" encoding="utf-8"?>
<p:tagLst xmlns:a="http://schemas.openxmlformats.org/drawingml/2006/main" xmlns:r="http://schemas.openxmlformats.org/officeDocument/2006/relationships" xmlns:p="http://schemas.openxmlformats.org/presentationml/2006/main">
  <p:tag name="SHAPE" val="OLD"/>
</p:tagLst>
</file>

<file path=ppt/tags/tag121.xml><?xml version="1.0" encoding="utf-8"?>
<p:tagLst xmlns:a="http://schemas.openxmlformats.org/drawingml/2006/main" xmlns:r="http://schemas.openxmlformats.org/officeDocument/2006/relationships" xmlns:p="http://schemas.openxmlformats.org/presentationml/2006/main">
  <p:tag name="SHAPE" val="OLD"/>
</p:tagLst>
</file>

<file path=ppt/tags/tag122.xml><?xml version="1.0" encoding="utf-8"?>
<p:tagLst xmlns:a="http://schemas.openxmlformats.org/drawingml/2006/main" xmlns:r="http://schemas.openxmlformats.org/officeDocument/2006/relationships" xmlns:p="http://schemas.openxmlformats.org/presentationml/2006/main">
  <p:tag name="SHAPE" val="OLD"/>
</p:tagLst>
</file>

<file path=ppt/tags/tag123.xml><?xml version="1.0" encoding="utf-8"?>
<p:tagLst xmlns:a="http://schemas.openxmlformats.org/drawingml/2006/main" xmlns:r="http://schemas.openxmlformats.org/officeDocument/2006/relationships" xmlns:p="http://schemas.openxmlformats.org/presentationml/2006/main">
  <p:tag name="SHAPE" val="OLD"/>
</p:tagLst>
</file>

<file path=ppt/tags/tag124.xml><?xml version="1.0" encoding="utf-8"?>
<p:tagLst xmlns:a="http://schemas.openxmlformats.org/drawingml/2006/main" xmlns:r="http://schemas.openxmlformats.org/officeDocument/2006/relationships" xmlns:p="http://schemas.openxmlformats.org/presentationml/2006/main">
  <p:tag name="SHAPE" val="OLD"/>
</p:tagLst>
</file>

<file path=ppt/tags/tag125.xml><?xml version="1.0" encoding="utf-8"?>
<p:tagLst xmlns:a="http://schemas.openxmlformats.org/drawingml/2006/main" xmlns:r="http://schemas.openxmlformats.org/officeDocument/2006/relationships" xmlns:p="http://schemas.openxmlformats.org/presentationml/2006/main">
  <p:tag name="SHAPE" val="OLD"/>
</p:tagLst>
</file>

<file path=ppt/tags/tag126.xml><?xml version="1.0" encoding="utf-8"?>
<p:tagLst xmlns:a="http://schemas.openxmlformats.org/drawingml/2006/main" xmlns:r="http://schemas.openxmlformats.org/officeDocument/2006/relationships" xmlns:p="http://schemas.openxmlformats.org/presentationml/2006/main">
  <p:tag name="SHAPE" val="OLD"/>
</p:tagLst>
</file>

<file path=ppt/tags/tag127.xml><?xml version="1.0" encoding="utf-8"?>
<p:tagLst xmlns:a="http://schemas.openxmlformats.org/drawingml/2006/main" xmlns:r="http://schemas.openxmlformats.org/officeDocument/2006/relationships" xmlns:p="http://schemas.openxmlformats.org/presentationml/2006/main">
  <p:tag name="SHAPE" val="OLD"/>
</p:tagLst>
</file>

<file path=ppt/tags/tag128.xml><?xml version="1.0" encoding="utf-8"?>
<p:tagLst xmlns:a="http://schemas.openxmlformats.org/drawingml/2006/main" xmlns:r="http://schemas.openxmlformats.org/officeDocument/2006/relationships" xmlns:p="http://schemas.openxmlformats.org/presentationml/2006/main">
  <p:tag name="SHAPE" val="OLD"/>
</p:tagLst>
</file>

<file path=ppt/tags/tag129.xml><?xml version="1.0" encoding="utf-8"?>
<p:tagLst xmlns:a="http://schemas.openxmlformats.org/drawingml/2006/main" xmlns:r="http://schemas.openxmlformats.org/officeDocument/2006/relationships" xmlns:p="http://schemas.openxmlformats.org/presentationml/2006/main">
  <p:tag name="SHAPE" val="OLD"/>
</p:tagLst>
</file>

<file path=ppt/tags/tag130.xml><?xml version="1.0" encoding="utf-8"?>
<p:tagLst xmlns:a="http://schemas.openxmlformats.org/drawingml/2006/main" xmlns:r="http://schemas.openxmlformats.org/officeDocument/2006/relationships" xmlns:p="http://schemas.openxmlformats.org/presentationml/2006/main">
  <p:tag name="SHAPE" val="OLD"/>
</p:tagLst>
</file>

<file path=ppt/tags/tag131.xml><?xml version="1.0" encoding="utf-8"?>
<p:tagLst xmlns:a="http://schemas.openxmlformats.org/drawingml/2006/main" xmlns:r="http://schemas.openxmlformats.org/officeDocument/2006/relationships" xmlns:p="http://schemas.openxmlformats.org/presentationml/2006/main">
  <p:tag name="SHAPE" val="OLD"/>
</p:tagLst>
</file>

<file path=ppt/tags/tag132.xml><?xml version="1.0" encoding="utf-8"?>
<p:tagLst xmlns:a="http://schemas.openxmlformats.org/drawingml/2006/main" xmlns:r="http://schemas.openxmlformats.org/officeDocument/2006/relationships" xmlns:p="http://schemas.openxmlformats.org/presentationml/2006/main">
  <p:tag name="SHAPE" val="OLD"/>
</p:tagLst>
</file>

<file path=ppt/tags/tag133.xml><?xml version="1.0" encoding="utf-8"?>
<p:tagLst xmlns:a="http://schemas.openxmlformats.org/drawingml/2006/main" xmlns:r="http://schemas.openxmlformats.org/officeDocument/2006/relationships" xmlns:p="http://schemas.openxmlformats.org/presentationml/2006/main">
  <p:tag name="SHAPE" val="OLD"/>
</p:tagLst>
</file>

<file path=ppt/tags/tag134.xml><?xml version="1.0" encoding="utf-8"?>
<p:tagLst xmlns:a="http://schemas.openxmlformats.org/drawingml/2006/main" xmlns:r="http://schemas.openxmlformats.org/officeDocument/2006/relationships" xmlns:p="http://schemas.openxmlformats.org/presentationml/2006/main">
  <p:tag name="SHAPE" val="OLD"/>
</p:tagLst>
</file>

<file path=ppt/tags/tag135.xml><?xml version="1.0" encoding="utf-8"?>
<p:tagLst xmlns:a="http://schemas.openxmlformats.org/drawingml/2006/main" xmlns:r="http://schemas.openxmlformats.org/officeDocument/2006/relationships" xmlns:p="http://schemas.openxmlformats.org/presentationml/2006/main">
  <p:tag name="SHAPE" val="OLD"/>
</p:tagLst>
</file>

<file path=ppt/tags/tag136.xml><?xml version="1.0" encoding="utf-8"?>
<p:tagLst xmlns:a="http://schemas.openxmlformats.org/drawingml/2006/main" xmlns:r="http://schemas.openxmlformats.org/officeDocument/2006/relationships" xmlns:p="http://schemas.openxmlformats.org/presentationml/2006/main">
  <p:tag name="SHAPE" val="OLD"/>
</p:tagLst>
</file>

<file path=ppt/tags/tag137.xml><?xml version="1.0" encoding="utf-8"?>
<p:tagLst xmlns:a="http://schemas.openxmlformats.org/drawingml/2006/main" xmlns:r="http://schemas.openxmlformats.org/officeDocument/2006/relationships" xmlns:p="http://schemas.openxmlformats.org/presentationml/2006/main">
  <p:tag name="SHAPE" val="OLD"/>
</p:tagLst>
</file>

<file path=ppt/tags/tag138.xml><?xml version="1.0" encoding="utf-8"?>
<p:tagLst xmlns:a="http://schemas.openxmlformats.org/drawingml/2006/main" xmlns:r="http://schemas.openxmlformats.org/officeDocument/2006/relationships" xmlns:p="http://schemas.openxmlformats.org/presentationml/2006/main">
  <p:tag name="SHAPE" val="OLD"/>
</p:tagLst>
</file>

<file path=ppt/tags/tag139.xml><?xml version="1.0" encoding="utf-8"?>
<p:tagLst xmlns:a="http://schemas.openxmlformats.org/drawingml/2006/main" xmlns:r="http://schemas.openxmlformats.org/officeDocument/2006/relationships" xmlns:p="http://schemas.openxmlformats.org/presentationml/2006/main">
  <p:tag name="SHAPE" val="OLD"/>
</p:tagLst>
</file>

<file path=ppt/tags/tag140.xml><?xml version="1.0" encoding="utf-8"?>
<p:tagLst xmlns:a="http://schemas.openxmlformats.org/drawingml/2006/main" xmlns:r="http://schemas.openxmlformats.org/officeDocument/2006/relationships" xmlns:p="http://schemas.openxmlformats.org/presentationml/2006/main">
  <p:tag name="SHAPE" val="OLD"/>
</p:tagLst>
</file>

<file path=ppt/tags/tag141.xml><?xml version="1.0" encoding="utf-8"?>
<p:tagLst xmlns:a="http://schemas.openxmlformats.org/drawingml/2006/main" xmlns:r="http://schemas.openxmlformats.org/officeDocument/2006/relationships" xmlns:p="http://schemas.openxmlformats.org/presentationml/2006/main">
  <p:tag name="SHAPE" val="OLD"/>
</p:tagLst>
</file>

<file path=ppt/tags/tag142.xml><?xml version="1.0" encoding="utf-8"?>
<p:tagLst xmlns:a="http://schemas.openxmlformats.org/drawingml/2006/main" xmlns:r="http://schemas.openxmlformats.org/officeDocument/2006/relationships" xmlns:p="http://schemas.openxmlformats.org/presentationml/2006/main">
  <p:tag name="SHAPE" val="OLD"/>
</p:tagLst>
</file>

<file path=ppt/tags/tag143.xml><?xml version="1.0" encoding="utf-8"?>
<p:tagLst xmlns:a="http://schemas.openxmlformats.org/drawingml/2006/main" xmlns:r="http://schemas.openxmlformats.org/officeDocument/2006/relationships" xmlns:p="http://schemas.openxmlformats.org/presentationml/2006/main">
  <p:tag name="SHAPE" val="OLD"/>
</p:tagLst>
</file>

<file path=ppt/tags/tag144.xml><?xml version="1.0" encoding="utf-8"?>
<p:tagLst xmlns:a="http://schemas.openxmlformats.org/drawingml/2006/main" xmlns:r="http://schemas.openxmlformats.org/officeDocument/2006/relationships" xmlns:p="http://schemas.openxmlformats.org/presentationml/2006/main">
  <p:tag name="SHAPE" val="OLD"/>
</p:tagLst>
</file>

<file path=ppt/tags/tag145.xml><?xml version="1.0" encoding="utf-8"?>
<p:tagLst xmlns:a="http://schemas.openxmlformats.org/drawingml/2006/main" xmlns:r="http://schemas.openxmlformats.org/officeDocument/2006/relationships" xmlns:p="http://schemas.openxmlformats.org/presentationml/2006/main">
  <p:tag name="SHAPE" val="OLD"/>
</p:tagLst>
</file>

<file path=ppt/tags/tag146.xml><?xml version="1.0" encoding="utf-8"?>
<p:tagLst xmlns:a="http://schemas.openxmlformats.org/drawingml/2006/main" xmlns:r="http://schemas.openxmlformats.org/officeDocument/2006/relationships" xmlns:p="http://schemas.openxmlformats.org/presentationml/2006/main">
  <p:tag name="SHAPE" val="OLD"/>
</p:tagLst>
</file>

<file path=ppt/tags/tag147.xml><?xml version="1.0" encoding="utf-8"?>
<p:tagLst xmlns:a="http://schemas.openxmlformats.org/drawingml/2006/main" xmlns:r="http://schemas.openxmlformats.org/officeDocument/2006/relationships" xmlns:p="http://schemas.openxmlformats.org/presentationml/2006/main">
  <p:tag name="SHAPE" val="OLD"/>
</p:tagLst>
</file>

<file path=ppt/tags/tag148.xml><?xml version="1.0" encoding="utf-8"?>
<p:tagLst xmlns:a="http://schemas.openxmlformats.org/drawingml/2006/main" xmlns:r="http://schemas.openxmlformats.org/officeDocument/2006/relationships" xmlns:p="http://schemas.openxmlformats.org/presentationml/2006/main">
  <p:tag name="SHAPE" val="OLD"/>
</p:tagLst>
</file>

<file path=ppt/tags/tag149.xml><?xml version="1.0" encoding="utf-8"?>
<p:tagLst xmlns:a="http://schemas.openxmlformats.org/drawingml/2006/main" xmlns:r="http://schemas.openxmlformats.org/officeDocument/2006/relationships" xmlns:p="http://schemas.openxmlformats.org/presentationml/2006/main">
  <p:tag name="SHAPE" val="OLD"/>
</p:tagLst>
</file>

<file path=ppt/tags/tag150.xml><?xml version="1.0" encoding="utf-8"?>
<p:tagLst xmlns:a="http://schemas.openxmlformats.org/drawingml/2006/main" xmlns:r="http://schemas.openxmlformats.org/officeDocument/2006/relationships" xmlns:p="http://schemas.openxmlformats.org/presentationml/2006/main">
  <p:tag name="SHAPE" val="OLD"/>
</p:tagLst>
</file>

<file path=ppt/tags/tag151.xml><?xml version="1.0" encoding="utf-8"?>
<p:tagLst xmlns:a="http://schemas.openxmlformats.org/drawingml/2006/main" xmlns:r="http://schemas.openxmlformats.org/officeDocument/2006/relationships" xmlns:p="http://schemas.openxmlformats.org/presentationml/2006/main">
  <p:tag name="SHAPE" val="OLD"/>
</p:tagLst>
</file>

<file path=ppt/tags/tag152.xml><?xml version="1.0" encoding="utf-8"?>
<p:tagLst xmlns:a="http://schemas.openxmlformats.org/drawingml/2006/main" xmlns:r="http://schemas.openxmlformats.org/officeDocument/2006/relationships" xmlns:p="http://schemas.openxmlformats.org/presentationml/2006/main">
  <p:tag name="SHAPE" val="OLD"/>
</p:tagLst>
</file>

<file path=ppt/tags/tag153.xml><?xml version="1.0" encoding="utf-8"?>
<p:tagLst xmlns:a="http://schemas.openxmlformats.org/drawingml/2006/main" xmlns:r="http://schemas.openxmlformats.org/officeDocument/2006/relationships" xmlns:p="http://schemas.openxmlformats.org/presentationml/2006/main">
  <p:tag name="SHAPE" val="OLD"/>
</p:tagLst>
</file>

<file path=ppt/tags/tag154.xml><?xml version="1.0" encoding="utf-8"?>
<p:tagLst xmlns:a="http://schemas.openxmlformats.org/drawingml/2006/main" xmlns:r="http://schemas.openxmlformats.org/officeDocument/2006/relationships" xmlns:p="http://schemas.openxmlformats.org/presentationml/2006/main">
  <p:tag name="SHAPE" val="OLD"/>
</p:tagLst>
</file>

<file path=ppt/tags/tag155.xml><?xml version="1.0" encoding="utf-8"?>
<p:tagLst xmlns:a="http://schemas.openxmlformats.org/drawingml/2006/main" xmlns:r="http://schemas.openxmlformats.org/officeDocument/2006/relationships" xmlns:p="http://schemas.openxmlformats.org/presentationml/2006/main">
  <p:tag name="SHAPE" val="OLD"/>
</p:tagLst>
</file>

<file path=ppt/tags/tag156.xml><?xml version="1.0" encoding="utf-8"?>
<p:tagLst xmlns:a="http://schemas.openxmlformats.org/drawingml/2006/main" xmlns:r="http://schemas.openxmlformats.org/officeDocument/2006/relationships" xmlns:p="http://schemas.openxmlformats.org/presentationml/2006/main">
  <p:tag name="SHAPE" val="OLD"/>
</p:tagLst>
</file>

<file path=ppt/tags/tag157.xml><?xml version="1.0" encoding="utf-8"?>
<p:tagLst xmlns:a="http://schemas.openxmlformats.org/drawingml/2006/main" xmlns:r="http://schemas.openxmlformats.org/officeDocument/2006/relationships" xmlns:p="http://schemas.openxmlformats.org/presentationml/2006/main">
  <p:tag name="SHAPE" val="OLD"/>
</p:tagLst>
</file>

<file path=ppt/tags/tag158.xml><?xml version="1.0" encoding="utf-8"?>
<p:tagLst xmlns:a="http://schemas.openxmlformats.org/drawingml/2006/main" xmlns:r="http://schemas.openxmlformats.org/officeDocument/2006/relationships" xmlns:p="http://schemas.openxmlformats.org/presentationml/2006/main">
  <p:tag name="SHAPE" val="OLD"/>
</p:tagLst>
</file>

<file path=ppt/tags/tag159.xml><?xml version="1.0" encoding="utf-8"?>
<p:tagLst xmlns:a="http://schemas.openxmlformats.org/drawingml/2006/main" xmlns:r="http://schemas.openxmlformats.org/officeDocument/2006/relationships" xmlns:p="http://schemas.openxmlformats.org/presentationml/2006/main">
  <p:tag name="SHAPE" val="OLD"/>
</p:tagLst>
</file>

<file path=ppt/tags/tag160.xml><?xml version="1.0" encoding="utf-8"?>
<p:tagLst xmlns:a="http://schemas.openxmlformats.org/drawingml/2006/main" xmlns:r="http://schemas.openxmlformats.org/officeDocument/2006/relationships" xmlns:p="http://schemas.openxmlformats.org/presentationml/2006/main">
  <p:tag name="SHAPE" val="OLD"/>
</p:tagLst>
</file>

<file path=ppt/tags/tag161.xml><?xml version="1.0" encoding="utf-8"?>
<p:tagLst xmlns:a="http://schemas.openxmlformats.org/drawingml/2006/main" xmlns:r="http://schemas.openxmlformats.org/officeDocument/2006/relationships" xmlns:p="http://schemas.openxmlformats.org/presentationml/2006/main">
  <p:tag name="SHAPE" val="OLD"/>
</p:tagLst>
</file>

<file path=ppt/tags/tag162.xml><?xml version="1.0" encoding="utf-8"?>
<p:tagLst xmlns:a="http://schemas.openxmlformats.org/drawingml/2006/main" xmlns:r="http://schemas.openxmlformats.org/officeDocument/2006/relationships" xmlns:p="http://schemas.openxmlformats.org/presentationml/2006/main">
  <p:tag name="SHAPE" val="OLD"/>
</p:tagLst>
</file>

<file path=ppt/tags/tag163.xml><?xml version="1.0" encoding="utf-8"?>
<p:tagLst xmlns:a="http://schemas.openxmlformats.org/drawingml/2006/main" xmlns:r="http://schemas.openxmlformats.org/officeDocument/2006/relationships" xmlns:p="http://schemas.openxmlformats.org/presentationml/2006/main">
  <p:tag name="SHAPE" val="OLD"/>
</p:tagLst>
</file>

<file path=ppt/tags/tag164.xml><?xml version="1.0" encoding="utf-8"?>
<p:tagLst xmlns:a="http://schemas.openxmlformats.org/drawingml/2006/main" xmlns:r="http://schemas.openxmlformats.org/officeDocument/2006/relationships" xmlns:p="http://schemas.openxmlformats.org/presentationml/2006/main">
  <p:tag name="SHAPE" val="OLD"/>
</p:tagLst>
</file>

<file path=ppt/tags/tag165.xml><?xml version="1.0" encoding="utf-8"?>
<p:tagLst xmlns:a="http://schemas.openxmlformats.org/drawingml/2006/main" xmlns:r="http://schemas.openxmlformats.org/officeDocument/2006/relationships" xmlns:p="http://schemas.openxmlformats.org/presentationml/2006/main">
  <p:tag name="SHAPE" val="OLD"/>
</p:tagLst>
</file>

<file path=ppt/tags/tag166.xml><?xml version="1.0" encoding="utf-8"?>
<p:tagLst xmlns:a="http://schemas.openxmlformats.org/drawingml/2006/main" xmlns:r="http://schemas.openxmlformats.org/officeDocument/2006/relationships" xmlns:p="http://schemas.openxmlformats.org/presentationml/2006/main">
  <p:tag name="SHAPE" val="OLD"/>
</p:tagLst>
</file>

<file path=ppt/tags/tag167.xml><?xml version="1.0" encoding="utf-8"?>
<p:tagLst xmlns:a="http://schemas.openxmlformats.org/drawingml/2006/main" xmlns:r="http://schemas.openxmlformats.org/officeDocument/2006/relationships" xmlns:p="http://schemas.openxmlformats.org/presentationml/2006/main">
  <p:tag name="SHAPE" val="OLD"/>
</p:tagLst>
</file>

<file path=ppt/tags/tag168.xml><?xml version="1.0" encoding="utf-8"?>
<p:tagLst xmlns:a="http://schemas.openxmlformats.org/drawingml/2006/main" xmlns:r="http://schemas.openxmlformats.org/officeDocument/2006/relationships" xmlns:p="http://schemas.openxmlformats.org/presentationml/2006/main">
  <p:tag name="SHAPE" val="OLD"/>
</p:tagLst>
</file>

<file path=ppt/tags/tag169.xml><?xml version="1.0" encoding="utf-8"?>
<p:tagLst xmlns:a="http://schemas.openxmlformats.org/drawingml/2006/main" xmlns:r="http://schemas.openxmlformats.org/officeDocument/2006/relationships" xmlns:p="http://schemas.openxmlformats.org/presentationml/2006/main">
  <p:tag name="SHAPE" val="OLD"/>
</p:tagLst>
</file>

<file path=ppt/tags/tag170.xml><?xml version="1.0" encoding="utf-8"?>
<p:tagLst xmlns:a="http://schemas.openxmlformats.org/drawingml/2006/main" xmlns:r="http://schemas.openxmlformats.org/officeDocument/2006/relationships" xmlns:p="http://schemas.openxmlformats.org/presentationml/2006/main">
  <p:tag name="SHAPE" val="OLD"/>
</p:tagLst>
</file>

<file path=ppt/tags/tag171.xml><?xml version="1.0" encoding="utf-8"?>
<p:tagLst xmlns:a="http://schemas.openxmlformats.org/drawingml/2006/main" xmlns:r="http://schemas.openxmlformats.org/officeDocument/2006/relationships" xmlns:p="http://schemas.openxmlformats.org/presentationml/2006/main">
  <p:tag name="SHAPE" val="OLD"/>
</p:tagLst>
</file>

<file path=ppt/tags/tag172.xml><?xml version="1.0" encoding="utf-8"?>
<p:tagLst xmlns:a="http://schemas.openxmlformats.org/drawingml/2006/main" xmlns:r="http://schemas.openxmlformats.org/officeDocument/2006/relationships" xmlns:p="http://schemas.openxmlformats.org/presentationml/2006/main">
  <p:tag name="SHAPE" val="OLD"/>
</p:tagLst>
</file>

<file path=ppt/tags/tag173.xml><?xml version="1.0" encoding="utf-8"?>
<p:tagLst xmlns:a="http://schemas.openxmlformats.org/drawingml/2006/main" xmlns:r="http://schemas.openxmlformats.org/officeDocument/2006/relationships" xmlns:p="http://schemas.openxmlformats.org/presentationml/2006/main">
  <p:tag name="SHAPE" val="OLD"/>
</p:tagLst>
</file>

<file path=ppt/tags/tag174.xml><?xml version="1.0" encoding="utf-8"?>
<p:tagLst xmlns:a="http://schemas.openxmlformats.org/drawingml/2006/main" xmlns:r="http://schemas.openxmlformats.org/officeDocument/2006/relationships" xmlns:p="http://schemas.openxmlformats.org/presentationml/2006/main">
  <p:tag name="SHAPE" val="OLD"/>
</p:tagLst>
</file>

<file path=ppt/tags/tag175.xml><?xml version="1.0" encoding="utf-8"?>
<p:tagLst xmlns:a="http://schemas.openxmlformats.org/drawingml/2006/main" xmlns:r="http://schemas.openxmlformats.org/officeDocument/2006/relationships" xmlns:p="http://schemas.openxmlformats.org/presentationml/2006/main">
  <p:tag name="SHAPE" val="OLD"/>
</p:tagLst>
</file>

<file path=ppt/tags/tag176.xml><?xml version="1.0" encoding="utf-8"?>
<p:tagLst xmlns:a="http://schemas.openxmlformats.org/drawingml/2006/main" xmlns:r="http://schemas.openxmlformats.org/officeDocument/2006/relationships" xmlns:p="http://schemas.openxmlformats.org/presentationml/2006/main">
  <p:tag name="SHAPE" val="OLD"/>
</p:tagLst>
</file>

<file path=ppt/tags/tag177.xml><?xml version="1.0" encoding="utf-8"?>
<p:tagLst xmlns:a="http://schemas.openxmlformats.org/drawingml/2006/main" xmlns:r="http://schemas.openxmlformats.org/officeDocument/2006/relationships" xmlns:p="http://schemas.openxmlformats.org/presentationml/2006/main">
  <p:tag name="SHAPE" val="OLD"/>
</p:tagLst>
</file>

<file path=ppt/tags/tag178.xml><?xml version="1.0" encoding="utf-8"?>
<p:tagLst xmlns:a="http://schemas.openxmlformats.org/drawingml/2006/main" xmlns:r="http://schemas.openxmlformats.org/officeDocument/2006/relationships" xmlns:p="http://schemas.openxmlformats.org/presentationml/2006/main">
  <p:tag name="SHAPE" val="OLD"/>
</p:tagLst>
</file>

<file path=ppt/tags/tag179.xml><?xml version="1.0" encoding="utf-8"?>
<p:tagLst xmlns:a="http://schemas.openxmlformats.org/drawingml/2006/main" xmlns:r="http://schemas.openxmlformats.org/officeDocument/2006/relationships" xmlns:p="http://schemas.openxmlformats.org/presentationml/2006/main">
  <p:tag name="SHAPE" val="OLD"/>
</p:tagLst>
</file>

<file path=ppt/tags/tag180.xml><?xml version="1.0" encoding="utf-8"?>
<p:tagLst xmlns:a="http://schemas.openxmlformats.org/drawingml/2006/main" xmlns:r="http://schemas.openxmlformats.org/officeDocument/2006/relationships" xmlns:p="http://schemas.openxmlformats.org/presentationml/2006/main">
  <p:tag name="SHAPE" val="OLD"/>
</p:tagLst>
</file>

<file path=ppt/tags/tag181.xml><?xml version="1.0" encoding="utf-8"?>
<p:tagLst xmlns:a="http://schemas.openxmlformats.org/drawingml/2006/main" xmlns:r="http://schemas.openxmlformats.org/officeDocument/2006/relationships" xmlns:p="http://schemas.openxmlformats.org/presentationml/2006/main">
  <p:tag name="SHAPE" val="OLD"/>
</p:tagLst>
</file>

<file path=ppt/tags/tag182.xml><?xml version="1.0" encoding="utf-8"?>
<p:tagLst xmlns:a="http://schemas.openxmlformats.org/drawingml/2006/main" xmlns:r="http://schemas.openxmlformats.org/officeDocument/2006/relationships" xmlns:p="http://schemas.openxmlformats.org/presentationml/2006/main">
  <p:tag name="SHAPE" val="OLD"/>
</p:tagLst>
</file>

<file path=ppt/tags/tag183.xml><?xml version="1.0" encoding="utf-8"?>
<p:tagLst xmlns:a="http://schemas.openxmlformats.org/drawingml/2006/main" xmlns:r="http://schemas.openxmlformats.org/officeDocument/2006/relationships" xmlns:p="http://schemas.openxmlformats.org/presentationml/2006/main">
  <p:tag name="SHAPE" val="OLD"/>
</p:tagLst>
</file>

<file path=ppt/tags/tag184.xml><?xml version="1.0" encoding="utf-8"?>
<p:tagLst xmlns:a="http://schemas.openxmlformats.org/drawingml/2006/main" xmlns:r="http://schemas.openxmlformats.org/officeDocument/2006/relationships" xmlns:p="http://schemas.openxmlformats.org/presentationml/2006/main">
  <p:tag name="SHAPE" val="OLD"/>
</p:tagLst>
</file>

<file path=ppt/tags/tag185.xml><?xml version="1.0" encoding="utf-8"?>
<p:tagLst xmlns:a="http://schemas.openxmlformats.org/drawingml/2006/main" xmlns:r="http://schemas.openxmlformats.org/officeDocument/2006/relationships" xmlns:p="http://schemas.openxmlformats.org/presentationml/2006/main">
  <p:tag name="SHAPE" val="OLD"/>
</p:tagLst>
</file>

<file path=ppt/tags/tag186.xml><?xml version="1.0" encoding="utf-8"?>
<p:tagLst xmlns:a="http://schemas.openxmlformats.org/drawingml/2006/main" xmlns:r="http://schemas.openxmlformats.org/officeDocument/2006/relationships" xmlns:p="http://schemas.openxmlformats.org/presentationml/2006/main">
  <p:tag name="SHAPE" val="OLD"/>
</p:tagLst>
</file>

<file path=ppt/tags/tag187.xml><?xml version="1.0" encoding="utf-8"?>
<p:tagLst xmlns:a="http://schemas.openxmlformats.org/drawingml/2006/main" xmlns:r="http://schemas.openxmlformats.org/officeDocument/2006/relationships" xmlns:p="http://schemas.openxmlformats.org/presentationml/2006/main">
  <p:tag name="SHAPE" val="OLD"/>
</p:tagLst>
</file>

<file path=ppt/tags/tag188.xml><?xml version="1.0" encoding="utf-8"?>
<p:tagLst xmlns:a="http://schemas.openxmlformats.org/drawingml/2006/main" xmlns:r="http://schemas.openxmlformats.org/officeDocument/2006/relationships" xmlns:p="http://schemas.openxmlformats.org/presentationml/2006/main">
  <p:tag name="SHAPE" val="OLD"/>
</p:tagLst>
</file>

<file path=ppt/tags/tag189.xml><?xml version="1.0" encoding="utf-8"?>
<p:tagLst xmlns:a="http://schemas.openxmlformats.org/drawingml/2006/main" xmlns:r="http://schemas.openxmlformats.org/officeDocument/2006/relationships" xmlns:p="http://schemas.openxmlformats.org/presentationml/2006/main">
  <p:tag name="SHAPE" val="OLD"/>
</p:tagLst>
</file>

<file path=ppt/tags/tag190.xml><?xml version="1.0" encoding="utf-8"?>
<p:tagLst xmlns:a="http://schemas.openxmlformats.org/drawingml/2006/main" xmlns:r="http://schemas.openxmlformats.org/officeDocument/2006/relationships" xmlns:p="http://schemas.openxmlformats.org/presentationml/2006/main">
  <p:tag name="SHAPE" val="OLD"/>
</p:tagLst>
</file>

<file path=ppt/tags/tag191.xml><?xml version="1.0" encoding="utf-8"?>
<p:tagLst xmlns:a="http://schemas.openxmlformats.org/drawingml/2006/main" xmlns:r="http://schemas.openxmlformats.org/officeDocument/2006/relationships" xmlns:p="http://schemas.openxmlformats.org/presentationml/2006/main">
  <p:tag name="SHAPE" val="OLD"/>
</p:tagLst>
</file>

<file path=ppt/tags/tag192.xml><?xml version="1.0" encoding="utf-8"?>
<p:tagLst xmlns:a="http://schemas.openxmlformats.org/drawingml/2006/main" xmlns:r="http://schemas.openxmlformats.org/officeDocument/2006/relationships" xmlns:p="http://schemas.openxmlformats.org/presentationml/2006/main">
  <p:tag name="SHAPE" val="OLD"/>
</p:tagLst>
</file>

<file path=ppt/tags/tag193.xml><?xml version="1.0" encoding="utf-8"?>
<p:tagLst xmlns:a="http://schemas.openxmlformats.org/drawingml/2006/main" xmlns:r="http://schemas.openxmlformats.org/officeDocument/2006/relationships" xmlns:p="http://schemas.openxmlformats.org/presentationml/2006/main">
  <p:tag name="SHAPE" val="OLD"/>
</p:tagLst>
</file>

<file path=ppt/tags/tag194.xml><?xml version="1.0" encoding="utf-8"?>
<p:tagLst xmlns:a="http://schemas.openxmlformats.org/drawingml/2006/main" xmlns:r="http://schemas.openxmlformats.org/officeDocument/2006/relationships" xmlns:p="http://schemas.openxmlformats.org/presentationml/2006/main">
  <p:tag name="SHAPE" val="OLD"/>
</p:tagLst>
</file>

<file path=ppt/tags/tag195.xml><?xml version="1.0" encoding="utf-8"?>
<p:tagLst xmlns:a="http://schemas.openxmlformats.org/drawingml/2006/main" xmlns:r="http://schemas.openxmlformats.org/officeDocument/2006/relationships" xmlns:p="http://schemas.openxmlformats.org/presentationml/2006/main">
  <p:tag name="SHAPE" val="OLD"/>
</p:tagLst>
</file>

<file path=ppt/tags/tag196.xml><?xml version="1.0" encoding="utf-8"?>
<p:tagLst xmlns:a="http://schemas.openxmlformats.org/drawingml/2006/main" xmlns:r="http://schemas.openxmlformats.org/officeDocument/2006/relationships" xmlns:p="http://schemas.openxmlformats.org/presentationml/2006/main">
  <p:tag name="SHAPE" val="OLD"/>
</p:tagLst>
</file>

<file path=ppt/tags/tag197.xml><?xml version="1.0" encoding="utf-8"?>
<p:tagLst xmlns:a="http://schemas.openxmlformats.org/drawingml/2006/main" xmlns:r="http://schemas.openxmlformats.org/officeDocument/2006/relationships" xmlns:p="http://schemas.openxmlformats.org/presentationml/2006/main">
  <p:tag name="SHAPE" val="OLD"/>
</p:tagLst>
</file>

<file path=ppt/tags/tag198.xml><?xml version="1.0" encoding="utf-8"?>
<p:tagLst xmlns:a="http://schemas.openxmlformats.org/drawingml/2006/main" xmlns:r="http://schemas.openxmlformats.org/officeDocument/2006/relationships" xmlns:p="http://schemas.openxmlformats.org/presentationml/2006/main">
  <p:tag name="SHAPE" val="OLD"/>
</p:tagLst>
</file>

<file path=ppt/tags/tag199.xml><?xml version="1.0" encoding="utf-8"?>
<p:tagLst xmlns:a="http://schemas.openxmlformats.org/drawingml/2006/main" xmlns:r="http://schemas.openxmlformats.org/officeDocument/2006/relationships" xmlns:p="http://schemas.openxmlformats.org/presentationml/2006/main">
  <p:tag name="SHAPE" val="OLD"/>
</p:tagLst>
</file>

<file path=ppt/tags/tag200.xml><?xml version="1.0" encoding="utf-8"?>
<p:tagLst xmlns:a="http://schemas.openxmlformats.org/drawingml/2006/main" xmlns:r="http://schemas.openxmlformats.org/officeDocument/2006/relationships" xmlns:p="http://schemas.openxmlformats.org/presentationml/2006/main">
  <p:tag name="SHAPE" val="OLD"/>
</p:tagLst>
</file>

<file path=ppt/tags/tag201.xml><?xml version="1.0" encoding="utf-8"?>
<p:tagLst xmlns:a="http://schemas.openxmlformats.org/drawingml/2006/main" xmlns:r="http://schemas.openxmlformats.org/officeDocument/2006/relationships" xmlns:p="http://schemas.openxmlformats.org/presentationml/2006/main">
  <p:tag name="SHAPE" val="OLD"/>
</p:tagLst>
</file>

<file path=ppt/tags/tag202.xml><?xml version="1.0" encoding="utf-8"?>
<p:tagLst xmlns:a="http://schemas.openxmlformats.org/drawingml/2006/main" xmlns:r="http://schemas.openxmlformats.org/officeDocument/2006/relationships" xmlns:p="http://schemas.openxmlformats.org/presentationml/2006/main">
  <p:tag name="SHAPE" val="OLD"/>
</p:tagLst>
</file>

<file path=ppt/tags/tag203.xml><?xml version="1.0" encoding="utf-8"?>
<p:tagLst xmlns:a="http://schemas.openxmlformats.org/drawingml/2006/main" xmlns:r="http://schemas.openxmlformats.org/officeDocument/2006/relationships" xmlns:p="http://schemas.openxmlformats.org/presentationml/2006/main">
  <p:tag name="SHAPE" val="OLD"/>
</p:tagLst>
</file>

<file path=ppt/tags/tag204.xml><?xml version="1.0" encoding="utf-8"?>
<p:tagLst xmlns:a="http://schemas.openxmlformats.org/drawingml/2006/main" xmlns:r="http://schemas.openxmlformats.org/officeDocument/2006/relationships" xmlns:p="http://schemas.openxmlformats.org/presentationml/2006/main">
  <p:tag name="SHAPE" val="OLD"/>
</p:tagLst>
</file>

<file path=ppt/tags/tag205.xml><?xml version="1.0" encoding="utf-8"?>
<p:tagLst xmlns:a="http://schemas.openxmlformats.org/drawingml/2006/main" xmlns:r="http://schemas.openxmlformats.org/officeDocument/2006/relationships" xmlns:p="http://schemas.openxmlformats.org/presentationml/2006/main">
  <p:tag name="SHAPE" val="OLD"/>
</p:tagLst>
</file>

<file path=ppt/tags/tag206.xml><?xml version="1.0" encoding="utf-8"?>
<p:tagLst xmlns:a="http://schemas.openxmlformats.org/drawingml/2006/main" xmlns:r="http://schemas.openxmlformats.org/officeDocument/2006/relationships" xmlns:p="http://schemas.openxmlformats.org/presentationml/2006/main">
  <p:tag name="SHAPE" val="OLD"/>
</p:tagLst>
</file>

<file path=ppt/tags/tag207.xml><?xml version="1.0" encoding="utf-8"?>
<p:tagLst xmlns:a="http://schemas.openxmlformats.org/drawingml/2006/main" xmlns:r="http://schemas.openxmlformats.org/officeDocument/2006/relationships" xmlns:p="http://schemas.openxmlformats.org/presentationml/2006/main">
  <p:tag name="SHAPE" val="OLD"/>
</p:tagLst>
</file>

<file path=ppt/tags/tag208.xml><?xml version="1.0" encoding="utf-8"?>
<p:tagLst xmlns:a="http://schemas.openxmlformats.org/drawingml/2006/main" xmlns:r="http://schemas.openxmlformats.org/officeDocument/2006/relationships" xmlns:p="http://schemas.openxmlformats.org/presentationml/2006/main">
  <p:tag name="SHAPE" val="OLD"/>
</p:tagLst>
</file>

<file path=ppt/tags/tag209.xml><?xml version="1.0" encoding="utf-8"?>
<p:tagLst xmlns:a="http://schemas.openxmlformats.org/drawingml/2006/main" xmlns:r="http://schemas.openxmlformats.org/officeDocument/2006/relationships" xmlns:p="http://schemas.openxmlformats.org/presentationml/2006/main">
  <p:tag name="SHAPE" val="OLD"/>
</p:tagLst>
</file>

<file path=ppt/tags/tag210.xml><?xml version="1.0" encoding="utf-8"?>
<p:tagLst xmlns:a="http://schemas.openxmlformats.org/drawingml/2006/main" xmlns:r="http://schemas.openxmlformats.org/officeDocument/2006/relationships" xmlns:p="http://schemas.openxmlformats.org/presentationml/2006/main">
  <p:tag name="SHAPE" val="OLD"/>
</p:tagLst>
</file>

<file path=ppt/tags/tag211.xml><?xml version="1.0" encoding="utf-8"?>
<p:tagLst xmlns:a="http://schemas.openxmlformats.org/drawingml/2006/main" xmlns:r="http://schemas.openxmlformats.org/officeDocument/2006/relationships" xmlns:p="http://schemas.openxmlformats.org/presentationml/2006/main">
  <p:tag name="SHAPE" val="OLD"/>
</p:tagLst>
</file>

<file path=ppt/tags/tag212.xml><?xml version="1.0" encoding="utf-8"?>
<p:tagLst xmlns:a="http://schemas.openxmlformats.org/drawingml/2006/main" xmlns:r="http://schemas.openxmlformats.org/officeDocument/2006/relationships" xmlns:p="http://schemas.openxmlformats.org/presentationml/2006/main">
  <p:tag name="SHAPE" val="OLD"/>
</p:tagLst>
</file>

<file path=ppt/tags/tag213.xml><?xml version="1.0" encoding="utf-8"?>
<p:tagLst xmlns:a="http://schemas.openxmlformats.org/drawingml/2006/main" xmlns:r="http://schemas.openxmlformats.org/officeDocument/2006/relationships" xmlns:p="http://schemas.openxmlformats.org/presentationml/2006/main">
  <p:tag name="SHAPE" val="OLD"/>
</p:tagLst>
</file>

<file path=ppt/tags/tag214.xml><?xml version="1.0" encoding="utf-8"?>
<p:tagLst xmlns:a="http://schemas.openxmlformats.org/drawingml/2006/main" xmlns:r="http://schemas.openxmlformats.org/officeDocument/2006/relationships" xmlns:p="http://schemas.openxmlformats.org/presentationml/2006/main">
  <p:tag name="SHAPE" val="OLD"/>
</p:tagLst>
</file>

<file path=ppt/tags/tag215.xml><?xml version="1.0" encoding="utf-8"?>
<p:tagLst xmlns:a="http://schemas.openxmlformats.org/drawingml/2006/main" xmlns:r="http://schemas.openxmlformats.org/officeDocument/2006/relationships" xmlns:p="http://schemas.openxmlformats.org/presentationml/2006/main">
  <p:tag name="SHAPE" val="OLD"/>
</p:tagLst>
</file>

<file path=ppt/tags/tag216.xml><?xml version="1.0" encoding="utf-8"?>
<p:tagLst xmlns:a="http://schemas.openxmlformats.org/drawingml/2006/main" xmlns:r="http://schemas.openxmlformats.org/officeDocument/2006/relationships" xmlns:p="http://schemas.openxmlformats.org/presentationml/2006/main">
  <p:tag name="SHAPE" val="OLD"/>
</p:tagLst>
</file>

<file path=ppt/tags/tag217.xml><?xml version="1.0" encoding="utf-8"?>
<p:tagLst xmlns:a="http://schemas.openxmlformats.org/drawingml/2006/main" xmlns:r="http://schemas.openxmlformats.org/officeDocument/2006/relationships" xmlns:p="http://schemas.openxmlformats.org/presentationml/2006/main">
  <p:tag name="SHAPE" val="OLD"/>
</p:tagLst>
</file>

<file path=ppt/tags/tag218.xml><?xml version="1.0" encoding="utf-8"?>
<p:tagLst xmlns:a="http://schemas.openxmlformats.org/drawingml/2006/main" xmlns:r="http://schemas.openxmlformats.org/officeDocument/2006/relationships" xmlns:p="http://schemas.openxmlformats.org/presentationml/2006/main">
  <p:tag name="SHAPE" val="OLD"/>
</p:tagLst>
</file>

<file path=ppt/tags/tag219.xml><?xml version="1.0" encoding="utf-8"?>
<p:tagLst xmlns:a="http://schemas.openxmlformats.org/drawingml/2006/main" xmlns:r="http://schemas.openxmlformats.org/officeDocument/2006/relationships" xmlns:p="http://schemas.openxmlformats.org/presentationml/2006/main">
  <p:tag name="SHAPE" val="OLD"/>
</p:tagLst>
</file>

<file path=ppt/tags/tag220.xml><?xml version="1.0" encoding="utf-8"?>
<p:tagLst xmlns:a="http://schemas.openxmlformats.org/drawingml/2006/main" xmlns:r="http://schemas.openxmlformats.org/officeDocument/2006/relationships" xmlns:p="http://schemas.openxmlformats.org/presentationml/2006/main">
  <p:tag name="SHAPE" val="OLD"/>
</p:tagLst>
</file>

<file path=ppt/tags/tag221.xml><?xml version="1.0" encoding="utf-8"?>
<p:tagLst xmlns:a="http://schemas.openxmlformats.org/drawingml/2006/main" xmlns:r="http://schemas.openxmlformats.org/officeDocument/2006/relationships" xmlns:p="http://schemas.openxmlformats.org/presentationml/2006/main">
  <p:tag name="SHAPE" val="OLD"/>
</p:tagLst>
</file>

<file path=ppt/tags/tag222.xml><?xml version="1.0" encoding="utf-8"?>
<p:tagLst xmlns:a="http://schemas.openxmlformats.org/drawingml/2006/main" xmlns:r="http://schemas.openxmlformats.org/officeDocument/2006/relationships" xmlns:p="http://schemas.openxmlformats.org/presentationml/2006/main">
  <p:tag name="SHAPE" val="OLD"/>
</p:tagLst>
</file>

<file path=ppt/tags/tag223.xml><?xml version="1.0" encoding="utf-8"?>
<p:tagLst xmlns:a="http://schemas.openxmlformats.org/drawingml/2006/main" xmlns:r="http://schemas.openxmlformats.org/officeDocument/2006/relationships" xmlns:p="http://schemas.openxmlformats.org/presentationml/2006/main">
  <p:tag name="SHAPE" val="OLD"/>
</p:tagLst>
</file>

<file path=ppt/tags/tag224.xml><?xml version="1.0" encoding="utf-8"?>
<p:tagLst xmlns:a="http://schemas.openxmlformats.org/drawingml/2006/main" xmlns:r="http://schemas.openxmlformats.org/officeDocument/2006/relationships" xmlns:p="http://schemas.openxmlformats.org/presentationml/2006/main">
  <p:tag name="SHAPE" val="OLD"/>
</p:tagLst>
</file>

<file path=ppt/tags/tag225.xml><?xml version="1.0" encoding="utf-8"?>
<p:tagLst xmlns:a="http://schemas.openxmlformats.org/drawingml/2006/main" xmlns:r="http://schemas.openxmlformats.org/officeDocument/2006/relationships" xmlns:p="http://schemas.openxmlformats.org/presentationml/2006/main">
  <p:tag name="SHAPE" val="OLD"/>
</p:tagLst>
</file>

<file path=ppt/tags/tag226.xml><?xml version="1.0" encoding="utf-8"?>
<p:tagLst xmlns:a="http://schemas.openxmlformats.org/drawingml/2006/main" xmlns:r="http://schemas.openxmlformats.org/officeDocument/2006/relationships" xmlns:p="http://schemas.openxmlformats.org/presentationml/2006/main">
  <p:tag name="SHAPE" val="OLD"/>
</p:tagLst>
</file>

<file path=ppt/tags/tag227.xml><?xml version="1.0" encoding="utf-8"?>
<p:tagLst xmlns:a="http://schemas.openxmlformats.org/drawingml/2006/main" xmlns:r="http://schemas.openxmlformats.org/officeDocument/2006/relationships" xmlns:p="http://schemas.openxmlformats.org/presentationml/2006/main">
  <p:tag name="SHAPE" val="OLD"/>
</p:tagLst>
</file>

<file path=ppt/tags/tag228.xml><?xml version="1.0" encoding="utf-8"?>
<p:tagLst xmlns:a="http://schemas.openxmlformats.org/drawingml/2006/main" xmlns:r="http://schemas.openxmlformats.org/officeDocument/2006/relationships" xmlns:p="http://schemas.openxmlformats.org/presentationml/2006/main">
  <p:tag name="SHAPE" val="OLD"/>
</p:tagLst>
</file>

<file path=ppt/tags/tag229.xml><?xml version="1.0" encoding="utf-8"?>
<p:tagLst xmlns:a="http://schemas.openxmlformats.org/drawingml/2006/main" xmlns:r="http://schemas.openxmlformats.org/officeDocument/2006/relationships" xmlns:p="http://schemas.openxmlformats.org/presentationml/2006/main">
  <p:tag name="SHAPE" val="OLD"/>
</p:tagLst>
</file>

<file path=ppt/tags/tag230.xml><?xml version="1.0" encoding="utf-8"?>
<p:tagLst xmlns:a="http://schemas.openxmlformats.org/drawingml/2006/main" xmlns:r="http://schemas.openxmlformats.org/officeDocument/2006/relationships" xmlns:p="http://schemas.openxmlformats.org/presentationml/2006/main">
  <p:tag name="SHAPE" val="OLD"/>
</p:tagLst>
</file>

<file path=ppt/tags/tag231.xml><?xml version="1.0" encoding="utf-8"?>
<p:tagLst xmlns:a="http://schemas.openxmlformats.org/drawingml/2006/main" xmlns:r="http://schemas.openxmlformats.org/officeDocument/2006/relationships" xmlns:p="http://schemas.openxmlformats.org/presentationml/2006/main">
  <p:tag name="SHAPE" val="OLD"/>
</p:tagLst>
</file>

<file path=ppt/tags/tag232.xml><?xml version="1.0" encoding="utf-8"?>
<p:tagLst xmlns:a="http://schemas.openxmlformats.org/drawingml/2006/main" xmlns:r="http://schemas.openxmlformats.org/officeDocument/2006/relationships" xmlns:p="http://schemas.openxmlformats.org/presentationml/2006/main">
  <p:tag name="SHAPE" val="OLD"/>
</p:tagLst>
</file>

<file path=ppt/tags/tag233.xml><?xml version="1.0" encoding="utf-8"?>
<p:tagLst xmlns:a="http://schemas.openxmlformats.org/drawingml/2006/main" xmlns:r="http://schemas.openxmlformats.org/officeDocument/2006/relationships" xmlns:p="http://schemas.openxmlformats.org/presentationml/2006/main">
  <p:tag name="SHAPE" val="OLD"/>
</p:tagLst>
</file>

<file path=ppt/tags/tag234.xml><?xml version="1.0" encoding="utf-8"?>
<p:tagLst xmlns:a="http://schemas.openxmlformats.org/drawingml/2006/main" xmlns:r="http://schemas.openxmlformats.org/officeDocument/2006/relationships" xmlns:p="http://schemas.openxmlformats.org/presentationml/2006/main">
  <p:tag name="SHAPE" val="OLD"/>
</p:tagLst>
</file>

<file path=ppt/tags/tag235.xml><?xml version="1.0" encoding="utf-8"?>
<p:tagLst xmlns:a="http://schemas.openxmlformats.org/drawingml/2006/main" xmlns:r="http://schemas.openxmlformats.org/officeDocument/2006/relationships" xmlns:p="http://schemas.openxmlformats.org/presentationml/2006/main">
  <p:tag name="SHAPE" val="OLD"/>
</p:tagLst>
</file>

<file path=ppt/tags/tag236.xml><?xml version="1.0" encoding="utf-8"?>
<p:tagLst xmlns:a="http://schemas.openxmlformats.org/drawingml/2006/main" xmlns:r="http://schemas.openxmlformats.org/officeDocument/2006/relationships" xmlns:p="http://schemas.openxmlformats.org/presentationml/2006/main">
  <p:tag name="SHAPE" val="OLD"/>
</p:tagLst>
</file>

<file path=ppt/tags/tag237.xml><?xml version="1.0" encoding="utf-8"?>
<p:tagLst xmlns:a="http://schemas.openxmlformats.org/drawingml/2006/main" xmlns:r="http://schemas.openxmlformats.org/officeDocument/2006/relationships" xmlns:p="http://schemas.openxmlformats.org/presentationml/2006/main">
  <p:tag name="SHAPE" val="OLD"/>
</p:tagLst>
</file>

<file path=ppt/tags/tag238.xml><?xml version="1.0" encoding="utf-8"?>
<p:tagLst xmlns:a="http://schemas.openxmlformats.org/drawingml/2006/main" xmlns:r="http://schemas.openxmlformats.org/officeDocument/2006/relationships" xmlns:p="http://schemas.openxmlformats.org/presentationml/2006/main">
  <p:tag name="SHAPE" val="OLD"/>
</p:tagLst>
</file>

<file path=ppt/tags/tag239.xml><?xml version="1.0" encoding="utf-8"?>
<p:tagLst xmlns:a="http://schemas.openxmlformats.org/drawingml/2006/main" xmlns:r="http://schemas.openxmlformats.org/officeDocument/2006/relationships" xmlns:p="http://schemas.openxmlformats.org/presentationml/2006/main">
  <p:tag name="SHAPE" val="OLD"/>
</p:tagLst>
</file>

<file path=ppt/tags/tag240.xml><?xml version="1.0" encoding="utf-8"?>
<p:tagLst xmlns:a="http://schemas.openxmlformats.org/drawingml/2006/main" xmlns:r="http://schemas.openxmlformats.org/officeDocument/2006/relationships" xmlns:p="http://schemas.openxmlformats.org/presentationml/2006/main">
  <p:tag name="SHAPE" val="OLD"/>
</p:tagLst>
</file>

<file path=ppt/tags/tag241.xml><?xml version="1.0" encoding="utf-8"?>
<p:tagLst xmlns:a="http://schemas.openxmlformats.org/drawingml/2006/main" xmlns:r="http://schemas.openxmlformats.org/officeDocument/2006/relationships" xmlns:p="http://schemas.openxmlformats.org/presentationml/2006/main">
  <p:tag name="SHAPE" val="OLD"/>
</p:tagLst>
</file>

<file path=ppt/tags/tag242.xml><?xml version="1.0" encoding="utf-8"?>
<p:tagLst xmlns:a="http://schemas.openxmlformats.org/drawingml/2006/main" xmlns:r="http://schemas.openxmlformats.org/officeDocument/2006/relationships" xmlns:p="http://schemas.openxmlformats.org/presentationml/2006/main">
  <p:tag name="SHAPE" val="OLD"/>
</p:tagLst>
</file>

<file path=ppt/tags/tag243.xml><?xml version="1.0" encoding="utf-8"?>
<p:tagLst xmlns:a="http://schemas.openxmlformats.org/drawingml/2006/main" xmlns:r="http://schemas.openxmlformats.org/officeDocument/2006/relationships" xmlns:p="http://schemas.openxmlformats.org/presentationml/2006/main">
  <p:tag name="SHAPE" val="OLD"/>
</p:tagLst>
</file>

<file path=ppt/tags/tag244.xml><?xml version="1.0" encoding="utf-8"?>
<p:tagLst xmlns:a="http://schemas.openxmlformats.org/drawingml/2006/main" xmlns:r="http://schemas.openxmlformats.org/officeDocument/2006/relationships" xmlns:p="http://schemas.openxmlformats.org/presentationml/2006/main">
  <p:tag name="SHAPE" val="OLD"/>
</p:tagLst>
</file>

<file path=ppt/tags/tag245.xml><?xml version="1.0" encoding="utf-8"?>
<p:tagLst xmlns:a="http://schemas.openxmlformats.org/drawingml/2006/main" xmlns:r="http://schemas.openxmlformats.org/officeDocument/2006/relationships" xmlns:p="http://schemas.openxmlformats.org/presentationml/2006/main">
  <p:tag name="SHAPE" val="OLD"/>
</p:tagLst>
</file>

<file path=ppt/tags/tag246.xml><?xml version="1.0" encoding="utf-8"?>
<p:tagLst xmlns:a="http://schemas.openxmlformats.org/drawingml/2006/main" xmlns:r="http://schemas.openxmlformats.org/officeDocument/2006/relationships" xmlns:p="http://schemas.openxmlformats.org/presentationml/2006/main">
  <p:tag name="SHAPE" val="OLD"/>
</p:tagLst>
</file>

<file path=ppt/tags/tag247.xml><?xml version="1.0" encoding="utf-8"?>
<p:tagLst xmlns:a="http://schemas.openxmlformats.org/drawingml/2006/main" xmlns:r="http://schemas.openxmlformats.org/officeDocument/2006/relationships" xmlns:p="http://schemas.openxmlformats.org/presentationml/2006/main">
  <p:tag name="SHAPE" val="OLD"/>
</p:tagLst>
</file>

<file path=ppt/tags/tag248.xml><?xml version="1.0" encoding="utf-8"?>
<p:tagLst xmlns:a="http://schemas.openxmlformats.org/drawingml/2006/main" xmlns:r="http://schemas.openxmlformats.org/officeDocument/2006/relationships" xmlns:p="http://schemas.openxmlformats.org/presentationml/2006/main">
  <p:tag name="SHAPE" val="OLD"/>
</p:tagLst>
</file>

<file path=ppt/tags/tag249.xml><?xml version="1.0" encoding="utf-8"?>
<p:tagLst xmlns:a="http://schemas.openxmlformats.org/drawingml/2006/main" xmlns:r="http://schemas.openxmlformats.org/officeDocument/2006/relationships" xmlns:p="http://schemas.openxmlformats.org/presentationml/2006/main">
  <p:tag name="SHAPE" val="OLD"/>
</p:tagLst>
</file>

<file path=ppt/tags/tag250.xml><?xml version="1.0" encoding="utf-8"?>
<p:tagLst xmlns:a="http://schemas.openxmlformats.org/drawingml/2006/main" xmlns:r="http://schemas.openxmlformats.org/officeDocument/2006/relationships" xmlns:p="http://schemas.openxmlformats.org/presentationml/2006/main">
  <p:tag name="SHAPE" val="OLD"/>
</p:tagLst>
</file>

<file path=ppt/tags/tag251.xml><?xml version="1.0" encoding="utf-8"?>
<p:tagLst xmlns:a="http://schemas.openxmlformats.org/drawingml/2006/main" xmlns:r="http://schemas.openxmlformats.org/officeDocument/2006/relationships" xmlns:p="http://schemas.openxmlformats.org/presentationml/2006/main">
  <p:tag name="SHAPE" val="OLD"/>
</p:tagLst>
</file>

<file path=ppt/tags/tag252.xml><?xml version="1.0" encoding="utf-8"?>
<p:tagLst xmlns:a="http://schemas.openxmlformats.org/drawingml/2006/main" xmlns:r="http://schemas.openxmlformats.org/officeDocument/2006/relationships" xmlns:p="http://schemas.openxmlformats.org/presentationml/2006/main">
  <p:tag name="SHAPE" val="OLD"/>
</p:tagLst>
</file>

<file path=ppt/tags/tag253.xml><?xml version="1.0" encoding="utf-8"?>
<p:tagLst xmlns:a="http://schemas.openxmlformats.org/drawingml/2006/main" xmlns:r="http://schemas.openxmlformats.org/officeDocument/2006/relationships" xmlns:p="http://schemas.openxmlformats.org/presentationml/2006/main">
  <p:tag name="SHAPE" val="OLD"/>
</p:tagLst>
</file>

<file path=ppt/tags/tag254.xml><?xml version="1.0" encoding="utf-8"?>
<p:tagLst xmlns:a="http://schemas.openxmlformats.org/drawingml/2006/main" xmlns:r="http://schemas.openxmlformats.org/officeDocument/2006/relationships" xmlns:p="http://schemas.openxmlformats.org/presentationml/2006/main">
  <p:tag name="SHAPE" val="OLD"/>
</p:tagLst>
</file>

<file path=ppt/tags/tag255.xml><?xml version="1.0" encoding="utf-8"?>
<p:tagLst xmlns:a="http://schemas.openxmlformats.org/drawingml/2006/main" xmlns:r="http://schemas.openxmlformats.org/officeDocument/2006/relationships" xmlns:p="http://schemas.openxmlformats.org/presentationml/2006/main">
  <p:tag name="SHAPE" val="OLD"/>
</p:tagLst>
</file>

<file path=ppt/tags/tag256.xml><?xml version="1.0" encoding="utf-8"?>
<p:tagLst xmlns:a="http://schemas.openxmlformats.org/drawingml/2006/main" xmlns:r="http://schemas.openxmlformats.org/officeDocument/2006/relationships" xmlns:p="http://schemas.openxmlformats.org/presentationml/2006/main">
  <p:tag name="SHAPE" val="OLD"/>
</p:tagLst>
</file>

<file path=ppt/tags/tag257.xml><?xml version="1.0" encoding="utf-8"?>
<p:tagLst xmlns:a="http://schemas.openxmlformats.org/drawingml/2006/main" xmlns:r="http://schemas.openxmlformats.org/officeDocument/2006/relationships" xmlns:p="http://schemas.openxmlformats.org/presentationml/2006/main">
  <p:tag name="SHAPE" val="OLD"/>
</p:tagLst>
</file>

<file path=ppt/tags/tag258.xml><?xml version="1.0" encoding="utf-8"?>
<p:tagLst xmlns:a="http://schemas.openxmlformats.org/drawingml/2006/main" xmlns:r="http://schemas.openxmlformats.org/officeDocument/2006/relationships" xmlns:p="http://schemas.openxmlformats.org/presentationml/2006/main">
  <p:tag name="SHAPE" val="OLD"/>
</p:tagLst>
</file>

<file path=ppt/tags/tag259.xml><?xml version="1.0" encoding="utf-8"?>
<p:tagLst xmlns:a="http://schemas.openxmlformats.org/drawingml/2006/main" xmlns:r="http://schemas.openxmlformats.org/officeDocument/2006/relationships" xmlns:p="http://schemas.openxmlformats.org/presentationml/2006/main">
  <p:tag name="SHAPE" val="OLD"/>
</p:tagLst>
</file>

<file path=ppt/tags/tag260.xml><?xml version="1.0" encoding="utf-8"?>
<p:tagLst xmlns:a="http://schemas.openxmlformats.org/drawingml/2006/main" xmlns:r="http://schemas.openxmlformats.org/officeDocument/2006/relationships" xmlns:p="http://schemas.openxmlformats.org/presentationml/2006/main">
  <p:tag name="SHAPE" val="OLD"/>
</p:tagLst>
</file>

<file path=ppt/tags/tag261.xml><?xml version="1.0" encoding="utf-8"?>
<p:tagLst xmlns:a="http://schemas.openxmlformats.org/drawingml/2006/main" xmlns:r="http://schemas.openxmlformats.org/officeDocument/2006/relationships" xmlns:p="http://schemas.openxmlformats.org/presentationml/2006/main">
  <p:tag name="SHAPE" val="OLD"/>
</p:tagLst>
</file>

<file path=ppt/tags/tag262.xml><?xml version="1.0" encoding="utf-8"?>
<p:tagLst xmlns:a="http://schemas.openxmlformats.org/drawingml/2006/main" xmlns:r="http://schemas.openxmlformats.org/officeDocument/2006/relationships" xmlns:p="http://schemas.openxmlformats.org/presentationml/2006/main">
  <p:tag name="SHAPE" val="OLD"/>
</p:tagLst>
</file>

<file path=ppt/tags/tag263.xml><?xml version="1.0" encoding="utf-8"?>
<p:tagLst xmlns:a="http://schemas.openxmlformats.org/drawingml/2006/main" xmlns:r="http://schemas.openxmlformats.org/officeDocument/2006/relationships" xmlns:p="http://schemas.openxmlformats.org/presentationml/2006/main">
  <p:tag name="SHAPE" val="OLD"/>
</p:tagLst>
</file>

<file path=ppt/tags/tag264.xml><?xml version="1.0" encoding="utf-8"?>
<p:tagLst xmlns:a="http://schemas.openxmlformats.org/drawingml/2006/main" xmlns:r="http://schemas.openxmlformats.org/officeDocument/2006/relationships" xmlns:p="http://schemas.openxmlformats.org/presentationml/2006/main">
  <p:tag name="SHAPE" val="OLD"/>
</p:tagLst>
</file>

<file path=ppt/tags/tag265.xml><?xml version="1.0" encoding="utf-8"?>
<p:tagLst xmlns:a="http://schemas.openxmlformats.org/drawingml/2006/main" xmlns:r="http://schemas.openxmlformats.org/officeDocument/2006/relationships" xmlns:p="http://schemas.openxmlformats.org/presentationml/2006/main">
  <p:tag name="SHAPE" val="OLD"/>
</p:tagLst>
</file>

<file path=ppt/tags/tag266.xml><?xml version="1.0" encoding="utf-8"?>
<p:tagLst xmlns:a="http://schemas.openxmlformats.org/drawingml/2006/main" xmlns:r="http://schemas.openxmlformats.org/officeDocument/2006/relationships" xmlns:p="http://schemas.openxmlformats.org/presentationml/2006/main">
  <p:tag name="SHAPE" val="OLD"/>
</p:tagLst>
</file>

<file path=ppt/tags/tag267.xml><?xml version="1.0" encoding="utf-8"?>
<p:tagLst xmlns:a="http://schemas.openxmlformats.org/drawingml/2006/main" xmlns:r="http://schemas.openxmlformats.org/officeDocument/2006/relationships" xmlns:p="http://schemas.openxmlformats.org/presentationml/2006/main">
  <p:tag name="SHAPE" val="OLD"/>
</p:tagLst>
</file>

<file path=ppt/tags/tag268.xml><?xml version="1.0" encoding="utf-8"?>
<p:tagLst xmlns:a="http://schemas.openxmlformats.org/drawingml/2006/main" xmlns:r="http://schemas.openxmlformats.org/officeDocument/2006/relationships" xmlns:p="http://schemas.openxmlformats.org/presentationml/2006/main">
  <p:tag name="SHAPE" val="OLD"/>
</p:tagLst>
</file>

<file path=ppt/tags/tag269.xml><?xml version="1.0" encoding="utf-8"?>
<p:tagLst xmlns:a="http://schemas.openxmlformats.org/drawingml/2006/main" xmlns:r="http://schemas.openxmlformats.org/officeDocument/2006/relationships" xmlns:p="http://schemas.openxmlformats.org/presentationml/2006/main">
  <p:tag name="SHAPE" val="OLD"/>
</p:tagLst>
</file>

<file path=ppt/tags/tag270.xml><?xml version="1.0" encoding="utf-8"?>
<p:tagLst xmlns:a="http://schemas.openxmlformats.org/drawingml/2006/main" xmlns:r="http://schemas.openxmlformats.org/officeDocument/2006/relationships" xmlns:p="http://schemas.openxmlformats.org/presentationml/2006/main">
  <p:tag name="SHAPE" val="OLD"/>
</p:tagLst>
</file>

<file path=ppt/tags/tag271.xml><?xml version="1.0" encoding="utf-8"?>
<p:tagLst xmlns:a="http://schemas.openxmlformats.org/drawingml/2006/main" xmlns:r="http://schemas.openxmlformats.org/officeDocument/2006/relationships" xmlns:p="http://schemas.openxmlformats.org/presentationml/2006/main">
  <p:tag name="SHAPE" val="OLD"/>
</p:tagLst>
</file>

<file path=ppt/tags/tag272.xml><?xml version="1.0" encoding="utf-8"?>
<p:tagLst xmlns:a="http://schemas.openxmlformats.org/drawingml/2006/main" xmlns:r="http://schemas.openxmlformats.org/officeDocument/2006/relationships" xmlns:p="http://schemas.openxmlformats.org/presentationml/2006/main">
  <p:tag name="SHAPE" val="OLD"/>
</p:tagLst>
</file>

<file path=ppt/theme/theme1.xml><?xml version="1.0" encoding="utf-8"?>
<a:theme xmlns:a="http://schemas.openxmlformats.org/drawingml/2006/main" name="TU Wien">
  <a:themeElements>
    <a:clrScheme name="TU Wien">
      <a:dk1>
        <a:srgbClr val="000000"/>
      </a:dk1>
      <a:lt1>
        <a:srgbClr val="FFFFFF"/>
      </a:lt1>
      <a:dk2>
        <a:srgbClr val="006699"/>
      </a:dk2>
      <a:lt2>
        <a:srgbClr val="DFF2FD"/>
      </a:lt2>
      <a:accent1>
        <a:srgbClr val="006699"/>
      </a:accent1>
      <a:accent2>
        <a:srgbClr val="72ADD5"/>
      </a:accent2>
      <a:accent3>
        <a:srgbClr val="A6D5EC"/>
      </a:accent3>
      <a:accent4>
        <a:srgbClr val="DFF2FD"/>
      </a:accent4>
      <a:accent5>
        <a:srgbClr val="646363"/>
      </a:accent5>
      <a:accent6>
        <a:srgbClr val="5485AB"/>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ile Körper">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u 1">
      <a:srgbClr val="5485AB"/>
    </a:custClr>
    <a:custClr name="Blau 2">
      <a:srgbClr val="72ADD5"/>
    </a:custClr>
    <a:custClr name="Blau 3">
      <a:srgbClr val="A6D5EC"/>
    </a:custClr>
    <a:custClr name="Blau 4">
      <a:srgbClr val="DFF2FD"/>
    </a:custClr>
    <a:custClr name="Grün 1">
      <a:srgbClr val="007E71"/>
    </a:custClr>
    <a:custClr name="Grün 2">
      <a:srgbClr val="6AAAA5"/>
    </a:custClr>
    <a:custClr name="Grün 3">
      <a:srgbClr val="A2C6C2"/>
    </a:custClr>
    <a:custClr name="Grün 4">
      <a:srgbClr val="E9F1F0"/>
    </a:custClr>
    <a:custClr name="Magenta 1">
      <a:srgbClr val="BA4682"/>
    </a:custClr>
    <a:custClr name="Magenta 2">
      <a:srgbClr val="CD81A8"/>
    </a:custClr>
    <a:custClr name="Magenta 3">
      <a:srgbClr val="DFAFCA"/>
    </a:custClr>
    <a:custClr name="Magenta 4">
      <a:srgbClr val="F5E5EF"/>
    </a:custClr>
    <a:custClr name="Orange 1">
      <a:srgbClr val="E18922"/>
    </a:custClr>
    <a:custClr name="Orange 2">
      <a:srgbClr val="EEB473"/>
    </a:custClr>
    <a:custClr name="Orange 3">
      <a:srgbClr val="F5D0A8"/>
    </a:custClr>
    <a:custClr name="Orange 4">
      <a:srgbClr val="FDEFE1"/>
    </a:custClr>
    <a:custClr name="Grau 1">
      <a:srgbClr val="646363"/>
    </a:custClr>
    <a:custClr name="Grau 2">
      <a:srgbClr val="9D9D9C"/>
    </a:custClr>
    <a:custClr name="Grau 3">
      <a:srgbClr val="D0D0D0"/>
    </a:custClr>
    <a:custClr name="Grau 4">
      <a:srgbClr val="EDEDED"/>
    </a:custClr>
  </a:custClrLst>
  <a:extLst>
    <a:ext uri="{05A4C25C-085E-4340-85A3-A5531E510DB2}">
      <thm15:themeFamily xmlns:thm15="http://schemas.microsoft.com/office/thememl/2012/main" name="TUW_Musterpraesentation.potx" id="{2E710E09-D0C1-444E-9EE2-99D6F66FD162}" vid="{BCCD5661-7924-46E1-AD3D-9AC2BD2CC4A5}"/>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TUW_Musterpraesentation</Template>
  <TotalTime>1033</TotalTime>
  <Words>3099</Words>
  <Application>Microsoft Office PowerPoint</Application>
  <PresentationFormat>Widescreen</PresentationFormat>
  <Paragraphs>221</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LMRoman10-Bold-Identity-H</vt:lpstr>
      <vt:lpstr>-apple-system</vt:lpstr>
      <vt:lpstr>LMRoman10-Regular-Identity-H</vt:lpstr>
      <vt:lpstr>Courier New</vt:lpstr>
      <vt:lpstr>fkGroteskNeue</vt:lpstr>
      <vt:lpstr>Arial</vt:lpstr>
      <vt:lpstr>Monaspace Neon</vt:lpstr>
      <vt:lpstr>TU Wien</vt:lpstr>
      <vt:lpstr>Final Presentation Group 7</vt:lpstr>
      <vt:lpstr>Final Presentation Team7 Topic 1: Language Identification</vt:lpstr>
      <vt:lpstr>Project overview</vt:lpstr>
      <vt:lpstr>Approaches compared</vt:lpstr>
      <vt:lpstr>Key results</vt:lpstr>
      <vt:lpstr>Detailed OOD robustness (fastText vs. character n-grams, 5 languages)</vt:lpstr>
      <vt:lpstr>Comparative macro metrics plot</vt:lpstr>
      <vt:lpstr>Deployment considerations: latency vs. hardware</vt:lpstr>
      <vt:lpstr>Error analysis highlights</vt:lpstr>
      <vt:lpstr>Visual confusion matrices (10-language Wikipedia split)</vt:lpstr>
      <vt:lpstr>Visual confusion matrices (10-language Wikipedia split)</vt:lpstr>
      <vt:lpstr>Visual confusion matrices (10-language Wikipedia split)</vt:lpstr>
      <vt:lpstr>fastText OOV coverage diagnostics</vt:lpstr>
      <vt:lpstr>Mitigation plan: character features and subword models (1 of 2)</vt:lpstr>
      <vt:lpstr>Mitigation plan: character features and subword models (2 of 2)</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Munin, Maxim</dc:creator>
  <cp:lastModifiedBy>Maxim Munin</cp:lastModifiedBy>
  <cp:revision>78</cp:revision>
  <dcterms:created xsi:type="dcterms:W3CDTF">2024-11-06T20:45:15Z</dcterms:created>
  <dcterms:modified xsi:type="dcterms:W3CDTF">2026-01-13T22:04:49Z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0x01010047F7283A7873274F8E189EC753F03E5A</vt:lpwstr>
  </property>
</Properties>
</file>